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8"/>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tHub Basic Commands Tutorial" id="{A4B69C58-DC22-462C-9536-A25B479CB082}">
          <p14:sldIdLst>
            <p14:sldId id="2561"/>
          </p14:sldIdLst>
        </p14:section>
        <p14:section name="Introduction to GitHub and Git" id="{DFC33049-ED91-483A-B5B3-FE2D4BC7E0FA}">
          <p14:sldIdLst>
            <p14:sldId id="2562"/>
            <p14:sldId id="2563"/>
          </p14:sldIdLst>
        </p14:section>
        <p14:section name="Core Git Commands" id="{973CA6C4-8215-4E1C-983F-C350148151F2}">
          <p14:sldIdLst>
            <p14:sldId id="2564"/>
            <p14:sldId id="2565"/>
            <p14:sldId id="2566"/>
            <p14:sldId id="2567"/>
            <p14:sldId id="2568"/>
          </p14:sldIdLst>
        </p14:section>
        <p14:section name="Visual Workflow and Branching" id="{A6E80ACD-9283-4640-8DA5-0B7C5AD17624}">
          <p14:sldIdLst>
            <p14:sldId id="2569"/>
            <p14:sldId id="2570"/>
            <p14:sldId id="2571"/>
          </p14:sldIdLst>
        </p14:section>
        <p14:section name="Conclusion" id="{7DC7F997-6766-4879-90AC-2A2BA957C894}">
          <p14:sldIdLst>
            <p14:sldId id="2572"/>
            <p14:sldId id="25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607E8F-56A9-4CA6-B059-AB24DF0FEC13}" v="16" dt="2025-12-02T15:17:04.4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93" d="100"/>
          <a:sy n="93" d="100"/>
        </p:scale>
        <p:origin x="1188" y="30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AF607E8F-56A9-4CA6-B059-AB24DF0FEC13}"/>
    <pc:docChg chg="addSld delSld modSld addSection">
      <pc:chgData name="" userId="" providerId="" clId="Web-{AF607E8F-56A9-4CA6-B059-AB24DF0FEC13}" dt="2025-12-02T15:17:04.478" v="16" actId="34807"/>
      <pc:docMkLst>
        <pc:docMk/>
      </pc:docMkLst>
      <pc:sldChg chg="del">
        <pc:chgData name="" userId="" providerId="" clId="Web-{AF607E8F-56A9-4CA6-B059-AB24DF0FEC13}" dt="2025-12-02T15:17:04.431" v="0" actId="34807"/>
        <pc:sldMkLst>
          <pc:docMk/>
          <pc:sldMk cId="3365127690" sldId="257"/>
        </pc:sldMkLst>
      </pc:sldChg>
      <pc:sldChg chg="modSp add mod modClrScheme addAnim chgLayout">
        <pc:chgData name="" userId="" providerId="" clId="Web-{AF607E8F-56A9-4CA6-B059-AB24DF0FEC13}" dt="2025-12-02T15:17:04.462" v="4" actId="34807"/>
        <pc:sldMkLst>
          <pc:docMk/>
          <pc:sldMk cId="1244979914" sldId="2561"/>
        </pc:sldMkLst>
        <pc:spChg chg="mod">
          <ac:chgData name="" userId="" providerId="" clId="Web-{AF607E8F-56A9-4CA6-B059-AB24DF0FEC13}" dt="2025-12-02T15:17:04.462" v="1" actId="34807"/>
          <ac:spMkLst>
            <pc:docMk/>
            <pc:sldMk cId="1244979914" sldId="2561"/>
            <ac:spMk id="2" creationId="{CAFFC769-C1E6-EEDF-A473-AF68FC3647CF}"/>
          </ac:spMkLst>
        </pc:spChg>
        <pc:spChg chg="mod">
          <ac:chgData name="" userId="" providerId="" clId="Web-{AF607E8F-56A9-4CA6-B059-AB24DF0FEC13}" dt="2025-12-02T15:17:04.462" v="1" actId="34807"/>
          <ac:spMkLst>
            <pc:docMk/>
            <pc:sldMk cId="1244979914" sldId="2561"/>
            <ac:spMk id="3" creationId="{2CFA045F-F954-27C7-EF2C-4820370B78B0}"/>
          </ac:spMkLst>
        </pc:spChg>
        <pc:picChg chg="mod">
          <ac:chgData name="" userId="" providerId="" clId="Web-{AF607E8F-56A9-4CA6-B059-AB24DF0FEC13}" dt="2025-12-02T15:17:04.462" v="1" actId="34807"/>
          <ac:picMkLst>
            <pc:docMk/>
            <pc:sldMk cId="1244979914" sldId="2561"/>
            <ac:picMk id="4" creationId="{7574D8A6-2F19-43E5-BCB2-F22D9926E68F}"/>
          </ac:picMkLst>
        </pc:picChg>
      </pc:sldChg>
      <pc:sldChg chg="modSp add mod modTransition modClrScheme addAnim chgLayout">
        <pc:chgData name="" userId="" providerId="" clId="Web-{AF607E8F-56A9-4CA6-B059-AB24DF0FEC13}" dt="2025-12-02T15:17:04.462" v="5" actId="34807"/>
        <pc:sldMkLst>
          <pc:docMk/>
          <pc:sldMk cId="2870012140" sldId="2562"/>
        </pc:sldMkLst>
        <pc:spChg chg="mod">
          <ac:chgData name="" userId="" providerId="" clId="Web-{AF607E8F-56A9-4CA6-B059-AB24DF0FEC13}" dt="2025-12-02T15:17:04.462" v="1" actId="34807"/>
          <ac:spMkLst>
            <pc:docMk/>
            <pc:sldMk cId="2870012140" sldId="2562"/>
            <ac:spMk id="2" creationId="{F1916312-7CAD-57AF-F8C7-246E96D75D9A}"/>
          </ac:spMkLst>
        </pc:spChg>
      </pc:sldChg>
      <pc:sldChg chg="modSp add mod modTransition modClrScheme addAnim chgLayout">
        <pc:chgData name="" userId="" providerId="" clId="Web-{AF607E8F-56A9-4CA6-B059-AB24DF0FEC13}" dt="2025-12-02T15:17:04.462" v="6" actId="34807"/>
        <pc:sldMkLst>
          <pc:docMk/>
          <pc:sldMk cId="2319217877" sldId="2563"/>
        </pc:sldMkLst>
        <pc:spChg chg="mod">
          <ac:chgData name="" userId="" providerId="" clId="Web-{AF607E8F-56A9-4CA6-B059-AB24DF0FEC13}" dt="2025-12-02T15:17:04.462" v="1" actId="34807"/>
          <ac:spMkLst>
            <pc:docMk/>
            <pc:sldMk cId="2319217877" sldId="2563"/>
            <ac:spMk id="2" creationId="{F1361043-C053-2126-CF24-4B4782FA67D4}"/>
          </ac:spMkLst>
        </pc:spChg>
        <pc:spChg chg="mod">
          <ac:chgData name="" userId="" providerId="" clId="Web-{AF607E8F-56A9-4CA6-B059-AB24DF0FEC13}" dt="2025-12-02T15:17:04.462" v="1" actId="34807"/>
          <ac:spMkLst>
            <pc:docMk/>
            <pc:sldMk cId="2319217877" sldId="2563"/>
            <ac:spMk id="5" creationId="{AC72D0A7-E0D8-4B63-A016-B19DC2B3FD30}"/>
          </ac:spMkLst>
        </pc:spChg>
        <pc:picChg chg="mod ord">
          <ac:chgData name="" userId="" providerId="" clId="Web-{AF607E8F-56A9-4CA6-B059-AB24DF0FEC13}" dt="2025-12-02T15:17:04.462" v="1" actId="34807"/>
          <ac:picMkLst>
            <pc:docMk/>
            <pc:sldMk cId="2319217877" sldId="2563"/>
            <ac:picMk id="4" creationId="{D8292AC6-31BE-4350-8C01-D966EC9F564A}"/>
          </ac:picMkLst>
        </pc:picChg>
      </pc:sldChg>
      <pc:sldChg chg="modSp add mod modTransition modClrScheme addAnim chgLayout">
        <pc:chgData name="" userId="" providerId="" clId="Web-{AF607E8F-56A9-4CA6-B059-AB24DF0FEC13}" dt="2025-12-02T15:17:04.462" v="7" actId="34807"/>
        <pc:sldMkLst>
          <pc:docMk/>
          <pc:sldMk cId="1925576409" sldId="2564"/>
        </pc:sldMkLst>
        <pc:spChg chg="mod">
          <ac:chgData name="" userId="" providerId="" clId="Web-{AF607E8F-56A9-4CA6-B059-AB24DF0FEC13}" dt="2025-12-02T15:17:04.462" v="1" actId="34807"/>
          <ac:spMkLst>
            <pc:docMk/>
            <pc:sldMk cId="1925576409" sldId="2564"/>
            <ac:spMk id="2" creationId="{27E39FF2-B201-37CA-F19A-FFE9A844EB4B}"/>
          </ac:spMkLst>
        </pc:spChg>
      </pc:sldChg>
      <pc:sldChg chg="modSp add mod modTransition modClrScheme addAnim chgLayout">
        <pc:chgData name="" userId="" providerId="" clId="Web-{AF607E8F-56A9-4CA6-B059-AB24DF0FEC13}" dt="2025-12-02T15:17:04.462" v="8" actId="34807"/>
        <pc:sldMkLst>
          <pc:docMk/>
          <pc:sldMk cId="240451956" sldId="2565"/>
        </pc:sldMkLst>
        <pc:spChg chg="mod">
          <ac:chgData name="" userId="" providerId="" clId="Web-{AF607E8F-56A9-4CA6-B059-AB24DF0FEC13}" dt="2025-12-02T15:17:04.462" v="1" actId="34807"/>
          <ac:spMkLst>
            <pc:docMk/>
            <pc:sldMk cId="240451956" sldId="2565"/>
            <ac:spMk id="2" creationId="{57A3DF84-DA9A-091F-B946-6EC78C577411}"/>
          </ac:spMkLst>
        </pc:spChg>
        <pc:spChg chg="mod">
          <ac:chgData name="" userId="" providerId="" clId="Web-{AF607E8F-56A9-4CA6-B059-AB24DF0FEC13}" dt="2025-12-02T15:17:04.462" v="1" actId="34807"/>
          <ac:spMkLst>
            <pc:docMk/>
            <pc:sldMk cId="240451956" sldId="2565"/>
            <ac:spMk id="5" creationId="{561EA2A4-7FB6-47F7-9ED1-6C65A43E889E}"/>
          </ac:spMkLst>
        </pc:spChg>
        <pc:picChg chg="mod ord">
          <ac:chgData name="" userId="" providerId="" clId="Web-{AF607E8F-56A9-4CA6-B059-AB24DF0FEC13}" dt="2025-12-02T15:17:04.462" v="1" actId="34807"/>
          <ac:picMkLst>
            <pc:docMk/>
            <pc:sldMk cId="240451956" sldId="2565"/>
            <ac:picMk id="4" creationId="{2B99FCE1-19E1-4FBB-92B7-9B84ADDB1571}"/>
          </ac:picMkLst>
        </pc:picChg>
      </pc:sldChg>
      <pc:sldChg chg="modSp add mod modTransition modClrScheme addAnim chgLayout">
        <pc:chgData name="" userId="" providerId="" clId="Web-{AF607E8F-56A9-4CA6-B059-AB24DF0FEC13}" dt="2025-12-02T15:17:04.462" v="9" actId="34807"/>
        <pc:sldMkLst>
          <pc:docMk/>
          <pc:sldMk cId="2649880002" sldId="2566"/>
        </pc:sldMkLst>
        <pc:spChg chg="mod">
          <ac:chgData name="" userId="" providerId="" clId="Web-{AF607E8F-56A9-4CA6-B059-AB24DF0FEC13}" dt="2025-12-02T15:17:04.462" v="1" actId="34807"/>
          <ac:spMkLst>
            <pc:docMk/>
            <pc:sldMk cId="2649880002" sldId="2566"/>
            <ac:spMk id="2" creationId="{ECFADB01-2423-C3A8-D3B8-934DEC3FD6C4}"/>
          </ac:spMkLst>
        </pc:spChg>
        <pc:spChg chg="mod">
          <ac:chgData name="" userId="" providerId="" clId="Web-{AF607E8F-56A9-4CA6-B059-AB24DF0FEC13}" dt="2025-12-02T15:17:04.462" v="1" actId="34807"/>
          <ac:spMkLst>
            <pc:docMk/>
            <pc:sldMk cId="2649880002" sldId="2566"/>
            <ac:spMk id="5" creationId="{CCA286B1-B9A4-4121-BCDF-85DE2C919A10}"/>
          </ac:spMkLst>
        </pc:spChg>
        <pc:picChg chg="mod ord">
          <ac:chgData name="" userId="" providerId="" clId="Web-{AF607E8F-56A9-4CA6-B059-AB24DF0FEC13}" dt="2025-12-02T15:17:04.462" v="1" actId="34807"/>
          <ac:picMkLst>
            <pc:docMk/>
            <pc:sldMk cId="2649880002" sldId="2566"/>
            <ac:picMk id="4" creationId="{55E0600C-D234-40CB-A7E8-0432A5EFD61D}"/>
          </ac:picMkLst>
        </pc:picChg>
      </pc:sldChg>
      <pc:sldChg chg="modSp add mod modTransition modClrScheme addAnim chgLayout">
        <pc:chgData name="" userId="" providerId="" clId="Web-{AF607E8F-56A9-4CA6-B059-AB24DF0FEC13}" dt="2025-12-02T15:17:04.462" v="10" actId="34807"/>
        <pc:sldMkLst>
          <pc:docMk/>
          <pc:sldMk cId="1080201639" sldId="2567"/>
        </pc:sldMkLst>
        <pc:spChg chg="mod">
          <ac:chgData name="" userId="" providerId="" clId="Web-{AF607E8F-56A9-4CA6-B059-AB24DF0FEC13}" dt="2025-12-02T15:17:04.462" v="1" actId="34807"/>
          <ac:spMkLst>
            <pc:docMk/>
            <pc:sldMk cId="1080201639" sldId="2567"/>
            <ac:spMk id="2" creationId="{9B8F1F69-CFFD-F6C2-8340-FDE490597A93}"/>
          </ac:spMkLst>
        </pc:spChg>
        <pc:spChg chg="mod">
          <ac:chgData name="" userId="" providerId="" clId="Web-{AF607E8F-56A9-4CA6-B059-AB24DF0FEC13}" dt="2025-12-02T15:17:04.462" v="1" actId="34807"/>
          <ac:spMkLst>
            <pc:docMk/>
            <pc:sldMk cId="1080201639" sldId="2567"/>
            <ac:spMk id="5" creationId="{45A87FA9-779C-4B1C-AC9B-A6A1A1DEB842}"/>
          </ac:spMkLst>
        </pc:spChg>
        <pc:picChg chg="mod ord">
          <ac:chgData name="" userId="" providerId="" clId="Web-{AF607E8F-56A9-4CA6-B059-AB24DF0FEC13}" dt="2025-12-02T15:17:04.462" v="1" actId="34807"/>
          <ac:picMkLst>
            <pc:docMk/>
            <pc:sldMk cId="1080201639" sldId="2567"/>
            <ac:picMk id="4" creationId="{EF00C29C-0F62-4865-A014-F96C44C873A7}"/>
          </ac:picMkLst>
        </pc:picChg>
      </pc:sldChg>
      <pc:sldChg chg="modSp add mod modTransition modClrScheme addAnim chgLayout">
        <pc:chgData name="" userId="" providerId="" clId="Web-{AF607E8F-56A9-4CA6-B059-AB24DF0FEC13}" dt="2025-12-02T15:17:04.462" v="11" actId="34807"/>
        <pc:sldMkLst>
          <pc:docMk/>
          <pc:sldMk cId="1650911103" sldId="2568"/>
        </pc:sldMkLst>
        <pc:spChg chg="mod">
          <ac:chgData name="" userId="" providerId="" clId="Web-{AF607E8F-56A9-4CA6-B059-AB24DF0FEC13}" dt="2025-12-02T15:17:04.462" v="1" actId="34807"/>
          <ac:spMkLst>
            <pc:docMk/>
            <pc:sldMk cId="1650911103" sldId="2568"/>
            <ac:spMk id="2" creationId="{F61E2858-DCEE-CC38-4016-75FF2013521D}"/>
          </ac:spMkLst>
        </pc:spChg>
        <pc:spChg chg="mod">
          <ac:chgData name="" userId="" providerId="" clId="Web-{AF607E8F-56A9-4CA6-B059-AB24DF0FEC13}" dt="2025-12-02T15:17:04.462" v="1" actId="34807"/>
          <ac:spMkLst>
            <pc:docMk/>
            <pc:sldMk cId="1650911103" sldId="2568"/>
            <ac:spMk id="5" creationId="{2E5BC3AB-0A2E-45C9-A177-6ED694770ABE}"/>
          </ac:spMkLst>
        </pc:spChg>
        <pc:picChg chg="mod ord">
          <ac:chgData name="" userId="" providerId="" clId="Web-{AF607E8F-56A9-4CA6-B059-AB24DF0FEC13}" dt="2025-12-02T15:17:04.462" v="1" actId="34807"/>
          <ac:picMkLst>
            <pc:docMk/>
            <pc:sldMk cId="1650911103" sldId="2568"/>
            <ac:picMk id="4" creationId="{6E1F2A4A-5415-4DA7-9AEB-8691AF2BF46E}"/>
          </ac:picMkLst>
        </pc:picChg>
      </pc:sldChg>
      <pc:sldChg chg="modSp add mod modTransition modClrScheme addAnim chgLayout">
        <pc:chgData name="" userId="" providerId="" clId="Web-{AF607E8F-56A9-4CA6-B059-AB24DF0FEC13}" dt="2025-12-02T15:17:04.462" v="12" actId="34807"/>
        <pc:sldMkLst>
          <pc:docMk/>
          <pc:sldMk cId="2123762360" sldId="2569"/>
        </pc:sldMkLst>
        <pc:spChg chg="mod">
          <ac:chgData name="" userId="" providerId="" clId="Web-{AF607E8F-56A9-4CA6-B059-AB24DF0FEC13}" dt="2025-12-02T15:17:04.462" v="1" actId="34807"/>
          <ac:spMkLst>
            <pc:docMk/>
            <pc:sldMk cId="2123762360" sldId="2569"/>
            <ac:spMk id="2" creationId="{4A636748-C59B-DFC9-C80B-75FCDEAE519B}"/>
          </ac:spMkLst>
        </pc:spChg>
      </pc:sldChg>
      <pc:sldChg chg="modSp add mod modTransition modClrScheme addAnim chgLayout">
        <pc:chgData name="" userId="" providerId="" clId="Web-{AF607E8F-56A9-4CA6-B059-AB24DF0FEC13}" dt="2025-12-02T15:17:04.462" v="13" actId="34807"/>
        <pc:sldMkLst>
          <pc:docMk/>
          <pc:sldMk cId="418236936" sldId="2570"/>
        </pc:sldMkLst>
        <pc:spChg chg="mod">
          <ac:chgData name="" userId="" providerId="" clId="Web-{AF607E8F-56A9-4CA6-B059-AB24DF0FEC13}" dt="2025-12-02T15:17:04.462" v="1" actId="34807"/>
          <ac:spMkLst>
            <pc:docMk/>
            <pc:sldMk cId="418236936" sldId="2570"/>
            <ac:spMk id="2" creationId="{928BA234-F6A7-AA24-6155-D40E08F2A69C}"/>
          </ac:spMkLst>
        </pc:spChg>
        <pc:spChg chg="mod">
          <ac:chgData name="" userId="" providerId="" clId="Web-{AF607E8F-56A9-4CA6-B059-AB24DF0FEC13}" dt="2025-12-02T15:17:04.462" v="1" actId="34807"/>
          <ac:spMkLst>
            <pc:docMk/>
            <pc:sldMk cId="418236936" sldId="2570"/>
            <ac:spMk id="5" creationId="{9E396020-9DE6-4C84-A62A-BF0E4874022A}"/>
          </ac:spMkLst>
        </pc:spChg>
        <pc:picChg chg="mod ord">
          <ac:chgData name="" userId="" providerId="" clId="Web-{AF607E8F-56A9-4CA6-B059-AB24DF0FEC13}" dt="2025-12-02T15:17:04.462" v="1" actId="34807"/>
          <ac:picMkLst>
            <pc:docMk/>
            <pc:sldMk cId="418236936" sldId="2570"/>
            <ac:picMk id="4" creationId="{9CE7128A-DB60-49BF-811A-AA49A01C64E4}"/>
          </ac:picMkLst>
        </pc:picChg>
      </pc:sldChg>
      <pc:sldChg chg="modSp add mod modTransition modClrScheme addAnim chgLayout">
        <pc:chgData name="" userId="" providerId="" clId="Web-{AF607E8F-56A9-4CA6-B059-AB24DF0FEC13}" dt="2025-12-02T15:17:04.462" v="14" actId="34807"/>
        <pc:sldMkLst>
          <pc:docMk/>
          <pc:sldMk cId="829795501" sldId="2571"/>
        </pc:sldMkLst>
        <pc:spChg chg="mod">
          <ac:chgData name="" userId="" providerId="" clId="Web-{AF607E8F-56A9-4CA6-B059-AB24DF0FEC13}" dt="2025-12-02T15:17:04.462" v="1" actId="34807"/>
          <ac:spMkLst>
            <pc:docMk/>
            <pc:sldMk cId="829795501" sldId="2571"/>
            <ac:spMk id="2" creationId="{CEFEA069-0DE2-ED21-403C-F5BE1E9AF9F7}"/>
          </ac:spMkLst>
        </pc:spChg>
        <pc:spChg chg="mod">
          <ac:chgData name="" userId="" providerId="" clId="Web-{AF607E8F-56A9-4CA6-B059-AB24DF0FEC13}" dt="2025-12-02T15:17:04.462" v="1" actId="34807"/>
          <ac:spMkLst>
            <pc:docMk/>
            <pc:sldMk cId="829795501" sldId="2571"/>
            <ac:spMk id="5" creationId="{0031984B-913F-4391-9CD3-8DA37D09B170}"/>
          </ac:spMkLst>
        </pc:spChg>
        <pc:picChg chg="mod">
          <ac:chgData name="" userId="" providerId="" clId="Web-{AF607E8F-56A9-4CA6-B059-AB24DF0FEC13}" dt="2025-12-02T15:17:04.462" v="1" actId="34807"/>
          <ac:picMkLst>
            <pc:docMk/>
            <pc:sldMk cId="829795501" sldId="2571"/>
            <ac:picMk id="4" creationId="{6767F349-66B6-4721-B959-0C6D4486E7B4}"/>
          </ac:picMkLst>
        </pc:picChg>
      </pc:sldChg>
      <pc:sldChg chg="modSp add mod modTransition modClrScheme addAnim chgLayout">
        <pc:chgData name="" userId="" providerId="" clId="Web-{AF607E8F-56A9-4CA6-B059-AB24DF0FEC13}" dt="2025-12-02T15:17:04.478" v="15" actId="34807"/>
        <pc:sldMkLst>
          <pc:docMk/>
          <pc:sldMk cId="1593747694" sldId="2572"/>
        </pc:sldMkLst>
        <pc:spChg chg="mod">
          <ac:chgData name="" userId="" providerId="" clId="Web-{AF607E8F-56A9-4CA6-B059-AB24DF0FEC13}" dt="2025-12-02T15:17:04.462" v="1" actId="34807"/>
          <ac:spMkLst>
            <pc:docMk/>
            <pc:sldMk cId="1593747694" sldId="2572"/>
            <ac:spMk id="2" creationId="{E7FA2A1A-253A-90F6-C540-E66B21D42797}"/>
          </ac:spMkLst>
        </pc:spChg>
      </pc:sldChg>
      <pc:sldChg chg="modSp add mod modTransition modClrScheme addAnim chgLayout">
        <pc:chgData name="" userId="" providerId="" clId="Web-{AF607E8F-56A9-4CA6-B059-AB24DF0FEC13}" dt="2025-12-02T15:17:04.478" v="16" actId="34807"/>
        <pc:sldMkLst>
          <pc:docMk/>
          <pc:sldMk cId="2698413982" sldId="2573"/>
        </pc:sldMkLst>
        <pc:spChg chg="mod">
          <ac:chgData name="" userId="" providerId="" clId="Web-{AF607E8F-56A9-4CA6-B059-AB24DF0FEC13}" dt="2025-12-02T15:17:04.462" v="1" actId="34807"/>
          <ac:spMkLst>
            <pc:docMk/>
            <pc:sldMk cId="2698413982" sldId="2573"/>
            <ac:spMk id="2" creationId="{4C83A7E4-36C5-D3EC-D753-D208E74780F1}"/>
          </ac:spMkLst>
        </pc:spChg>
        <pc:spChg chg="mod">
          <ac:chgData name="" userId="" providerId="" clId="Web-{AF607E8F-56A9-4CA6-B059-AB24DF0FEC13}" dt="2025-12-02T15:17:04.462" v="1" actId="34807"/>
          <ac:spMkLst>
            <pc:docMk/>
            <pc:sldMk cId="2698413982" sldId="2573"/>
            <ac:spMk id="5" creationId="{C2C09C4A-0660-49E7-A963-71EF9F2AF111}"/>
          </ac:spMkLst>
        </pc:spChg>
        <pc:picChg chg="mod ord">
          <ac:chgData name="" userId="" providerId="" clId="Web-{AF607E8F-56A9-4CA6-B059-AB24DF0FEC13}" dt="2025-12-02T15:17:04.462" v="1" actId="34807"/>
          <ac:picMkLst>
            <pc:docMk/>
            <pc:sldMk cId="2698413982" sldId="2573"/>
            <ac:picMk id="4" creationId="{C092752B-C060-4B7B-920B-7D037077210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00541D-F5EE-424E-BD9E-7F62405E5C49}" type="datetimeFigureOut">
              <a:t>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A6377E-790E-4876-A21C-790BCBFC6413}" type="slidenum">
              <a:t>‹#›</a:t>
            </a:fld>
            <a:endParaRPr lang="en-US"/>
          </a:p>
        </p:txBody>
      </p:sp>
    </p:spTree>
    <p:extLst>
      <p:ext uri="{BB962C8B-B14F-4D97-AF65-F5344CB8AC3E}">
        <p14:creationId xmlns:p14="http://schemas.microsoft.com/office/powerpoint/2010/main" val="500476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0A0F484E-F4CB-4401-973C-2E02AEA93873}" type="slidenum">
              <a:t>1</a:t>
            </a:fld>
            <a:endParaRPr lang="en-US"/>
          </a:p>
        </p:txBody>
      </p:sp>
    </p:spTree>
    <p:extLst>
      <p:ext uri="{BB962C8B-B14F-4D97-AF65-F5344CB8AC3E}">
        <p14:creationId xmlns:p14="http://schemas.microsoft.com/office/powerpoint/2010/main" val="13780713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Overview of GitHub and Version Control</a:t>
            </a:r>
          </a:p>
        </p:txBody>
      </p:sp>
      <p:sp>
        <p:nvSpPr>
          <p:cNvPr id="4" name="Slide Number Placeholder 3"/>
          <p:cNvSpPr>
            <a:spLocks noGrp="1"/>
          </p:cNvSpPr>
          <p:nvPr>
            <p:ph type="sldNum" sz="quarter" idx="5"/>
          </p:nvPr>
        </p:nvSpPr>
        <p:spPr/>
        <p:txBody>
          <a:bodyPr/>
          <a:lstStyle/>
          <a:p>
            <a:fld id="{0A0F484E-F4CB-4401-973C-2E02AEA93873}" type="slidenum">
              <a:t>2</a:t>
            </a:fld>
            <a:endParaRPr lang="en-US"/>
          </a:p>
        </p:txBody>
      </p:sp>
    </p:spTree>
    <p:extLst>
      <p:ext uri="{BB962C8B-B14F-4D97-AF65-F5344CB8AC3E}">
        <p14:creationId xmlns:p14="http://schemas.microsoft.com/office/powerpoint/2010/main" val="2053034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GitHub is a widely used platform for hosting and managing Git repositories, enabling collaborative development and version control. Version control systems like Git allow developers to track changes, revert to previous states, and work on multiple features simultaneously without conflicts. GitHub enhances Git by providing a web-based interface, issue tracking, pull requests, and integration with CI/CD tools. Beginners should understand that GitHub is not Git itself but a service built on top of Git. This tutorial introduces essential Git commands that form the foundation for managing repositories effectively. By mastering these commands, users can initialize repositories, clone projects, stage changes, commit updates, and synchronize work with remote repositories. Understanding these basics is crucial for efficient collaboration and maintaining code integrity in team environments.</a:t>
            </a:r>
          </a:p>
        </p:txBody>
      </p:sp>
      <p:sp>
        <p:nvSpPr>
          <p:cNvPr id="4" name="Slide Number Placeholder 3"/>
          <p:cNvSpPr>
            <a:spLocks noGrp="1"/>
          </p:cNvSpPr>
          <p:nvPr>
            <p:ph type="sldNum" sz="quarter" idx="5"/>
          </p:nvPr>
        </p:nvSpPr>
        <p:spPr/>
        <p:txBody>
          <a:bodyPr/>
          <a:lstStyle/>
          <a:p>
            <a:fld id="{0A0F484E-F4CB-4401-973C-2E02AEA93873}" type="slidenum">
              <a:t>3</a:t>
            </a:fld>
            <a:endParaRPr lang="en-US"/>
          </a:p>
        </p:txBody>
      </p:sp>
    </p:spTree>
    <p:extLst>
      <p:ext uri="{BB962C8B-B14F-4D97-AF65-F5344CB8AC3E}">
        <p14:creationId xmlns:p14="http://schemas.microsoft.com/office/powerpoint/2010/main" val="20121783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git init and git clone, git add and git commit, git push and git pull, git status and git branch</a:t>
            </a:r>
          </a:p>
        </p:txBody>
      </p:sp>
      <p:sp>
        <p:nvSpPr>
          <p:cNvPr id="4" name="Slide Number Placeholder 3"/>
          <p:cNvSpPr>
            <a:spLocks noGrp="1"/>
          </p:cNvSpPr>
          <p:nvPr>
            <p:ph type="sldNum" sz="quarter" idx="5"/>
          </p:nvPr>
        </p:nvSpPr>
        <p:spPr/>
        <p:txBody>
          <a:bodyPr/>
          <a:lstStyle/>
          <a:p>
            <a:fld id="{0A0F484E-F4CB-4401-973C-2E02AEA93873}" type="slidenum">
              <a:t>4</a:t>
            </a:fld>
            <a:endParaRPr lang="en-US"/>
          </a:p>
        </p:txBody>
      </p:sp>
    </p:spTree>
    <p:extLst>
      <p:ext uri="{BB962C8B-B14F-4D97-AF65-F5344CB8AC3E}">
        <p14:creationId xmlns:p14="http://schemas.microsoft.com/office/powerpoint/2010/main" val="27164782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`git init` command initializes a new Git repository in the current directory, creating the necessary metadata to start tracking changes. This is typically used when starting a new project from scratch. For example, running `git init` in a project folder sets up the repository locally. On the other hand, `git clone` is used to copy an existing repository from a remote source, such as GitHub, to your local machine. This command is essential when you want to contribute to an existing project or use its code as a base. The syntax `git clone &lt;repository_url&gt;` downloads the entire repository history, ensuring you have all branches and commits. These commands form the entry point for working with Git and GitHub, allowing developers to either create new repositories or collaborate on existing ones.</a:t>
            </a:r>
          </a:p>
        </p:txBody>
      </p:sp>
      <p:sp>
        <p:nvSpPr>
          <p:cNvPr id="4" name="Slide Number Placeholder 3"/>
          <p:cNvSpPr>
            <a:spLocks noGrp="1"/>
          </p:cNvSpPr>
          <p:nvPr>
            <p:ph type="sldNum" sz="quarter" idx="5"/>
          </p:nvPr>
        </p:nvSpPr>
        <p:spPr/>
        <p:txBody>
          <a:bodyPr/>
          <a:lstStyle/>
          <a:p>
            <a:fld id="{0A0F484E-F4CB-4401-973C-2E02AEA93873}" type="slidenum">
              <a:t>5</a:t>
            </a:fld>
            <a:endParaRPr lang="en-US"/>
          </a:p>
        </p:txBody>
      </p:sp>
    </p:spTree>
    <p:extLst>
      <p:ext uri="{BB962C8B-B14F-4D97-AF65-F5344CB8AC3E}">
        <p14:creationId xmlns:p14="http://schemas.microsoft.com/office/powerpoint/2010/main" val="40900847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After making changes to files, you need to stage them for commit using `git add`. This command moves changes from the working directory to the staging area, preparing them for inclusion in the next commit. For example, `git add file.txt` stages a single file, while `git add .` stages all changes. Once staged, `git commit` records these changes in the repository's history. A commit should include a descriptive message, such as `git commit -m 'Added new feature'`, to explain the purpose of the changes. Commits create snapshots of your project, enabling you to revert or review changes later. Together, these commands ensure that modifications are systematically tracked and documented, forming the backbone of version control workflows.</a:t>
            </a:r>
          </a:p>
        </p:txBody>
      </p:sp>
      <p:sp>
        <p:nvSpPr>
          <p:cNvPr id="4" name="Slide Number Placeholder 3"/>
          <p:cNvSpPr>
            <a:spLocks noGrp="1"/>
          </p:cNvSpPr>
          <p:nvPr>
            <p:ph type="sldNum" sz="quarter" idx="5"/>
          </p:nvPr>
        </p:nvSpPr>
        <p:spPr/>
        <p:txBody>
          <a:bodyPr/>
          <a:lstStyle/>
          <a:p>
            <a:fld id="{0A0F484E-F4CB-4401-973C-2E02AEA93873}" type="slidenum">
              <a:t>6</a:t>
            </a:fld>
            <a:endParaRPr lang="en-US"/>
          </a:p>
        </p:txBody>
      </p:sp>
    </p:spTree>
    <p:extLst>
      <p:ext uri="{BB962C8B-B14F-4D97-AF65-F5344CB8AC3E}">
        <p14:creationId xmlns:p14="http://schemas.microsoft.com/office/powerpoint/2010/main" val="32642911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`git push` command uploads local commits to a remote repository, such as GitHub, making your changes available to collaborators. Typically, you specify the remote name and branch, for example, `git push origin main`. Conversely, `git pull` fetches changes from the remote repository and merges them into your local branch, ensuring your copy is up to date. This is crucial when working in teams, as it synchronizes work across multiple contributors. Regularly pulling updates prevents conflicts and keeps your local environment aligned with the latest project state. These commands enable seamless collaboration by bridging local development and shared repositories.</a:t>
            </a:r>
          </a:p>
        </p:txBody>
      </p:sp>
      <p:sp>
        <p:nvSpPr>
          <p:cNvPr id="4" name="Slide Number Placeholder 3"/>
          <p:cNvSpPr>
            <a:spLocks noGrp="1"/>
          </p:cNvSpPr>
          <p:nvPr>
            <p:ph type="sldNum" sz="quarter" idx="5"/>
          </p:nvPr>
        </p:nvSpPr>
        <p:spPr/>
        <p:txBody>
          <a:bodyPr/>
          <a:lstStyle/>
          <a:p>
            <a:fld id="{0A0F484E-F4CB-4401-973C-2E02AEA93873}" type="slidenum">
              <a:t>7</a:t>
            </a:fld>
            <a:endParaRPr lang="en-US"/>
          </a:p>
        </p:txBody>
      </p:sp>
    </p:spTree>
    <p:extLst>
      <p:ext uri="{BB962C8B-B14F-4D97-AF65-F5344CB8AC3E}">
        <p14:creationId xmlns:p14="http://schemas.microsoft.com/office/powerpoint/2010/main" val="19288484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`git status` command provides an overview of the current state of your working directory and staging area. It shows which files are modified, staged, or untracked, helping you decide what to commit next. For example, running `git status` after editing files will display their status relative to the last commit. The `git branch` command manages branches, which are separate lines of development within a repository. You can list branches, create new ones (`git branch feature-xyz`), or switch between them using `git checkout`. Branching is essential for isolating work on new features or bug fixes without affecting the main codebase. Together, these commands offer visibility and flexibility, enabling structured and organized development workflows.</a:t>
            </a:r>
          </a:p>
        </p:txBody>
      </p:sp>
      <p:sp>
        <p:nvSpPr>
          <p:cNvPr id="4" name="Slide Number Placeholder 3"/>
          <p:cNvSpPr>
            <a:spLocks noGrp="1"/>
          </p:cNvSpPr>
          <p:nvPr>
            <p:ph type="sldNum" sz="quarter" idx="5"/>
          </p:nvPr>
        </p:nvSpPr>
        <p:spPr/>
        <p:txBody>
          <a:bodyPr/>
          <a:lstStyle/>
          <a:p>
            <a:fld id="{0A0F484E-F4CB-4401-973C-2E02AEA93873}" type="slidenum">
              <a:t>8</a:t>
            </a:fld>
            <a:endParaRPr lang="en-US"/>
          </a:p>
        </p:txBody>
      </p:sp>
    </p:spTree>
    <p:extLst>
      <p:ext uri="{BB962C8B-B14F-4D97-AF65-F5344CB8AC3E}">
        <p14:creationId xmlns:p14="http://schemas.microsoft.com/office/powerpoint/2010/main" val="16444921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Understanding Git Workflow, Branching Strategies and Illustration</a:t>
            </a:r>
          </a:p>
        </p:txBody>
      </p:sp>
      <p:sp>
        <p:nvSpPr>
          <p:cNvPr id="4" name="Slide Number Placeholder 3"/>
          <p:cNvSpPr>
            <a:spLocks noGrp="1"/>
          </p:cNvSpPr>
          <p:nvPr>
            <p:ph type="sldNum" sz="quarter" idx="5"/>
          </p:nvPr>
        </p:nvSpPr>
        <p:spPr/>
        <p:txBody>
          <a:bodyPr/>
          <a:lstStyle/>
          <a:p>
            <a:fld id="{0A0F484E-F4CB-4401-973C-2E02AEA93873}" type="slidenum">
              <a:t>9</a:t>
            </a:fld>
            <a:endParaRPr lang="en-US"/>
          </a:p>
        </p:txBody>
      </p:sp>
    </p:spTree>
    <p:extLst>
      <p:ext uri="{BB962C8B-B14F-4D97-AF65-F5344CB8AC3E}">
        <p14:creationId xmlns:p14="http://schemas.microsoft.com/office/powerpoint/2010/main" val="10331053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Git's workflow revolves around three key areas: the working directory, the staging area, and the repository. Changes start in the working directory, where files are edited. Using `git add`, changes move to the staging area, preparing them for a commit. Finally, `git commit` records these changes in the repository. Visualizing this process helps beginners understand how commands interact and why staging is necessary before committing. Diagrams often depict arrows between these areas, illustrating the flow of changes. Additionally, remote repositories add another layer, where `git push` and `git pull` synchronize local and remote states. Understanding this workflow ensures efficient and error-free version control practices.</a:t>
            </a:r>
          </a:p>
        </p:txBody>
      </p:sp>
      <p:sp>
        <p:nvSpPr>
          <p:cNvPr id="4" name="Slide Number Placeholder 3"/>
          <p:cNvSpPr>
            <a:spLocks noGrp="1"/>
          </p:cNvSpPr>
          <p:nvPr>
            <p:ph type="sldNum" sz="quarter" idx="5"/>
          </p:nvPr>
        </p:nvSpPr>
        <p:spPr/>
        <p:txBody>
          <a:bodyPr/>
          <a:lstStyle/>
          <a:p>
            <a:fld id="{0A0F484E-F4CB-4401-973C-2E02AEA93873}" type="slidenum">
              <a:t>10</a:t>
            </a:fld>
            <a:endParaRPr lang="en-US"/>
          </a:p>
        </p:txBody>
      </p:sp>
    </p:spTree>
    <p:extLst>
      <p:ext uri="{BB962C8B-B14F-4D97-AF65-F5344CB8AC3E}">
        <p14:creationId xmlns:p14="http://schemas.microsoft.com/office/powerpoint/2010/main" val="38154230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Branching allows developers to work on features or fixes independently of the main codebase. A common strategy is to create a new branch for each feature, merge it back into the main branch after completion, and delete it to maintain cleanliness. Visual illustrations often show a tree-like structure, with the main branch as the trunk and feature branches as offshoots. This representation clarifies how parallel development occurs and why merging is necessary. Branching reduces conflicts and enables experimentation without disrupting stable code. Understanding branching is vital for collaborative projects, as it supports organized workflows and continuous integration.</a:t>
            </a:r>
          </a:p>
        </p:txBody>
      </p:sp>
      <p:sp>
        <p:nvSpPr>
          <p:cNvPr id="4" name="Slide Number Placeholder 3"/>
          <p:cNvSpPr>
            <a:spLocks noGrp="1"/>
          </p:cNvSpPr>
          <p:nvPr>
            <p:ph type="sldNum" sz="quarter" idx="5"/>
          </p:nvPr>
        </p:nvSpPr>
        <p:spPr/>
        <p:txBody>
          <a:bodyPr/>
          <a:lstStyle/>
          <a:p>
            <a:fld id="{0A0F484E-F4CB-4401-973C-2E02AEA93873}" type="slidenum">
              <a:t>11</a:t>
            </a:fld>
            <a:endParaRPr lang="en-US"/>
          </a:p>
        </p:txBody>
      </p:sp>
    </p:spTree>
    <p:extLst>
      <p:ext uri="{BB962C8B-B14F-4D97-AF65-F5344CB8AC3E}">
        <p14:creationId xmlns:p14="http://schemas.microsoft.com/office/powerpoint/2010/main" val="15280343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Takeaways and Next Steps</a:t>
            </a:r>
          </a:p>
        </p:txBody>
      </p:sp>
      <p:sp>
        <p:nvSpPr>
          <p:cNvPr id="4" name="Slide Number Placeholder 3"/>
          <p:cNvSpPr>
            <a:spLocks noGrp="1"/>
          </p:cNvSpPr>
          <p:nvPr>
            <p:ph type="sldNum" sz="quarter" idx="5"/>
          </p:nvPr>
        </p:nvSpPr>
        <p:spPr/>
        <p:txBody>
          <a:bodyPr/>
          <a:lstStyle/>
          <a:p>
            <a:fld id="{0A0F484E-F4CB-4401-973C-2E02AEA93873}" type="slidenum">
              <a:t>12</a:t>
            </a:fld>
            <a:endParaRPr lang="en-US"/>
          </a:p>
        </p:txBody>
      </p:sp>
    </p:spTree>
    <p:extLst>
      <p:ext uri="{BB962C8B-B14F-4D97-AF65-F5344CB8AC3E}">
        <p14:creationId xmlns:p14="http://schemas.microsoft.com/office/powerpoint/2010/main" val="38788075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Mastering GitHub basics involves understanding core commands, workflows, and branching strategies. Commands like `git init`, `git clone`, `git add`, `git commit`, `git push`, `git pull`, `git status`, and `git branch` form the foundation of version control. Visualizing workflows and branching structures enhances comprehension and reduces errors. Beginners should practice these commands in real projects, explore advanced features like merging and rebasing, and adopt best practices for commit messages and branch naming. Continuous learning and hands-on experience will ensure proficiency in Git and GitHub, enabling efficient collaboration and robust code management.</a:t>
            </a:r>
          </a:p>
        </p:txBody>
      </p:sp>
      <p:sp>
        <p:nvSpPr>
          <p:cNvPr id="4" name="Slide Number Placeholder 3"/>
          <p:cNvSpPr>
            <a:spLocks noGrp="1"/>
          </p:cNvSpPr>
          <p:nvPr>
            <p:ph type="sldNum" sz="quarter" idx="5"/>
          </p:nvPr>
        </p:nvSpPr>
        <p:spPr/>
        <p:txBody>
          <a:bodyPr/>
          <a:lstStyle/>
          <a:p>
            <a:fld id="{0A0F484E-F4CB-4401-973C-2E02AEA93873}" type="slidenum">
              <a:t>13</a:t>
            </a:fld>
            <a:endParaRPr lang="en-US"/>
          </a:p>
        </p:txBody>
      </p:sp>
    </p:spTree>
    <p:extLst>
      <p:ext uri="{BB962C8B-B14F-4D97-AF65-F5344CB8AC3E}">
        <p14:creationId xmlns:p14="http://schemas.microsoft.com/office/powerpoint/2010/main" val="17634214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2880" y="5176159"/>
            <a:ext cx="11640312" cy="845493"/>
          </a:xfrm>
        </p:spPr>
        <p:txBody>
          <a:bodyPr vert="horz" lIns="91440" tIns="45720" rIns="91440" bIns="45720" rtlCol="0" anchor="b">
            <a:normAutofit/>
          </a:bodyPr>
          <a:lstStyle>
            <a:lvl1pPr>
              <a:defRPr lang="en-US" sz="44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0313" y="5980176"/>
            <a:ext cx="11612880" cy="530352"/>
          </a:xfrm>
        </p:spPr>
        <p:txBody>
          <a:bodyPr vert="horz" lIns="91440" tIns="45720" rIns="91440" bIns="45720" rtlCol="0">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150AF6FA-7D1D-1351-A76E-43C54D28FD68}"/>
              </a:ext>
            </a:extLst>
          </p:cNvPr>
          <p:cNvSpPr>
            <a:spLocks noGrp="1"/>
          </p:cNvSpPr>
          <p:nvPr>
            <p:ph type="pic" sz="quarter" idx="13" hasCustomPrompt="1"/>
          </p:nvPr>
        </p:nvSpPr>
        <p:spPr>
          <a:xfrm>
            <a:off x="274220" y="266700"/>
            <a:ext cx="11649456" cy="4853814"/>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82880" y="6391657"/>
            <a:ext cx="2805405" cy="330466"/>
          </a:xfrm>
        </p:spPr>
        <p:txBody>
          <a:bodyPr/>
          <a:lstStyle>
            <a:lvl1pPr>
              <a:defRPr>
                <a:solidFill>
                  <a:schemeClr val="tx2"/>
                </a:solidFill>
                <a:effectLst/>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137848" y="6391657"/>
            <a:ext cx="3494314" cy="330466"/>
          </a:xfrm>
        </p:spPr>
        <p:txBody>
          <a:bodyPr/>
          <a:lstStyle>
            <a:lvl1pPr algn="r">
              <a:defRPr>
                <a:solidFill>
                  <a:schemeClr val="tx2"/>
                </a:solidFill>
                <a:effectLst/>
              </a:defRPr>
            </a:lvl1pPr>
          </a:lstStyle>
          <a:p>
            <a:fld id="{9961397C-706D-4EB8-B1E1-D1B680D284C3}" type="datetime1">
              <a:rPr lang="en-US" smtClean="0"/>
              <a:t>12/2/2025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391657"/>
            <a:ext cx="429207" cy="330466"/>
          </a:xfrm>
        </p:spPr>
        <p:txBody>
          <a:bodyPr/>
          <a:lstStyle>
            <a:lvl1pPr>
              <a:defRPr>
                <a:solidFill>
                  <a:schemeClr val="tx2"/>
                </a:solidFill>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9991426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01B6F81-747A-40C6-B81B-62F051B20082}" type="datetime1">
              <a:rPr lang="en-US" smtClean="0"/>
              <a:t>12/2/2025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858086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4206" y="216426"/>
            <a:ext cx="4064673" cy="3934950"/>
          </a:xfrm>
        </p:spPr>
        <p:txBody>
          <a:bodyPr vert="horz" lIns="91440" tIns="45720" rIns="91440" bIns="45720" rtlCol="0" anchor="t">
            <a:normAutofit/>
          </a:bodyPr>
          <a:lstStyle>
            <a:lvl1pPr>
              <a:defRPr lang="en-US" sz="5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2880" y="4846320"/>
            <a:ext cx="4035999" cy="1380744"/>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78705" y="6387737"/>
            <a:ext cx="2140360"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2882481" y="6377824"/>
            <a:ext cx="1384720" cy="338328"/>
          </a:xfrm>
        </p:spPr>
        <p:txBody>
          <a:bodyPr/>
          <a:lstStyle>
            <a:lvl1pPr algn="r">
              <a:defRPr>
                <a:solidFill>
                  <a:schemeClr val="tx2"/>
                </a:solidFill>
                <a:effectLst/>
              </a:defRPr>
            </a:lvl1pPr>
          </a:lstStyle>
          <a:p>
            <a:fld id="{778BA358-D7E7-499C-84B9-AC14A66ED1A6}" type="datetime1">
              <a:rPr lang="en-US" smtClean="0"/>
              <a:t>12/2/2025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267201" y="6378213"/>
            <a:ext cx="457200" cy="338328"/>
          </a:xfrm>
        </p:spPr>
        <p:txBody>
          <a:bodyPr/>
          <a:lstStyle>
            <a:lvl1pPr>
              <a:defRPr>
                <a:solidFill>
                  <a:schemeClr val="tx2"/>
                </a:solidFill>
              </a:defRPr>
            </a:lvl1pPr>
          </a:lstStyle>
          <a:p>
            <a:fld id="{C8116806-1FD2-4A57-B5EA-7014AB76383B}" type="slidenum">
              <a:rPr lang="en-US" smtClean="0"/>
              <a:t>‹#›</a:t>
            </a:fld>
            <a:endParaRPr lang="en-US"/>
          </a:p>
        </p:txBody>
      </p:sp>
      <p:sp>
        <p:nvSpPr>
          <p:cNvPr id="12" name="Picture Placeholder 11">
            <a:extLst>
              <a:ext uri="{FF2B5EF4-FFF2-40B4-BE49-F238E27FC236}">
                <a16:creationId xmlns:a16="http://schemas.microsoft.com/office/drawing/2014/main" id="{01953364-E558-970A-5425-4AFF617AEAAF}"/>
              </a:ext>
            </a:extLst>
          </p:cNvPr>
          <p:cNvSpPr>
            <a:spLocks noGrp="1"/>
          </p:cNvSpPr>
          <p:nvPr>
            <p:ph type="pic" sz="quarter" idx="13" hasCustomPrompt="1"/>
          </p:nvPr>
        </p:nvSpPr>
        <p:spPr>
          <a:xfrm>
            <a:off x="4914901" y="265176"/>
            <a:ext cx="7010400" cy="6327648"/>
          </a:xfrm>
          <a:custGeom>
            <a:avLst/>
            <a:gdLst>
              <a:gd name="connsiteX0" fmla="*/ 302565 w 7010400"/>
              <a:gd name="connsiteY0" fmla="*/ 0 h 6316602"/>
              <a:gd name="connsiteX1" fmla="*/ 6707835 w 7010400"/>
              <a:gd name="connsiteY1" fmla="*/ 0 h 6316602"/>
              <a:gd name="connsiteX2" fmla="*/ 7010400 w 7010400"/>
              <a:gd name="connsiteY2" fmla="*/ 302565 h 6316602"/>
              <a:gd name="connsiteX3" fmla="*/ 7010400 w 7010400"/>
              <a:gd name="connsiteY3" fmla="*/ 6014037 h 6316602"/>
              <a:gd name="connsiteX4" fmla="*/ 6707835 w 7010400"/>
              <a:gd name="connsiteY4" fmla="*/ 6316602 h 6316602"/>
              <a:gd name="connsiteX5" fmla="*/ 302565 w 7010400"/>
              <a:gd name="connsiteY5" fmla="*/ 6316602 h 6316602"/>
              <a:gd name="connsiteX6" fmla="*/ 0 w 7010400"/>
              <a:gd name="connsiteY6" fmla="*/ 6014037 h 6316602"/>
              <a:gd name="connsiteX7" fmla="*/ 0 w 7010400"/>
              <a:gd name="connsiteY7" fmla="*/ 302565 h 6316602"/>
              <a:gd name="connsiteX8" fmla="*/ 302565 w 7010400"/>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10400" h="6316602">
                <a:moveTo>
                  <a:pt x="302565" y="0"/>
                </a:moveTo>
                <a:lnTo>
                  <a:pt x="6707835" y="0"/>
                </a:lnTo>
                <a:cubicBezTo>
                  <a:pt x="6874937" y="0"/>
                  <a:pt x="7010400" y="135463"/>
                  <a:pt x="7010400" y="302565"/>
                </a:cubicBezTo>
                <a:lnTo>
                  <a:pt x="7010400" y="6014037"/>
                </a:lnTo>
                <a:cubicBezTo>
                  <a:pt x="7010400" y="6181139"/>
                  <a:pt x="6874937" y="6316602"/>
                  <a:pt x="6707835"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59966825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13116" y="1043184"/>
            <a:ext cx="3459903" cy="2906647"/>
          </a:xfrm>
        </p:spPr>
        <p:txBody>
          <a:bodyPr vert="horz" lIns="91440" tIns="45720" rIns="91440" bIns="45720" rtlCol="0" anchor="t">
            <a:normAutofit/>
          </a:bodyPr>
          <a:lstStyle>
            <a:lvl1pPr>
              <a:defRPr lang="en-US" sz="43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13117" y="4692866"/>
            <a:ext cx="3361935" cy="1123268"/>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BE8B118F-C188-2019-1C9E-6A452890CF96}"/>
              </a:ext>
            </a:extLst>
          </p:cNvPr>
          <p:cNvSpPr>
            <a:spLocks noGrp="1"/>
          </p:cNvSpPr>
          <p:nvPr>
            <p:ph type="pic" sz="quarter" idx="13" hasCustomPrompt="1"/>
          </p:nvPr>
        </p:nvSpPr>
        <p:spPr>
          <a:xfrm>
            <a:off x="0" y="0"/>
            <a:ext cx="12192000" cy="6858000"/>
          </a:xfrm>
          <a:custGeom>
            <a:avLst/>
            <a:gdLst>
              <a:gd name="connsiteX0" fmla="*/ 1124624 w 12192000"/>
              <a:gd name="connsiteY0" fmla="*/ 808189 h 6858000"/>
              <a:gd name="connsiteX1" fmla="*/ 811206 w 12192000"/>
              <a:gd name="connsiteY1" fmla="*/ 1121607 h 6858000"/>
              <a:gd name="connsiteX2" fmla="*/ 811206 w 12192000"/>
              <a:gd name="connsiteY2" fmla="*/ 5736392 h 6858000"/>
              <a:gd name="connsiteX3" fmla="*/ 1124624 w 12192000"/>
              <a:gd name="connsiteY3" fmla="*/ 6049810 h 6858000"/>
              <a:gd name="connsiteX4" fmla="*/ 4372882 w 12192000"/>
              <a:gd name="connsiteY4" fmla="*/ 6049810 h 6858000"/>
              <a:gd name="connsiteX5" fmla="*/ 4686301 w 12192000"/>
              <a:gd name="connsiteY5" fmla="*/ 5736392 h 6858000"/>
              <a:gd name="connsiteX6" fmla="*/ 4686301 w 12192000"/>
              <a:gd name="connsiteY6" fmla="*/ 1121607 h 6858000"/>
              <a:gd name="connsiteX7" fmla="*/ 4372882 w 12192000"/>
              <a:gd name="connsiteY7" fmla="*/ 808189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1124624" y="808189"/>
                </a:moveTo>
                <a:cubicBezTo>
                  <a:pt x="951528" y="808189"/>
                  <a:pt x="811206" y="948511"/>
                  <a:pt x="811206" y="1121607"/>
                </a:cubicBezTo>
                <a:lnTo>
                  <a:pt x="811206" y="5736392"/>
                </a:lnTo>
                <a:cubicBezTo>
                  <a:pt x="811206" y="5909488"/>
                  <a:pt x="951528" y="6049810"/>
                  <a:pt x="1124624" y="6049810"/>
                </a:cubicBezTo>
                <a:lnTo>
                  <a:pt x="4372882" y="6049810"/>
                </a:lnTo>
                <a:cubicBezTo>
                  <a:pt x="4545978" y="6049810"/>
                  <a:pt x="4686301" y="5909488"/>
                  <a:pt x="4686301" y="5736392"/>
                </a:cubicBezTo>
                <a:lnTo>
                  <a:pt x="4686301" y="1121607"/>
                </a:lnTo>
                <a:cubicBezTo>
                  <a:pt x="4686301" y="948511"/>
                  <a:pt x="4545978" y="808189"/>
                  <a:pt x="4372882" y="808189"/>
                </a:cubicBezTo>
                <a:close/>
                <a:moveTo>
                  <a:pt x="0" y="0"/>
                </a:moveTo>
                <a:lnTo>
                  <a:pt x="12192000" y="0"/>
                </a:lnTo>
                <a:lnTo>
                  <a:pt x="12192000"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33223" y="6387737"/>
            <a:ext cx="2140360" cy="338328"/>
          </a:xfrm>
        </p:spPr>
        <p:txBody>
          <a:bodyPr/>
          <a:lstStyle>
            <a:lvl1pPr>
              <a:defRPr>
                <a:solidFill>
                  <a:schemeClr val="tx2"/>
                </a:solidFill>
                <a:effectLst>
                  <a:outerShdw blurRad="38100" dist="38100" dir="2700000" algn="tl">
                    <a:srgbClr val="000000">
                      <a:alpha val="43137"/>
                    </a:srgbClr>
                  </a:outerShdw>
                </a:effectLst>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2882481" y="6377824"/>
            <a:ext cx="1384720" cy="338328"/>
          </a:xfrm>
        </p:spPr>
        <p:txBody>
          <a:bodyPr/>
          <a:lstStyle>
            <a:lvl1pPr algn="r">
              <a:defRPr>
                <a:solidFill>
                  <a:schemeClr val="tx2"/>
                </a:solidFill>
                <a:effectLst>
                  <a:outerShdw blurRad="38100" dist="38100" dir="2700000" algn="tl">
                    <a:srgbClr val="000000">
                      <a:alpha val="43137"/>
                    </a:srgbClr>
                  </a:outerShdw>
                </a:effectLst>
              </a:defRPr>
            </a:lvl1pPr>
          </a:lstStyle>
          <a:p>
            <a:fld id="{EE918161-410C-495B-9D82-18B01714F0C3}" type="datetime1">
              <a:rPr lang="en-US" smtClean="0"/>
              <a:t>12/2/2025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267201" y="6378213"/>
            <a:ext cx="457200" cy="338328"/>
          </a:xfrm>
        </p:spPr>
        <p:txBody>
          <a:bodyPr/>
          <a:lstStyle>
            <a:lvl1pPr>
              <a:defRPr>
                <a:solidFill>
                  <a:schemeClr val="tx2"/>
                </a:solidFill>
                <a:effectLst>
                  <a:outerShdw blurRad="38100" dist="38100" dir="2700000" algn="tl">
                    <a:srgbClr val="000000">
                      <a:alpha val="43137"/>
                    </a:srgbClr>
                  </a:outerShdw>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635321667"/>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17480" y="1043185"/>
            <a:ext cx="3459903" cy="2607816"/>
          </a:xfrm>
        </p:spPr>
        <p:txBody>
          <a:bodyPr vert="horz" lIns="91440" tIns="45720" rIns="91440" bIns="45720" rtlCol="0" anchor="t">
            <a:normAutofit/>
          </a:bodyPr>
          <a:lstStyle>
            <a:lvl1pPr>
              <a:defRPr lang="en-US" sz="43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17481" y="4692866"/>
            <a:ext cx="3459902" cy="1123268"/>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B93E65DC-EA13-A100-8BB0-C29D33F1646A}"/>
              </a:ext>
            </a:extLst>
          </p:cNvPr>
          <p:cNvSpPr>
            <a:spLocks noGrp="1"/>
          </p:cNvSpPr>
          <p:nvPr>
            <p:ph type="pic" sz="quarter" idx="13" hasCustomPrompt="1"/>
          </p:nvPr>
        </p:nvSpPr>
        <p:spPr>
          <a:xfrm>
            <a:off x="0" y="0"/>
            <a:ext cx="12192000" cy="6858000"/>
          </a:xfrm>
          <a:custGeom>
            <a:avLst/>
            <a:gdLst>
              <a:gd name="connsiteX0" fmla="*/ 7809944 w 12192000"/>
              <a:gd name="connsiteY0" fmla="*/ 820064 h 6858000"/>
              <a:gd name="connsiteX1" fmla="*/ 7496526 w 12192000"/>
              <a:gd name="connsiteY1" fmla="*/ 1133482 h 6858000"/>
              <a:gd name="connsiteX2" fmla="*/ 7496526 w 12192000"/>
              <a:gd name="connsiteY2" fmla="*/ 5748267 h 6858000"/>
              <a:gd name="connsiteX3" fmla="*/ 7809944 w 12192000"/>
              <a:gd name="connsiteY3" fmla="*/ 6061685 h 6858000"/>
              <a:gd name="connsiteX4" fmla="*/ 11058202 w 12192000"/>
              <a:gd name="connsiteY4" fmla="*/ 6061685 h 6858000"/>
              <a:gd name="connsiteX5" fmla="*/ 11371620 w 12192000"/>
              <a:gd name="connsiteY5" fmla="*/ 5748267 h 6858000"/>
              <a:gd name="connsiteX6" fmla="*/ 11371620 w 12192000"/>
              <a:gd name="connsiteY6" fmla="*/ 1133482 h 6858000"/>
              <a:gd name="connsiteX7" fmla="*/ 11058202 w 12192000"/>
              <a:gd name="connsiteY7" fmla="*/ 820064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7809944" y="820064"/>
                </a:moveTo>
                <a:cubicBezTo>
                  <a:pt x="7636848" y="820064"/>
                  <a:pt x="7496526" y="960386"/>
                  <a:pt x="7496526" y="1133482"/>
                </a:cubicBezTo>
                <a:lnTo>
                  <a:pt x="7496526" y="5748267"/>
                </a:lnTo>
                <a:cubicBezTo>
                  <a:pt x="7496526" y="5921363"/>
                  <a:pt x="7636848" y="6061685"/>
                  <a:pt x="7809944" y="6061685"/>
                </a:cubicBezTo>
                <a:lnTo>
                  <a:pt x="11058202" y="6061685"/>
                </a:lnTo>
                <a:cubicBezTo>
                  <a:pt x="11231298" y="6061685"/>
                  <a:pt x="11371620" y="5921363"/>
                  <a:pt x="11371620" y="5748267"/>
                </a:cubicBezTo>
                <a:lnTo>
                  <a:pt x="11371620" y="1133482"/>
                </a:lnTo>
                <a:cubicBezTo>
                  <a:pt x="11371620" y="960386"/>
                  <a:pt x="11231298" y="820064"/>
                  <a:pt x="11058202" y="820064"/>
                </a:cubicBezTo>
                <a:close/>
                <a:moveTo>
                  <a:pt x="0" y="0"/>
                </a:moveTo>
                <a:lnTo>
                  <a:pt x="12192000" y="0"/>
                </a:lnTo>
                <a:lnTo>
                  <a:pt x="12192000"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505700" y="6387737"/>
            <a:ext cx="2140360" cy="338328"/>
          </a:xfrm>
        </p:spPr>
        <p:txBody>
          <a:bodyPr/>
          <a:lstStyle>
            <a:lvl1pPr>
              <a:defRPr>
                <a:solidFill>
                  <a:schemeClr val="tx2"/>
                </a:solidFill>
                <a:effectLst>
                  <a:outerShdw blurRad="38100" dist="38100" dir="2700000" algn="tl">
                    <a:srgbClr val="000000">
                      <a:alpha val="43137"/>
                    </a:srgbClr>
                  </a:outerShdw>
                </a:effectLst>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03089" y="6377824"/>
            <a:ext cx="1384720" cy="338328"/>
          </a:xfrm>
        </p:spPr>
        <p:txBody>
          <a:bodyPr/>
          <a:lstStyle>
            <a:lvl1pPr algn="r">
              <a:defRPr>
                <a:solidFill>
                  <a:schemeClr val="tx2"/>
                </a:solidFill>
                <a:effectLst>
                  <a:outerShdw blurRad="38100" dist="38100" dir="2700000" algn="tl">
                    <a:srgbClr val="000000">
                      <a:alpha val="43137"/>
                    </a:srgbClr>
                  </a:outerShdw>
                </a:effectLst>
              </a:defRPr>
            </a:lvl1pPr>
          </a:lstStyle>
          <a:p>
            <a:fld id="{9EB9C8E0-F2E5-48F5-AA1A-981B30EA19E2}" type="datetime1">
              <a:rPr lang="en-US" smtClean="0"/>
              <a:t>12/2/2025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987809" y="6378213"/>
            <a:ext cx="457200" cy="338328"/>
          </a:xfrm>
        </p:spPr>
        <p:txBody>
          <a:bodyPr/>
          <a:lstStyle>
            <a:lvl1pPr>
              <a:defRPr>
                <a:solidFill>
                  <a:schemeClr val="tx2"/>
                </a:solidFill>
                <a:effectLst>
                  <a:outerShdw blurRad="38100" dist="38100" dir="2700000" algn="tl">
                    <a:srgbClr val="000000">
                      <a:alpha val="43137"/>
                    </a:srgbClr>
                  </a:outerShdw>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63033818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8305" y="208156"/>
            <a:ext cx="5729095" cy="3135408"/>
          </a:xfrm>
        </p:spPr>
        <p:txBody>
          <a:bodyPr vert="horz" lIns="91440" tIns="45720" rIns="91440" bIns="45720" rtlCol="0" anchor="t">
            <a:normAutofit/>
          </a:bodyPr>
          <a:lstStyle>
            <a:lvl1pPr>
              <a:defRPr lang="en-US" sz="6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5854" y="4846320"/>
            <a:ext cx="4462346" cy="1380744"/>
          </a:xfrm>
        </p:spPr>
        <p:txBody>
          <a:bodyPr vert="horz" lIns="91440" tIns="45720" rIns="91440" bIns="45720" rtlCol="0" anchor="b">
            <a:normAutofit/>
          </a:bodyPr>
          <a:lstStyle>
            <a:lvl1pPr marL="0" indent="0">
              <a:buNone/>
              <a:defRPr lang="en-US" sz="160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5792911" y="6387128"/>
            <a:ext cx="1032084" cy="338328"/>
          </a:xfrm>
        </p:spPr>
        <p:txBody>
          <a:bodyPr/>
          <a:lstStyle>
            <a:lvl1pPr>
              <a:defRPr>
                <a:solidFill>
                  <a:schemeClr val="tx2"/>
                </a:solidFill>
                <a:effectLst/>
              </a:defRPr>
            </a:lvl1pPr>
          </a:lstStyle>
          <a:p>
            <a:fld id="{829B12D8-BAC5-43A1-A3F4-51BF1A7E7117}" type="datetime1">
              <a:rPr lang="en-US" smtClean="0"/>
              <a:t>12/2/2025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824995" y="6387128"/>
            <a:ext cx="457200" cy="338328"/>
          </a:xfrm>
        </p:spPr>
        <p:txBody>
          <a:bodyPr/>
          <a:lstStyle>
            <a:lvl1pPr>
              <a:defRPr>
                <a:solidFill>
                  <a:schemeClr val="tx2"/>
                </a:solidFill>
              </a:defRPr>
            </a:lvl1pPr>
          </a:lstStyle>
          <a:p>
            <a:fld id="{C8116806-1FD2-4A57-B5EA-7014AB76383B}" type="slidenum">
              <a:rPr lang="en-US" smtClean="0"/>
              <a:t>‹#›</a:t>
            </a:fld>
            <a:endParaRPr lang="en-US"/>
          </a:p>
        </p:txBody>
      </p:sp>
      <p:sp>
        <p:nvSpPr>
          <p:cNvPr id="9" name="Picture Placeholder 8">
            <a:extLst>
              <a:ext uri="{FF2B5EF4-FFF2-40B4-BE49-F238E27FC236}">
                <a16:creationId xmlns:a16="http://schemas.microsoft.com/office/drawing/2014/main" id="{C18560C4-8760-7FBD-159D-6CA9346253D5}"/>
              </a:ext>
            </a:extLst>
          </p:cNvPr>
          <p:cNvSpPr>
            <a:spLocks noGrp="1"/>
          </p:cNvSpPr>
          <p:nvPr>
            <p:ph type="pic" sz="quarter" idx="13" hasCustomPrompt="1"/>
          </p:nvPr>
        </p:nvSpPr>
        <p:spPr>
          <a:xfrm>
            <a:off x="7514371" y="266700"/>
            <a:ext cx="4410930" cy="6324600"/>
          </a:xfrm>
          <a:custGeom>
            <a:avLst/>
            <a:gdLst>
              <a:gd name="connsiteX0" fmla="*/ 275374 w 4410930"/>
              <a:gd name="connsiteY0" fmla="*/ 0 h 6324600"/>
              <a:gd name="connsiteX1" fmla="*/ 4135556 w 4410930"/>
              <a:gd name="connsiteY1" fmla="*/ 0 h 6324600"/>
              <a:gd name="connsiteX2" fmla="*/ 4410930 w 4410930"/>
              <a:gd name="connsiteY2" fmla="*/ 275374 h 6324600"/>
              <a:gd name="connsiteX3" fmla="*/ 4410930 w 4410930"/>
              <a:gd name="connsiteY3" fmla="*/ 6049226 h 6324600"/>
              <a:gd name="connsiteX4" fmla="*/ 4135556 w 4410930"/>
              <a:gd name="connsiteY4" fmla="*/ 6324600 h 6324600"/>
              <a:gd name="connsiteX5" fmla="*/ 275374 w 4410930"/>
              <a:gd name="connsiteY5" fmla="*/ 6324600 h 6324600"/>
              <a:gd name="connsiteX6" fmla="*/ 0 w 4410930"/>
              <a:gd name="connsiteY6" fmla="*/ 6049226 h 6324600"/>
              <a:gd name="connsiteX7" fmla="*/ 0 w 4410930"/>
              <a:gd name="connsiteY7" fmla="*/ 275374 h 6324600"/>
              <a:gd name="connsiteX8" fmla="*/ 275374 w 4410930"/>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930" h="6324600">
                <a:moveTo>
                  <a:pt x="275374" y="0"/>
                </a:moveTo>
                <a:lnTo>
                  <a:pt x="4135556" y="0"/>
                </a:lnTo>
                <a:cubicBezTo>
                  <a:pt x="4287641" y="0"/>
                  <a:pt x="4410930" y="123289"/>
                  <a:pt x="4410930" y="275374"/>
                </a:cubicBezTo>
                <a:lnTo>
                  <a:pt x="4410930" y="6049226"/>
                </a:lnTo>
                <a:cubicBezTo>
                  <a:pt x="4410930" y="6201311"/>
                  <a:pt x="4287641" y="6324600"/>
                  <a:pt x="4135556" y="6324600"/>
                </a:cubicBezTo>
                <a:lnTo>
                  <a:pt x="275374" y="6324600"/>
                </a:lnTo>
                <a:cubicBezTo>
                  <a:pt x="123289" y="6324600"/>
                  <a:pt x="0" y="6201311"/>
                  <a:pt x="0" y="6049226"/>
                </a:cubicBezTo>
                <a:lnTo>
                  <a:pt x="0" y="275374"/>
                </a:lnTo>
                <a:cubicBezTo>
                  <a:pt x="0" y="123289"/>
                  <a:pt x="123289" y="0"/>
                  <a:pt x="275374"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468830070"/>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660262" y="208754"/>
            <a:ext cx="4066072" cy="3725937"/>
          </a:xfrm>
        </p:spPr>
        <p:txBody>
          <a:bodyPr vert="horz" lIns="91440" tIns="45720" rIns="91440" bIns="45720" rtlCol="0" anchor="t">
            <a:normAutofit/>
          </a:bodyPr>
          <a:lstStyle>
            <a:lvl1pPr>
              <a:defRPr lang="en-US" sz="5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68729" y="4846320"/>
            <a:ext cx="4066072" cy="1380744"/>
          </a:xfrm>
        </p:spPr>
        <p:txBody>
          <a:bodyPr vert="horz" lIns="91440" tIns="45720" rIns="91440" bIns="45720" rtlCol="0" anchor="b">
            <a:normAutofit/>
          </a:bodyPr>
          <a:lstStyle>
            <a:lvl1pPr marL="0" indent="0">
              <a:buNone/>
              <a:defRPr lang="en-US" sz="1600">
                <a:solidFill>
                  <a:schemeClr val="tx2"/>
                </a:solidFill>
              </a:defRPr>
            </a:lvl1pPr>
          </a:lstStyle>
          <a:p>
            <a:pPr lvl="0"/>
            <a:r>
              <a:rPr lang="en-US"/>
              <a:t>Click to edit Master subtitle style</a:t>
            </a:r>
            <a:endParaRPr lang="en-US" dirty="0"/>
          </a:p>
        </p:txBody>
      </p:sp>
      <p:sp>
        <p:nvSpPr>
          <p:cNvPr id="12" name="Picture Placeholder 11">
            <a:extLst>
              <a:ext uri="{FF2B5EF4-FFF2-40B4-BE49-F238E27FC236}">
                <a16:creationId xmlns:a16="http://schemas.microsoft.com/office/drawing/2014/main" id="{7A934108-77F2-43A6-38EF-C1CDEDD103C2}"/>
              </a:ext>
            </a:extLst>
          </p:cNvPr>
          <p:cNvSpPr>
            <a:spLocks noGrp="1"/>
          </p:cNvSpPr>
          <p:nvPr>
            <p:ph type="pic" sz="quarter" idx="13" hasCustomPrompt="1"/>
          </p:nvPr>
        </p:nvSpPr>
        <p:spPr>
          <a:xfrm>
            <a:off x="274320" y="266699"/>
            <a:ext cx="7238998" cy="6322891"/>
          </a:xfrm>
          <a:custGeom>
            <a:avLst/>
            <a:gdLst>
              <a:gd name="connsiteX0" fmla="*/ 291359 w 7238998"/>
              <a:gd name="connsiteY0" fmla="*/ 0 h 6322891"/>
              <a:gd name="connsiteX1" fmla="*/ 6947639 w 7238998"/>
              <a:gd name="connsiteY1" fmla="*/ 0 h 6322891"/>
              <a:gd name="connsiteX2" fmla="*/ 7238998 w 7238998"/>
              <a:gd name="connsiteY2" fmla="*/ 291359 h 6322891"/>
              <a:gd name="connsiteX3" fmla="*/ 7238998 w 7238998"/>
              <a:gd name="connsiteY3" fmla="*/ 6031532 h 6322891"/>
              <a:gd name="connsiteX4" fmla="*/ 6947639 w 7238998"/>
              <a:gd name="connsiteY4" fmla="*/ 6322891 h 6322891"/>
              <a:gd name="connsiteX5" fmla="*/ 291359 w 7238998"/>
              <a:gd name="connsiteY5" fmla="*/ 6322891 h 6322891"/>
              <a:gd name="connsiteX6" fmla="*/ 0 w 7238998"/>
              <a:gd name="connsiteY6" fmla="*/ 6031532 h 6322891"/>
              <a:gd name="connsiteX7" fmla="*/ 0 w 7238998"/>
              <a:gd name="connsiteY7" fmla="*/ 291359 h 6322891"/>
              <a:gd name="connsiteX8" fmla="*/ 291359 w 7238998"/>
              <a:gd name="connsiteY8" fmla="*/ 0 h 6322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8998" h="6322891">
                <a:moveTo>
                  <a:pt x="291359" y="0"/>
                </a:moveTo>
                <a:lnTo>
                  <a:pt x="6947639" y="0"/>
                </a:lnTo>
                <a:cubicBezTo>
                  <a:pt x="7108552" y="0"/>
                  <a:pt x="7238998" y="130446"/>
                  <a:pt x="7238998" y="291359"/>
                </a:cubicBezTo>
                <a:lnTo>
                  <a:pt x="7238998" y="6031532"/>
                </a:lnTo>
                <a:cubicBezTo>
                  <a:pt x="7238998" y="6192445"/>
                  <a:pt x="7108552" y="6322891"/>
                  <a:pt x="6947639" y="6322891"/>
                </a:cubicBezTo>
                <a:lnTo>
                  <a:pt x="291359" y="6322891"/>
                </a:lnTo>
                <a:cubicBezTo>
                  <a:pt x="130446" y="6322891"/>
                  <a:pt x="0" y="6192445"/>
                  <a:pt x="0" y="6031532"/>
                </a:cubicBezTo>
                <a:lnTo>
                  <a:pt x="0" y="291359"/>
                </a:lnTo>
                <a:cubicBezTo>
                  <a:pt x="0" y="130446"/>
                  <a:pt x="130446" y="0"/>
                  <a:pt x="291359"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66481" y="6391656"/>
            <a:ext cx="2703777"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477500" y="6391656"/>
            <a:ext cx="1032084" cy="338328"/>
          </a:xfrm>
        </p:spPr>
        <p:txBody>
          <a:bodyPr/>
          <a:lstStyle>
            <a:lvl1pPr>
              <a:defRPr>
                <a:solidFill>
                  <a:schemeClr val="tx2"/>
                </a:solidFill>
                <a:effectLst/>
              </a:defRPr>
            </a:lvl1pPr>
          </a:lstStyle>
          <a:p>
            <a:fld id="{DB19E114-DE0F-4D79-972B-16F4D1534B50}" type="datetime1">
              <a:rPr lang="en-US" smtClean="0"/>
              <a:t>12/2/2025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88837"/>
            <a:ext cx="457200" cy="338328"/>
          </a:xfrm>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685074830"/>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3816" y="199795"/>
            <a:ext cx="8777428" cy="3640686"/>
          </a:xfrm>
        </p:spPr>
        <p:txBody>
          <a:bodyPr vert="horz" lIns="91440" tIns="45720" rIns="91440" bIns="45720" rtlCol="0" anchor="t">
            <a:normAutofit/>
          </a:bodyPr>
          <a:lstStyle>
            <a:lvl1pPr>
              <a:defRPr lang="en-US" sz="88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5854" y="4898361"/>
            <a:ext cx="5675450" cy="1334847"/>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5170987F-8E30-461F-9E4C-7F5E2EE91FF0}" type="datetime1">
              <a:rPr lang="en-US" smtClean="0"/>
              <a:t>12/2/2025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127818418"/>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018598" y="1529542"/>
            <a:ext cx="8154804" cy="2323883"/>
          </a:xfrm>
        </p:spPr>
        <p:txBody>
          <a:bodyPr anchor="b">
            <a:normAutofit/>
          </a:bodyPr>
          <a:lstStyle>
            <a:lvl1pPr algn="ctr">
              <a:defRPr sz="54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110715" y="4053504"/>
            <a:ext cx="5970570" cy="1072678"/>
          </a:xfrm>
        </p:spPr>
        <p:txBody>
          <a:bodyPr anchor="t">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454ACAC3-7932-4379-B917-F7F78C6F24BE}" type="datetime1">
              <a:rPr lang="en-US" smtClean="0"/>
              <a:t>12/2/2025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10739797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1512" y="192360"/>
            <a:ext cx="11812264" cy="4157003"/>
          </a:xfrm>
        </p:spPr>
        <p:txBody>
          <a:bodyPr vert="horz" lIns="91440" tIns="45720" rIns="91440" bIns="45720" rtlCol="0" anchor="t">
            <a:normAutofit/>
          </a:bodyPr>
          <a:lstStyle>
            <a:lvl1pPr>
              <a:defRPr lang="en-US" sz="11500" baseline="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5854" y="5029200"/>
            <a:ext cx="5681546" cy="1204009"/>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4D520D0B-46AC-4382-A6D6-2E63B78F1E03}" type="datetime1">
              <a:rPr lang="en-US" smtClean="0"/>
              <a:t>12/2/2025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488420664"/>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157729" y="3200400"/>
            <a:ext cx="9002895" cy="3582184"/>
          </a:xfrm>
        </p:spPr>
        <p:txBody>
          <a:bodyPr anchor="b">
            <a:normAutofit/>
          </a:bodyPr>
          <a:lstStyle>
            <a:lvl1pPr>
              <a:defRPr sz="69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178704" y="141216"/>
            <a:ext cx="2703777"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10477500" y="141216"/>
            <a:ext cx="1032084" cy="338328"/>
          </a:xfrm>
        </p:spPr>
        <p:txBody>
          <a:bodyPr/>
          <a:lstStyle>
            <a:lvl1pPr>
              <a:defRPr>
                <a:solidFill>
                  <a:schemeClr val="tx2"/>
                </a:solidFill>
              </a:defRPr>
            </a:lvl1pPr>
          </a:lstStyle>
          <a:p>
            <a:fld id="{CBB9144B-27A2-4831-A05B-9434A462331E}" type="datetime1">
              <a:rPr lang="en-US" smtClean="0"/>
              <a:t>12/2/2025</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509584" y="141216"/>
            <a:ext cx="457200" cy="338328"/>
          </a:xfrm>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518340219"/>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33815" y="189689"/>
            <a:ext cx="11341905" cy="1629485"/>
          </a:xfrm>
        </p:spPr>
        <p:txBody>
          <a:bodyPr anchor="t">
            <a:normAutofit/>
          </a:bodyPr>
          <a:lstStyle>
            <a:lvl1pPr>
              <a:defRPr sz="7600" baseline="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2362200"/>
            <a:ext cx="5829300" cy="3810000"/>
          </a:xfrm>
        </p:spPr>
        <p:txBody>
          <a:bodyPr vert="horz" lIns="91440" tIns="45720" rIns="91440" bIns="45720" rtlCol="0" anchor="b">
            <a:normAutofit/>
          </a:bodyPr>
          <a:lstStyle>
            <a:lvl1pPr marL="457200" indent="-457200">
              <a:buFont typeface="+mj-lt"/>
              <a:buAutoNum type="arabicPeriod"/>
              <a:defRPr lang="en-US" sz="1600" dirty="0"/>
            </a:lvl1pPr>
            <a:lvl2pPr marL="571500" indent="-342900">
              <a:buFont typeface="+mj-lt"/>
              <a:buAutoNum type="arabicPeriod"/>
              <a:defRPr lang="en-US" sz="1600" dirty="0"/>
            </a:lvl2pPr>
            <a:lvl3pPr marL="800100" indent="-342900">
              <a:buFont typeface="+mj-lt"/>
              <a:buAutoNum type="arabicPeriod"/>
              <a:defRPr lang="en-US" sz="1600" dirty="0"/>
            </a:lvl3pPr>
            <a:lvl4pPr>
              <a:buFont typeface="+mj-lt"/>
              <a:buAutoNum type="arabicPeriod"/>
              <a:defRPr lang="en-US" sz="1600" dirty="0"/>
            </a:lvl4pPr>
            <a:lvl5pPr>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5895950-DBB3-436C-A1DD-7D3C30A336E3}" type="datetime1">
              <a:rPr lang="en-US" smtClean="0"/>
              <a:t>12/2/2025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354370883"/>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0" y="4061862"/>
            <a:ext cx="5913120" cy="2268359"/>
          </a:xfrm>
        </p:spPr>
        <p:txBody>
          <a:bodyPr anchor="t">
            <a:normAutofit/>
          </a:bodyPr>
          <a:lstStyle>
            <a:lvl1pPr>
              <a:defRPr sz="5800"/>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F88BC23C-4171-DFCF-3175-10D2602FF561}"/>
              </a:ext>
            </a:extLst>
          </p:cNvPr>
          <p:cNvSpPr>
            <a:spLocks noGrp="1"/>
          </p:cNvSpPr>
          <p:nvPr>
            <p:ph type="pic" sz="quarter" idx="14" hasCustomPrompt="1"/>
          </p:nvPr>
        </p:nvSpPr>
        <p:spPr>
          <a:xfrm>
            <a:off x="274320" y="268508"/>
            <a:ext cx="11649456" cy="3609085"/>
          </a:xfrm>
          <a:custGeom>
            <a:avLst/>
            <a:gdLst>
              <a:gd name="connsiteX0" fmla="*/ 283385 w 11658600"/>
              <a:gd name="connsiteY0" fmla="*/ 0 h 3609085"/>
              <a:gd name="connsiteX1" fmla="*/ 11375215 w 11658600"/>
              <a:gd name="connsiteY1" fmla="*/ 0 h 3609085"/>
              <a:gd name="connsiteX2" fmla="*/ 11658600 w 11658600"/>
              <a:gd name="connsiteY2" fmla="*/ 283385 h 3609085"/>
              <a:gd name="connsiteX3" fmla="*/ 11658600 w 11658600"/>
              <a:gd name="connsiteY3" fmla="*/ 3325700 h 3609085"/>
              <a:gd name="connsiteX4" fmla="*/ 11375215 w 11658600"/>
              <a:gd name="connsiteY4" fmla="*/ 3609085 h 3609085"/>
              <a:gd name="connsiteX5" fmla="*/ 283385 w 11658600"/>
              <a:gd name="connsiteY5" fmla="*/ 3609085 h 3609085"/>
              <a:gd name="connsiteX6" fmla="*/ 0 w 11658600"/>
              <a:gd name="connsiteY6" fmla="*/ 3325700 h 3609085"/>
              <a:gd name="connsiteX7" fmla="*/ 0 w 11658600"/>
              <a:gd name="connsiteY7" fmla="*/ 283385 h 3609085"/>
              <a:gd name="connsiteX8" fmla="*/ 283385 w 11658600"/>
              <a:gd name="connsiteY8" fmla="*/ 0 h 360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8600" h="3609085">
                <a:moveTo>
                  <a:pt x="283385" y="0"/>
                </a:moveTo>
                <a:lnTo>
                  <a:pt x="11375215" y="0"/>
                </a:lnTo>
                <a:cubicBezTo>
                  <a:pt x="11531724" y="0"/>
                  <a:pt x="11658600" y="126876"/>
                  <a:pt x="11658600" y="283385"/>
                </a:cubicBezTo>
                <a:lnTo>
                  <a:pt x="11658600" y="3325700"/>
                </a:lnTo>
                <a:cubicBezTo>
                  <a:pt x="11658600" y="3482209"/>
                  <a:pt x="11531724" y="3609085"/>
                  <a:pt x="11375215" y="3609085"/>
                </a:cubicBezTo>
                <a:lnTo>
                  <a:pt x="283385" y="3609085"/>
                </a:lnTo>
                <a:cubicBezTo>
                  <a:pt x="126876" y="3609085"/>
                  <a:pt x="0" y="3482209"/>
                  <a:pt x="0" y="3325700"/>
                </a:cubicBezTo>
                <a:lnTo>
                  <a:pt x="0" y="283385"/>
                </a:lnTo>
                <a:cubicBezTo>
                  <a:pt x="0" y="126876"/>
                  <a:pt x="126876" y="0"/>
                  <a:pt x="283385"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515973" y="4039118"/>
            <a:ext cx="4419601" cy="2268360"/>
          </a:xfrm>
        </p:spPr>
        <p:txBody>
          <a:bodyPr vert="horz" lIns="91440" tIns="45720" rIns="91440" bIns="45720" rtlCol="0">
            <a:normAutofit/>
          </a:bodyPr>
          <a:lstStyle>
            <a:lvl1pPr marL="342900" indent="-342900">
              <a:buFont typeface="+mj-lt"/>
              <a:buAutoNum type="arabicPeriod"/>
              <a:defRPr lang="en-US" sz="1400" dirty="0"/>
            </a:lvl1pPr>
            <a:lvl2pPr marL="571500" indent="-342900">
              <a:buFont typeface="+mj-lt"/>
              <a:buAutoNum type="arabicPeriod"/>
              <a:defRPr lang="en-US" sz="1400" dirty="0"/>
            </a:lvl2pPr>
            <a:lvl3pPr marL="800100" indent="-342900">
              <a:buFont typeface="+mj-lt"/>
              <a:buAutoNum type="arabicPeriod"/>
              <a:defRPr lang="en-US" sz="1400" dirty="0"/>
            </a:lvl3pPr>
            <a:lvl4pPr>
              <a:buFont typeface="+mj-lt"/>
              <a:buAutoNum type="arabicPeriod"/>
              <a:defRPr lang="en-US" sz="1400" dirty="0"/>
            </a:lvl4pPr>
            <a:lvl5pPr>
              <a:buFont typeface="+mj-lt"/>
              <a:buAutoNum type="arabicPeriod"/>
              <a:defRPr lang="en-US" sz="1400" dirty="0"/>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82880" y="6387737"/>
            <a:ext cx="2703777" cy="338328"/>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15ECDF8E-0DD2-43D3-8D07-9F3C411EACC9}" type="datetime1">
              <a:rPr lang="en-US" smtClean="0"/>
              <a:t>12/2/2025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297302780"/>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7515973" y="1010652"/>
            <a:ext cx="3437576" cy="1366457"/>
          </a:xfrm>
        </p:spPr>
        <p:txBody>
          <a:bodyPr anchor="t">
            <a:noAutofit/>
          </a:bodyPr>
          <a:lstStyle>
            <a:lvl1pPr>
              <a:defRPr sz="5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515974" y="2377109"/>
            <a:ext cx="3437576" cy="3393239"/>
          </a:xfrm>
        </p:spPr>
        <p:txBody>
          <a:bodyPr vert="horz" lIns="91440" tIns="45720" rIns="91440" bIns="45720" rtlCol="0" anchor="b">
            <a:normAutofit/>
          </a:bodyPr>
          <a:lstStyle>
            <a:lvl1pPr marL="342900" indent="-342900">
              <a:buFont typeface="+mj-lt"/>
              <a:buAutoNum type="arabicPeriod"/>
              <a:defRPr lang="en-US" sz="1400" dirty="0"/>
            </a:lvl1pPr>
            <a:lvl2pPr marL="571500" indent="-342900">
              <a:buFont typeface="+mj-lt"/>
              <a:buAutoNum type="arabicPeriod"/>
              <a:defRPr lang="en-US" sz="1400" dirty="0"/>
            </a:lvl2pPr>
            <a:lvl3pPr marL="800100" indent="-342900">
              <a:buFont typeface="+mj-lt"/>
              <a:buAutoNum type="arabicPeriod"/>
              <a:defRPr lang="en-US" sz="1400" dirty="0"/>
            </a:lvl3pPr>
            <a:lvl4pPr>
              <a:buFont typeface="+mj-lt"/>
              <a:buAutoNum type="arabicPeriod"/>
              <a:defRPr lang="en-US" sz="1400" dirty="0"/>
            </a:lvl4pPr>
            <a:lvl5pPr>
              <a:buFont typeface="+mj-lt"/>
              <a:buAutoNum type="arabicPeriod"/>
              <a:defRPr lang="en-US" sz="1400" dirty="0"/>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
        <p:nvSpPr>
          <p:cNvPr id="12" name="Picture Placeholder 11">
            <a:extLst>
              <a:ext uri="{FF2B5EF4-FFF2-40B4-BE49-F238E27FC236}">
                <a16:creationId xmlns:a16="http://schemas.microsoft.com/office/drawing/2014/main" id="{1739F752-D848-0871-8BE8-DE94F03F5A34}"/>
              </a:ext>
            </a:extLst>
          </p:cNvPr>
          <p:cNvSpPr>
            <a:spLocks noGrp="1"/>
          </p:cNvSpPr>
          <p:nvPr>
            <p:ph type="pic" sz="quarter" idx="14" hasCustomPrompt="1"/>
          </p:nvPr>
        </p:nvSpPr>
        <p:spPr>
          <a:xfrm>
            <a:off x="0" y="0"/>
            <a:ext cx="12192000" cy="6858000"/>
          </a:xfrm>
          <a:custGeom>
            <a:avLst/>
            <a:gdLst>
              <a:gd name="connsiteX0" fmla="*/ 7608643 w 12192000"/>
              <a:gd name="connsiteY0" fmla="*/ 808189 h 6858000"/>
              <a:gd name="connsiteX1" fmla="*/ 7295225 w 12192000"/>
              <a:gd name="connsiteY1" fmla="*/ 1121607 h 6858000"/>
              <a:gd name="connsiteX2" fmla="*/ 7295225 w 12192000"/>
              <a:gd name="connsiteY2" fmla="*/ 5736392 h 6858000"/>
              <a:gd name="connsiteX3" fmla="*/ 7608643 w 12192000"/>
              <a:gd name="connsiteY3" fmla="*/ 6049810 h 6858000"/>
              <a:gd name="connsiteX4" fmla="*/ 10856901 w 12192000"/>
              <a:gd name="connsiteY4" fmla="*/ 6049810 h 6858000"/>
              <a:gd name="connsiteX5" fmla="*/ 11170319 w 12192000"/>
              <a:gd name="connsiteY5" fmla="*/ 5736392 h 6858000"/>
              <a:gd name="connsiteX6" fmla="*/ 11170319 w 12192000"/>
              <a:gd name="connsiteY6" fmla="*/ 1121607 h 6858000"/>
              <a:gd name="connsiteX7" fmla="*/ 10856901 w 12192000"/>
              <a:gd name="connsiteY7" fmla="*/ 808189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7608643" y="808189"/>
                </a:moveTo>
                <a:cubicBezTo>
                  <a:pt x="7435547" y="808189"/>
                  <a:pt x="7295225" y="948511"/>
                  <a:pt x="7295225" y="1121607"/>
                </a:cubicBezTo>
                <a:lnTo>
                  <a:pt x="7295225" y="5736392"/>
                </a:lnTo>
                <a:cubicBezTo>
                  <a:pt x="7295225" y="5909488"/>
                  <a:pt x="7435547" y="6049810"/>
                  <a:pt x="7608643" y="6049810"/>
                </a:cubicBezTo>
                <a:lnTo>
                  <a:pt x="10856901" y="6049810"/>
                </a:lnTo>
                <a:cubicBezTo>
                  <a:pt x="11029997" y="6049810"/>
                  <a:pt x="11170319" y="5909488"/>
                  <a:pt x="11170319" y="5736392"/>
                </a:cubicBezTo>
                <a:lnTo>
                  <a:pt x="11170319" y="1121607"/>
                </a:lnTo>
                <a:cubicBezTo>
                  <a:pt x="11170319" y="948511"/>
                  <a:pt x="11029997" y="808189"/>
                  <a:pt x="10856901" y="808189"/>
                </a:cubicBezTo>
                <a:close/>
                <a:moveTo>
                  <a:pt x="0" y="0"/>
                </a:moveTo>
                <a:lnTo>
                  <a:pt x="12192000" y="0"/>
                </a:lnTo>
                <a:lnTo>
                  <a:pt x="12192000"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82880" y="6387737"/>
            <a:ext cx="2703777" cy="338328"/>
          </a:xfrm>
        </p:spPr>
        <p:txBody>
          <a:bodyPr/>
          <a:lstStyle>
            <a:lvl1pPr>
              <a:defRPr>
                <a:solidFill>
                  <a:schemeClr val="bg2"/>
                </a:solidFill>
                <a:effectLst>
                  <a:outerShdw blurRad="38100" dist="38100" dir="2700000" algn="tl">
                    <a:srgbClr val="000000">
                      <a:alpha val="43137"/>
                    </a:srgbClr>
                  </a:outerShdw>
                </a:effectLst>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bg2"/>
                </a:solidFill>
                <a:effectLst>
                  <a:outerShdw blurRad="38100" dist="38100" dir="2700000" algn="tl">
                    <a:srgbClr val="000000">
                      <a:alpha val="43137"/>
                    </a:srgbClr>
                  </a:outerShdw>
                </a:effectLst>
              </a:defRPr>
            </a:lvl1pPr>
          </a:lstStyle>
          <a:p>
            <a:fld id="{5CAA6AFE-5243-4B4E-B26C-A6689C02EC29}" type="datetime1">
              <a:rPr lang="en-US" smtClean="0"/>
              <a:t>12/2/2025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bg2"/>
                </a:solidFill>
                <a:effectLst>
                  <a:outerShdw blurRad="38100" dist="38100" dir="2700000" algn="tl">
                    <a:srgbClr val="000000">
                      <a:alpha val="43137"/>
                    </a:srgbClr>
                  </a:outerShdw>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610754417"/>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291840" y="1719072"/>
            <a:ext cx="5623560" cy="1188720"/>
          </a:xfrm>
        </p:spPr>
        <p:txBody>
          <a:bodyPr anchor="ctr">
            <a:normAutofit/>
          </a:bodyPr>
          <a:lstStyle>
            <a:lvl1pPr algn="ct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886200" y="3136392"/>
            <a:ext cx="4425696" cy="2121408"/>
          </a:xfrm>
        </p:spPr>
        <p:txBody>
          <a:bodyPr vert="horz" lIns="91440" tIns="45720" rIns="91440" bIns="45720" rtlCol="0">
            <a:normAutofit/>
          </a:bodyPr>
          <a:lstStyle>
            <a:lvl1pPr marL="0" indent="0" algn="ctr">
              <a:buNone/>
              <a:defRPr lang="en-US" dirty="0"/>
            </a:lvl1pPr>
            <a:lvl2pPr marL="228600" indent="0" algn="ctr">
              <a:buNone/>
              <a:defRPr lang="en-US" dirty="0"/>
            </a:lvl2pPr>
            <a:lvl3pPr marL="457200" indent="0" algn="ctr">
              <a:buNone/>
              <a:defRPr lang="en-US" dirty="0"/>
            </a:lvl3pPr>
            <a:lvl4pPr marL="685800" indent="0" algn="ctr">
              <a:buNone/>
              <a:defRPr lang="en-US" dirty="0"/>
            </a:lvl4pPr>
            <a:lvl5pPr marL="914400" indent="0" algn="ctr">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19BC84D-3F39-4027-A7D7-7B3951112F59}" type="datetime1">
              <a:rPr lang="en-US" smtClean="0"/>
              <a:t>12/2/2025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6623727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600" y="1638300"/>
            <a:ext cx="3114136" cy="379911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919472" y="1638300"/>
            <a:ext cx="4800600" cy="3799114"/>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CDA91AB-22B6-4C8F-9120-C6CEAE2E6D6E}" type="datetime1">
              <a:rPr lang="en-US" smtClean="0"/>
              <a:t>12/2/2025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1457799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25131" y="1638299"/>
            <a:ext cx="3314700" cy="3873268"/>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01019" y="1638299"/>
            <a:ext cx="6080760" cy="387326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DEB97BB-FABD-465F-A92A-114DD4401A7A}" type="datetime1">
              <a:rPr lang="en-US" smtClean="0"/>
              <a:t>12/2/2025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2969949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25296" y="990601"/>
            <a:ext cx="3168695" cy="343754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18888" y="990600"/>
            <a:ext cx="6126480" cy="51499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2A8D00A-7D56-4264-9287-3F8AAF130D23}" type="datetime1">
              <a:rPr lang="en-US" smtClean="0"/>
              <a:t>12/2/2025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589078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2880" y="219456"/>
            <a:ext cx="3310394" cy="4058127"/>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972674" y="266700"/>
            <a:ext cx="7688495" cy="6047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42A6678-B47B-4355-B5D6-D7B9669114D3}" type="datetime1">
              <a:rPr lang="en-US" smtClean="0"/>
              <a:t>12/2/2025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138627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19525" y="219456"/>
            <a:ext cx="6376547" cy="1066006"/>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C455FC9-9346-2F53-C58C-5C64036CD926}"/>
              </a:ext>
            </a:extLst>
          </p:cNvPr>
          <p:cNvSpPr>
            <a:spLocks noGrp="1"/>
          </p:cNvSpPr>
          <p:nvPr>
            <p:ph type="pic" sz="quarter" idx="13" hasCustomPrompt="1"/>
          </p:nvPr>
        </p:nvSpPr>
        <p:spPr>
          <a:xfrm>
            <a:off x="274320" y="268573"/>
            <a:ext cx="4419600" cy="6325969"/>
          </a:xfrm>
          <a:custGeom>
            <a:avLst/>
            <a:gdLst>
              <a:gd name="connsiteX0" fmla="*/ 300746 w 4381500"/>
              <a:gd name="connsiteY0" fmla="*/ 0 h 6290961"/>
              <a:gd name="connsiteX1" fmla="*/ 4080754 w 4381500"/>
              <a:gd name="connsiteY1" fmla="*/ 0 h 6290961"/>
              <a:gd name="connsiteX2" fmla="*/ 4381500 w 4381500"/>
              <a:gd name="connsiteY2" fmla="*/ 300746 h 6290961"/>
              <a:gd name="connsiteX3" fmla="*/ 4381500 w 4381500"/>
              <a:gd name="connsiteY3" fmla="*/ 5990215 h 6290961"/>
              <a:gd name="connsiteX4" fmla="*/ 4080754 w 4381500"/>
              <a:gd name="connsiteY4" fmla="*/ 6290961 h 6290961"/>
              <a:gd name="connsiteX5" fmla="*/ 300746 w 4381500"/>
              <a:gd name="connsiteY5" fmla="*/ 6290961 h 6290961"/>
              <a:gd name="connsiteX6" fmla="*/ 0 w 4381500"/>
              <a:gd name="connsiteY6" fmla="*/ 5990215 h 6290961"/>
              <a:gd name="connsiteX7" fmla="*/ 0 w 4381500"/>
              <a:gd name="connsiteY7" fmla="*/ 300746 h 6290961"/>
              <a:gd name="connsiteX8" fmla="*/ 300746 w 4381500"/>
              <a:gd name="connsiteY8" fmla="*/ 0 h 629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1500" h="6290961">
                <a:moveTo>
                  <a:pt x="300746" y="0"/>
                </a:moveTo>
                <a:lnTo>
                  <a:pt x="4080754" y="0"/>
                </a:lnTo>
                <a:cubicBezTo>
                  <a:pt x="4246851" y="0"/>
                  <a:pt x="4381500" y="134649"/>
                  <a:pt x="4381500" y="300746"/>
                </a:cubicBezTo>
                <a:lnTo>
                  <a:pt x="4381500" y="5990215"/>
                </a:lnTo>
                <a:cubicBezTo>
                  <a:pt x="4381500" y="6156312"/>
                  <a:pt x="4246851" y="6290961"/>
                  <a:pt x="4080754" y="6290961"/>
                </a:cubicBezTo>
                <a:lnTo>
                  <a:pt x="300746" y="6290961"/>
                </a:lnTo>
                <a:cubicBezTo>
                  <a:pt x="134649" y="6290961"/>
                  <a:pt x="0" y="6156312"/>
                  <a:pt x="0" y="5990215"/>
                </a:cubicBezTo>
                <a:lnTo>
                  <a:pt x="0" y="300746"/>
                </a:lnTo>
                <a:cubicBezTo>
                  <a:pt x="0" y="134649"/>
                  <a:pt x="134649" y="0"/>
                  <a:pt x="3007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19526" y="1285462"/>
            <a:ext cx="6376546" cy="498635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919526" y="6387737"/>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C4801C4-BD33-47CA-B204-FEE9BA7A0B92}" type="datetime1">
              <a:rPr lang="en-US" smtClean="0"/>
              <a:t>12/2/2025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2449561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79" y="219457"/>
            <a:ext cx="6370321" cy="1008871"/>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82880" y="1228329"/>
            <a:ext cx="6370320" cy="504349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254416" y="6390795"/>
            <a:ext cx="1298784" cy="338328"/>
          </a:xfrm>
        </p:spPr>
        <p:txBody>
          <a:bodyPr/>
          <a:lstStyle/>
          <a:p>
            <a:fld id="{14BC2DE8-147F-4C22-A99D-4EAEB6D0A374}" type="datetime1">
              <a:rPr lang="en-US" smtClean="0"/>
              <a:t>12/2/2025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6553200" y="6390795"/>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7F11DC52-D1FD-A255-1A04-7A15A9DE3C8F}"/>
              </a:ext>
            </a:extLst>
          </p:cNvPr>
          <p:cNvSpPr>
            <a:spLocks noGrp="1"/>
          </p:cNvSpPr>
          <p:nvPr>
            <p:ph type="pic" sz="quarter" idx="13" hasCustomPrompt="1"/>
          </p:nvPr>
        </p:nvSpPr>
        <p:spPr>
          <a:xfrm>
            <a:off x="7505700" y="266700"/>
            <a:ext cx="4419600" cy="6324600"/>
          </a:xfrm>
          <a:custGeom>
            <a:avLst/>
            <a:gdLst>
              <a:gd name="connsiteX0" fmla="*/ 293171 w 4495799"/>
              <a:gd name="connsiteY0" fmla="*/ 0 h 6172200"/>
              <a:gd name="connsiteX1" fmla="*/ 4202628 w 4495799"/>
              <a:gd name="connsiteY1" fmla="*/ 0 h 6172200"/>
              <a:gd name="connsiteX2" fmla="*/ 4495799 w 4495799"/>
              <a:gd name="connsiteY2" fmla="*/ 293171 h 6172200"/>
              <a:gd name="connsiteX3" fmla="*/ 4495799 w 4495799"/>
              <a:gd name="connsiteY3" fmla="*/ 5879029 h 6172200"/>
              <a:gd name="connsiteX4" fmla="*/ 4202628 w 4495799"/>
              <a:gd name="connsiteY4" fmla="*/ 6172200 h 6172200"/>
              <a:gd name="connsiteX5" fmla="*/ 293171 w 4495799"/>
              <a:gd name="connsiteY5" fmla="*/ 6172200 h 6172200"/>
              <a:gd name="connsiteX6" fmla="*/ 0 w 4495799"/>
              <a:gd name="connsiteY6" fmla="*/ 5879029 h 6172200"/>
              <a:gd name="connsiteX7" fmla="*/ 0 w 4495799"/>
              <a:gd name="connsiteY7" fmla="*/ 293171 h 6172200"/>
              <a:gd name="connsiteX8" fmla="*/ 293171 w 4495799"/>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95799" h="6172200">
                <a:moveTo>
                  <a:pt x="293171" y="0"/>
                </a:moveTo>
                <a:lnTo>
                  <a:pt x="4202628" y="0"/>
                </a:lnTo>
                <a:cubicBezTo>
                  <a:pt x="4364542" y="0"/>
                  <a:pt x="4495799" y="131257"/>
                  <a:pt x="4495799" y="293171"/>
                </a:cubicBezTo>
                <a:lnTo>
                  <a:pt x="4495799" y="5879029"/>
                </a:lnTo>
                <a:cubicBezTo>
                  <a:pt x="4495799" y="6040943"/>
                  <a:pt x="4364542" y="6172200"/>
                  <a:pt x="4202628" y="6172200"/>
                </a:cubicBezTo>
                <a:lnTo>
                  <a:pt x="293171" y="6172200"/>
                </a:lnTo>
                <a:cubicBezTo>
                  <a:pt x="131257" y="6172200"/>
                  <a:pt x="0" y="6040943"/>
                  <a:pt x="0" y="5879029"/>
                </a:cubicBezTo>
                <a:lnTo>
                  <a:pt x="0" y="293171"/>
                </a:lnTo>
                <a:cubicBezTo>
                  <a:pt x="0" y="131257"/>
                  <a:pt x="131257" y="0"/>
                  <a:pt x="293171"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7491870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88702" y="219456"/>
            <a:ext cx="7241297" cy="923544"/>
          </a:xfrm>
        </p:spPr>
        <p:txBody>
          <a:bodyPr anchor="t"/>
          <a:lstStyle>
            <a:lvl1pPr>
              <a:defRPr/>
            </a:lvl1pPr>
          </a:lstStyle>
          <a:p>
            <a:r>
              <a:rPr lang="en-US"/>
              <a:t>Click to edit Master title style</a:t>
            </a:r>
            <a:endParaRPr lang="en-US" dirty="0"/>
          </a:p>
        </p:txBody>
      </p:sp>
      <p:sp>
        <p:nvSpPr>
          <p:cNvPr id="20" name="Picture Placeholder 9">
            <a:extLst>
              <a:ext uri="{FF2B5EF4-FFF2-40B4-BE49-F238E27FC236}">
                <a16:creationId xmlns:a16="http://schemas.microsoft.com/office/drawing/2014/main" id="{FC55F3DB-E75F-ADDF-8222-D3F62F2CCE82}"/>
              </a:ext>
            </a:extLst>
          </p:cNvPr>
          <p:cNvSpPr>
            <a:spLocks noGrp="1"/>
          </p:cNvSpPr>
          <p:nvPr>
            <p:ph type="pic" sz="quarter" idx="13" hasCustomPrompt="1"/>
          </p:nvPr>
        </p:nvSpPr>
        <p:spPr>
          <a:xfrm>
            <a:off x="274320"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4 h 6320854"/>
              <a:gd name="connsiteX10" fmla="*/ 105939 w 3675888"/>
              <a:gd name="connsiteY10" fmla="*/ 6252721 h 6320854"/>
              <a:gd name="connsiteX11" fmla="*/ 51500 w 3675888"/>
              <a:gd name="connsiteY11" fmla="*/ 6192635 h 6320854"/>
              <a:gd name="connsiteX12" fmla="*/ 16622 w 3675888"/>
              <a:gd name="connsiteY12" fmla="*/ 6119873 h 6320854"/>
              <a:gd name="connsiteX13" fmla="*/ 12537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4"/>
                </a:lnTo>
                <a:lnTo>
                  <a:pt x="105939" y="6252721"/>
                </a:lnTo>
                <a:lnTo>
                  <a:pt x="51500" y="6192635"/>
                </a:lnTo>
                <a:lnTo>
                  <a:pt x="16622" y="6119873"/>
                </a:lnTo>
                <a:lnTo>
                  <a:pt x="12537"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88702"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88702" y="6382981"/>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07BBC631-32E9-41B5-A4D6-F9BADFAA6AF1}" type="datetime1">
              <a:rPr lang="en-US" smtClean="0"/>
              <a:t>12/2/2025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8388693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7241297" cy="923544"/>
          </a:xfrm>
        </p:spPr>
        <p:txBody>
          <a:bodyPr anchor="t"/>
          <a:lstStyle>
            <a:lvl1pPr>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182880"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2880" y="6382981"/>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92093" y="6387128"/>
            <a:ext cx="1032084" cy="338328"/>
          </a:xfrm>
        </p:spPr>
        <p:txBody>
          <a:bodyPr/>
          <a:lstStyle>
            <a:lvl1pPr>
              <a:defRPr>
                <a:solidFill>
                  <a:schemeClr val="tx1"/>
                </a:solidFill>
                <a:effectLst/>
              </a:defRPr>
            </a:lvl1pPr>
          </a:lstStyle>
          <a:p>
            <a:fld id="{A84DF367-E34D-4C28-A660-DCABBED01BCF}" type="datetime1">
              <a:rPr lang="en-US" smtClean="0"/>
              <a:t>12/2/2025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424177" y="6387128"/>
            <a:ext cx="457200" cy="338328"/>
          </a:xfrm>
        </p:spPr>
        <p:txBody>
          <a:bodyPr/>
          <a:lstStyle/>
          <a:p>
            <a:fld id="{C8116806-1FD2-4A57-B5EA-7014AB76383B}" type="slidenum">
              <a:rPr lang="en-US" smtClean="0"/>
              <a:t>‹#›</a:t>
            </a:fld>
            <a:endParaRPr lang="en-US"/>
          </a:p>
        </p:txBody>
      </p:sp>
      <p:sp>
        <p:nvSpPr>
          <p:cNvPr id="4" name="Picture Placeholder 9">
            <a:extLst>
              <a:ext uri="{FF2B5EF4-FFF2-40B4-BE49-F238E27FC236}">
                <a16:creationId xmlns:a16="http://schemas.microsoft.com/office/drawing/2014/main" id="{F47C8A4F-E753-8148-3650-49C421EB5479}"/>
              </a:ext>
            </a:extLst>
          </p:cNvPr>
          <p:cNvSpPr>
            <a:spLocks noGrp="1"/>
          </p:cNvSpPr>
          <p:nvPr>
            <p:ph type="pic" sz="quarter" idx="13" hasCustomPrompt="1"/>
          </p:nvPr>
        </p:nvSpPr>
        <p:spPr>
          <a:xfrm>
            <a:off x="8249412"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3 h 6320854"/>
              <a:gd name="connsiteX10" fmla="*/ 105939 w 3675888"/>
              <a:gd name="connsiteY10" fmla="*/ 6252722 h 6320854"/>
              <a:gd name="connsiteX11" fmla="*/ 51500 w 3675888"/>
              <a:gd name="connsiteY11" fmla="*/ 6192635 h 6320854"/>
              <a:gd name="connsiteX12" fmla="*/ 16622 w 3675888"/>
              <a:gd name="connsiteY12" fmla="*/ 6119873 h 6320854"/>
              <a:gd name="connsiteX13" fmla="*/ 12538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3"/>
                </a:lnTo>
                <a:lnTo>
                  <a:pt x="105939" y="6252722"/>
                </a:lnTo>
                <a:lnTo>
                  <a:pt x="51500" y="6192635"/>
                </a:lnTo>
                <a:lnTo>
                  <a:pt x="16622" y="6119873"/>
                </a:lnTo>
                <a:lnTo>
                  <a:pt x="12538"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9363622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19900" y="219456"/>
            <a:ext cx="4689685" cy="1164658"/>
          </a:xfrm>
        </p:spPr>
        <p:txBody>
          <a:bodyPr anchor="t"/>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B393C6F-81AD-C678-191F-0FD783654DC1}"/>
              </a:ext>
            </a:extLst>
          </p:cNvPr>
          <p:cNvSpPr>
            <a:spLocks noGrp="1"/>
          </p:cNvSpPr>
          <p:nvPr>
            <p:ph type="pic" sz="quarter" idx="13" hasCustomPrompt="1"/>
          </p:nvPr>
        </p:nvSpPr>
        <p:spPr>
          <a:xfrm>
            <a:off x="274320" y="266700"/>
            <a:ext cx="6292984" cy="6324600"/>
          </a:xfrm>
          <a:custGeom>
            <a:avLst/>
            <a:gdLst>
              <a:gd name="connsiteX0" fmla="*/ 300805 w 6292984"/>
              <a:gd name="connsiteY0" fmla="*/ 0 h 6324600"/>
              <a:gd name="connsiteX1" fmla="*/ 5992179 w 6292984"/>
              <a:gd name="connsiteY1" fmla="*/ 0 h 6324600"/>
              <a:gd name="connsiteX2" fmla="*/ 6292984 w 6292984"/>
              <a:gd name="connsiteY2" fmla="*/ 300805 h 6324600"/>
              <a:gd name="connsiteX3" fmla="*/ 6292984 w 6292984"/>
              <a:gd name="connsiteY3" fmla="*/ 6023795 h 6324600"/>
              <a:gd name="connsiteX4" fmla="*/ 5992179 w 6292984"/>
              <a:gd name="connsiteY4" fmla="*/ 6324600 h 6324600"/>
              <a:gd name="connsiteX5" fmla="*/ 300805 w 6292984"/>
              <a:gd name="connsiteY5" fmla="*/ 6324600 h 6324600"/>
              <a:gd name="connsiteX6" fmla="*/ 0 w 6292984"/>
              <a:gd name="connsiteY6" fmla="*/ 6023795 h 6324600"/>
              <a:gd name="connsiteX7" fmla="*/ 0 w 6292984"/>
              <a:gd name="connsiteY7" fmla="*/ 300805 h 6324600"/>
              <a:gd name="connsiteX8" fmla="*/ 300805 w 6292984"/>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92984" h="6324600">
                <a:moveTo>
                  <a:pt x="300805" y="0"/>
                </a:moveTo>
                <a:lnTo>
                  <a:pt x="5992179" y="0"/>
                </a:lnTo>
                <a:cubicBezTo>
                  <a:pt x="6158309" y="0"/>
                  <a:pt x="6292984" y="134675"/>
                  <a:pt x="6292984" y="300805"/>
                </a:cubicBezTo>
                <a:lnTo>
                  <a:pt x="6292984" y="6023795"/>
                </a:lnTo>
                <a:cubicBezTo>
                  <a:pt x="6292984" y="6189925"/>
                  <a:pt x="6158309" y="6324600"/>
                  <a:pt x="5992179" y="6324600"/>
                </a:cubicBezTo>
                <a:lnTo>
                  <a:pt x="300805" y="6324600"/>
                </a:lnTo>
                <a:cubicBezTo>
                  <a:pt x="134675" y="6324600"/>
                  <a:pt x="0" y="6189925"/>
                  <a:pt x="0" y="6023795"/>
                </a:cubicBezTo>
                <a:lnTo>
                  <a:pt x="0" y="300805"/>
                </a:lnTo>
                <a:cubicBezTo>
                  <a:pt x="0" y="134675"/>
                  <a:pt x="134675" y="0"/>
                  <a:pt x="30080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19900" y="1378227"/>
            <a:ext cx="4689684" cy="488898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819900" y="6387737"/>
            <a:ext cx="29704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00FFB8A6-6C87-4FAE-893A-7B00285062B3}" type="datetime1">
              <a:rPr lang="en-US" smtClean="0"/>
              <a:t>12/2/2025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6831349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5" y="219456"/>
            <a:ext cx="4717429" cy="11808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85855" y="1400344"/>
            <a:ext cx="4729045" cy="4871473"/>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588172" y="6390795"/>
            <a:ext cx="1298784" cy="338328"/>
          </a:xfrm>
        </p:spPr>
        <p:txBody>
          <a:bodyPr/>
          <a:lstStyle/>
          <a:p>
            <a:fld id="{5489A3B8-AADB-439D-85B5-E9ACAFD37972}" type="datetime1">
              <a:rPr lang="en-US" smtClean="0"/>
              <a:t>12/2/2025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886956" y="6390795"/>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5600703" y="266700"/>
            <a:ext cx="6324469" cy="6324600"/>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0983841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220869"/>
            <a:ext cx="2941319" cy="3088635"/>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532114" y="220869"/>
            <a:ext cx="4594371" cy="616625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658174" y="6387128"/>
            <a:ext cx="1032084" cy="338328"/>
          </a:xfrm>
        </p:spPr>
        <p:txBody>
          <a:bodyPr/>
          <a:lstStyle/>
          <a:p>
            <a:fld id="{DF254B70-5EAB-445B-A3CD-C14D0B8ACD0C}" type="datetime1">
              <a:rPr lang="en-US" smtClean="0"/>
              <a:t>12/2/2025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690258" y="6387128"/>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8534400" y="269080"/>
            <a:ext cx="3390900" cy="6327648"/>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2764471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220869"/>
            <a:ext cx="3208020" cy="3088635"/>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4686300" y="266700"/>
            <a:ext cx="3500538" cy="63246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461087" y="220870"/>
            <a:ext cx="3200400" cy="6055554"/>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4C28399-DE27-4A8B-8419-0512D16F4926}" type="datetime1">
              <a:rPr lang="en-US" smtClean="0"/>
              <a:t>12/2/2025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2337240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513755" y="219456"/>
            <a:ext cx="3891435" cy="1225339"/>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B3BE62AC-2855-BB28-0282-25CA658273E5}"/>
              </a:ext>
            </a:extLst>
          </p:cNvPr>
          <p:cNvSpPr>
            <a:spLocks noGrp="1"/>
          </p:cNvSpPr>
          <p:nvPr>
            <p:ph type="pic" sz="quarter" idx="13" hasCustomPrompt="1"/>
          </p:nvPr>
        </p:nvSpPr>
        <p:spPr>
          <a:xfrm>
            <a:off x="270473" y="265176"/>
            <a:ext cx="6984636" cy="6327648"/>
          </a:xfrm>
          <a:custGeom>
            <a:avLst/>
            <a:gdLst>
              <a:gd name="connsiteX0" fmla="*/ 302565 w 7228936"/>
              <a:gd name="connsiteY0" fmla="*/ 0 h 6316602"/>
              <a:gd name="connsiteX1" fmla="*/ 6926371 w 7228936"/>
              <a:gd name="connsiteY1" fmla="*/ 0 h 6316602"/>
              <a:gd name="connsiteX2" fmla="*/ 7228936 w 7228936"/>
              <a:gd name="connsiteY2" fmla="*/ 302565 h 6316602"/>
              <a:gd name="connsiteX3" fmla="*/ 7228936 w 7228936"/>
              <a:gd name="connsiteY3" fmla="*/ 6014037 h 6316602"/>
              <a:gd name="connsiteX4" fmla="*/ 6926371 w 7228936"/>
              <a:gd name="connsiteY4" fmla="*/ 6316602 h 6316602"/>
              <a:gd name="connsiteX5" fmla="*/ 302565 w 7228936"/>
              <a:gd name="connsiteY5" fmla="*/ 6316602 h 6316602"/>
              <a:gd name="connsiteX6" fmla="*/ 0 w 7228936"/>
              <a:gd name="connsiteY6" fmla="*/ 6014037 h 6316602"/>
              <a:gd name="connsiteX7" fmla="*/ 0 w 7228936"/>
              <a:gd name="connsiteY7" fmla="*/ 302565 h 6316602"/>
              <a:gd name="connsiteX8" fmla="*/ 302565 w 7228936"/>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28936" h="6316602">
                <a:moveTo>
                  <a:pt x="302565" y="0"/>
                </a:moveTo>
                <a:lnTo>
                  <a:pt x="6926371" y="0"/>
                </a:lnTo>
                <a:cubicBezTo>
                  <a:pt x="7093473" y="0"/>
                  <a:pt x="7228936" y="135463"/>
                  <a:pt x="7228936" y="302565"/>
                </a:cubicBezTo>
                <a:lnTo>
                  <a:pt x="7228936" y="6014037"/>
                </a:lnTo>
                <a:cubicBezTo>
                  <a:pt x="7228936" y="6181139"/>
                  <a:pt x="7093473" y="6316602"/>
                  <a:pt x="6926371"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513753" y="1435652"/>
            <a:ext cx="3891435" cy="483386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15079" y="6387128"/>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9F43114-67DF-4FA3-9285-385EAC7FCBCA}" type="datetime1">
              <a:rPr lang="en-US" smtClean="0"/>
              <a:t>12/2/2025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9810393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6" y="219457"/>
            <a:ext cx="4026915" cy="1303534"/>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85855" y="1522992"/>
            <a:ext cx="4026916" cy="4748826"/>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199660" y="6387128"/>
            <a:ext cx="1032084" cy="338328"/>
          </a:xfrm>
        </p:spPr>
        <p:txBody>
          <a:bodyPr/>
          <a:lstStyle/>
          <a:p>
            <a:fld id="{1217BF59-E0D5-409C-8A6B-0F803A4B6315}" type="datetime1">
              <a:rPr lang="en-US" smtClean="0"/>
              <a:t>12/2/2025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231744" y="6387128"/>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4914900" y="265943"/>
            <a:ext cx="7010400" cy="6325357"/>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40868654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59071" y="219456"/>
            <a:ext cx="3162300" cy="1849198"/>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C1BE581-FB1F-EE1A-8946-9FA6FC25C11B}"/>
              </a:ext>
            </a:extLst>
          </p:cNvPr>
          <p:cNvSpPr>
            <a:spLocks noGrp="1"/>
          </p:cNvSpPr>
          <p:nvPr>
            <p:ph type="pic" sz="quarter" idx="13" hasCustomPrompt="1"/>
          </p:nvPr>
        </p:nvSpPr>
        <p:spPr>
          <a:xfrm>
            <a:off x="274320" y="266700"/>
            <a:ext cx="7924800" cy="6324600"/>
          </a:xfrm>
          <a:custGeom>
            <a:avLst/>
            <a:gdLst>
              <a:gd name="connsiteX0" fmla="*/ 293082 w 7924800"/>
              <a:gd name="connsiteY0" fmla="*/ 0 h 6324600"/>
              <a:gd name="connsiteX1" fmla="*/ 7631718 w 7924800"/>
              <a:gd name="connsiteY1" fmla="*/ 0 h 6324600"/>
              <a:gd name="connsiteX2" fmla="*/ 7924800 w 7924800"/>
              <a:gd name="connsiteY2" fmla="*/ 293082 h 6324600"/>
              <a:gd name="connsiteX3" fmla="*/ 7924800 w 7924800"/>
              <a:gd name="connsiteY3" fmla="*/ 6031518 h 6324600"/>
              <a:gd name="connsiteX4" fmla="*/ 7631718 w 7924800"/>
              <a:gd name="connsiteY4" fmla="*/ 6324600 h 6324600"/>
              <a:gd name="connsiteX5" fmla="*/ 293082 w 7924800"/>
              <a:gd name="connsiteY5" fmla="*/ 6324600 h 6324600"/>
              <a:gd name="connsiteX6" fmla="*/ 0 w 7924800"/>
              <a:gd name="connsiteY6" fmla="*/ 6031518 h 6324600"/>
              <a:gd name="connsiteX7" fmla="*/ 0 w 7924800"/>
              <a:gd name="connsiteY7" fmla="*/ 293082 h 6324600"/>
              <a:gd name="connsiteX8" fmla="*/ 293082 w 7924800"/>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24800" h="6324600">
                <a:moveTo>
                  <a:pt x="293082" y="0"/>
                </a:moveTo>
                <a:lnTo>
                  <a:pt x="7631718" y="0"/>
                </a:lnTo>
                <a:cubicBezTo>
                  <a:pt x="7793583" y="0"/>
                  <a:pt x="7924800" y="131217"/>
                  <a:pt x="7924800" y="293082"/>
                </a:cubicBezTo>
                <a:lnTo>
                  <a:pt x="7924800" y="6031518"/>
                </a:lnTo>
                <a:cubicBezTo>
                  <a:pt x="7924800" y="6193383"/>
                  <a:pt x="7793583" y="6324600"/>
                  <a:pt x="7631718" y="6324600"/>
                </a:cubicBezTo>
                <a:lnTo>
                  <a:pt x="293082" y="6324600"/>
                </a:lnTo>
                <a:cubicBezTo>
                  <a:pt x="131217" y="6324600"/>
                  <a:pt x="0" y="6193383"/>
                  <a:pt x="0" y="6031518"/>
                </a:cubicBezTo>
                <a:lnTo>
                  <a:pt x="0" y="293082"/>
                </a:lnTo>
                <a:cubicBezTo>
                  <a:pt x="0" y="131217"/>
                  <a:pt x="131217" y="0"/>
                  <a:pt x="293082"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459071" y="2111514"/>
            <a:ext cx="3162300" cy="4158000"/>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459072" y="6387737"/>
            <a:ext cx="1983112"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477500" y="6390795"/>
            <a:ext cx="1032084" cy="338328"/>
          </a:xfrm>
        </p:spPr>
        <p:txBody>
          <a:bodyPr/>
          <a:lstStyle>
            <a:lvl1pPr>
              <a:defRPr>
                <a:solidFill>
                  <a:schemeClr val="tx1"/>
                </a:solidFill>
                <a:effectLst/>
              </a:defRPr>
            </a:lvl1pPr>
          </a:lstStyle>
          <a:p>
            <a:fld id="{6AC6ED7C-CAEB-4C33-83BF-788B8A76A11C}" type="datetime1">
              <a:rPr lang="en-US" smtClean="0"/>
              <a:t>12/2/2025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9592928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4" y="219456"/>
            <a:ext cx="3234982" cy="157721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85854" y="1796675"/>
            <a:ext cx="3234982" cy="4471476"/>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5" y="6387128"/>
            <a:ext cx="209577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206416" y="6390795"/>
            <a:ext cx="1032084" cy="338328"/>
          </a:xfrm>
        </p:spPr>
        <p:txBody>
          <a:bodyPr/>
          <a:lstStyle>
            <a:lvl1pPr>
              <a:defRPr>
                <a:solidFill>
                  <a:schemeClr val="tx1"/>
                </a:solidFill>
                <a:effectLst/>
              </a:defRPr>
            </a:lvl1pPr>
          </a:lstStyle>
          <a:p>
            <a:fld id="{BB0B5C10-8896-4A25-9ADC-0DE16BEA40F9}" type="datetime1">
              <a:rPr lang="en-US" smtClean="0"/>
              <a:t>12/2/2025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38500" y="6390795"/>
            <a:ext cx="457200" cy="338328"/>
          </a:xfrm>
        </p:spPr>
        <p:txBody>
          <a:body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3965783" y="265176"/>
            <a:ext cx="7959517" cy="6327648"/>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0143775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9252434" y="219456"/>
            <a:ext cx="2504499" cy="2282204"/>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0245013D-3ACD-0E69-50DF-0B7C6855E765}"/>
              </a:ext>
            </a:extLst>
          </p:cNvPr>
          <p:cNvSpPr>
            <a:spLocks noGrp="1"/>
          </p:cNvSpPr>
          <p:nvPr>
            <p:ph type="pic" sz="quarter" idx="13" hasCustomPrompt="1"/>
          </p:nvPr>
        </p:nvSpPr>
        <p:spPr>
          <a:xfrm>
            <a:off x="274220" y="266700"/>
            <a:ext cx="8782316" cy="6324600"/>
          </a:xfrm>
          <a:custGeom>
            <a:avLst/>
            <a:gdLst>
              <a:gd name="connsiteX0" fmla="*/ 293967 w 8782316"/>
              <a:gd name="connsiteY0" fmla="*/ 0 h 6324600"/>
              <a:gd name="connsiteX1" fmla="*/ 8488349 w 8782316"/>
              <a:gd name="connsiteY1" fmla="*/ 0 h 6324600"/>
              <a:gd name="connsiteX2" fmla="*/ 8782316 w 8782316"/>
              <a:gd name="connsiteY2" fmla="*/ 293967 h 6324600"/>
              <a:gd name="connsiteX3" fmla="*/ 8782316 w 8782316"/>
              <a:gd name="connsiteY3" fmla="*/ 6030633 h 6324600"/>
              <a:gd name="connsiteX4" fmla="*/ 8488349 w 8782316"/>
              <a:gd name="connsiteY4" fmla="*/ 6324600 h 6324600"/>
              <a:gd name="connsiteX5" fmla="*/ 293967 w 8782316"/>
              <a:gd name="connsiteY5" fmla="*/ 6324600 h 6324600"/>
              <a:gd name="connsiteX6" fmla="*/ 0 w 8782316"/>
              <a:gd name="connsiteY6" fmla="*/ 6030633 h 6324600"/>
              <a:gd name="connsiteX7" fmla="*/ 0 w 8782316"/>
              <a:gd name="connsiteY7" fmla="*/ 293967 h 6324600"/>
              <a:gd name="connsiteX8" fmla="*/ 293967 w 8782316"/>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82316" h="6324600">
                <a:moveTo>
                  <a:pt x="293967" y="0"/>
                </a:moveTo>
                <a:lnTo>
                  <a:pt x="8488349" y="0"/>
                </a:lnTo>
                <a:cubicBezTo>
                  <a:pt x="8650702" y="0"/>
                  <a:pt x="8782316" y="131614"/>
                  <a:pt x="8782316" y="293967"/>
                </a:cubicBezTo>
                <a:lnTo>
                  <a:pt x="8782316" y="6030633"/>
                </a:lnTo>
                <a:cubicBezTo>
                  <a:pt x="8782316" y="6192986"/>
                  <a:pt x="8650702" y="6324600"/>
                  <a:pt x="8488349" y="6324600"/>
                </a:cubicBezTo>
                <a:lnTo>
                  <a:pt x="293967" y="6324600"/>
                </a:lnTo>
                <a:cubicBezTo>
                  <a:pt x="131614" y="6324600"/>
                  <a:pt x="0" y="6192986"/>
                  <a:pt x="0" y="6030633"/>
                </a:cubicBezTo>
                <a:lnTo>
                  <a:pt x="0" y="293967"/>
                </a:lnTo>
                <a:cubicBezTo>
                  <a:pt x="0" y="131614"/>
                  <a:pt x="131614" y="0"/>
                  <a:pt x="293967"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9262115" y="3001992"/>
            <a:ext cx="2494818" cy="3299767"/>
          </a:xfrm>
        </p:spPr>
        <p:txBody>
          <a:bodyPr anchor="b">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259368" y="6387737"/>
            <a:ext cx="1315404"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564498" y="6390795"/>
            <a:ext cx="1007658" cy="338328"/>
          </a:xfrm>
        </p:spPr>
        <p:txBody>
          <a:bodyPr/>
          <a:lstStyle>
            <a:lvl1pPr>
              <a:defRPr>
                <a:solidFill>
                  <a:schemeClr val="tx1"/>
                </a:solidFill>
                <a:effectLst/>
              </a:defRPr>
            </a:lvl1pPr>
          </a:lstStyle>
          <a:p>
            <a:fld id="{77A7F542-C964-486E-82FB-259D80A22E0C}" type="datetime1">
              <a:rPr lang="en-US" smtClean="0"/>
              <a:t>12/2/2025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1075268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1878" y="5322914"/>
            <a:ext cx="4466322" cy="1064214"/>
          </a:xfrm>
        </p:spPr>
        <p:txBody>
          <a:bodyPr anchor="t">
            <a:normAutofit/>
          </a:bodyPr>
          <a:lstStyle>
            <a:lvl1pPr>
              <a:defRPr sz="30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61800625-21B7-D3E3-63A2-DDD86082593E}"/>
              </a:ext>
            </a:extLst>
          </p:cNvPr>
          <p:cNvSpPr>
            <a:spLocks noGrp="1"/>
          </p:cNvSpPr>
          <p:nvPr>
            <p:ph type="pic" sz="quarter" idx="15" hasCustomPrompt="1"/>
          </p:nvPr>
        </p:nvSpPr>
        <p:spPr>
          <a:xfrm>
            <a:off x="274220" y="265176"/>
            <a:ext cx="11651080" cy="4853814"/>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14900" y="5283156"/>
            <a:ext cx="7010400" cy="1103972"/>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200"/>
            </a:lvl3pPr>
            <a:lvl4pPr marL="685800" indent="0">
              <a:buFont typeface="Arial" panose="020B0604020202020204" pitchFamily="34" charset="0"/>
              <a:buNone/>
              <a:defRPr sz="1200"/>
            </a:lvl4pPr>
            <a:lvl5pPr marL="914400" indent="0">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79A6D22-E558-45A5-AFFE-4CB08C13E909}" type="datetime1">
              <a:rPr lang="en-US" smtClean="0"/>
              <a:t>12/2/2025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0123967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4" y="3994637"/>
            <a:ext cx="3460316" cy="1986345"/>
          </a:xfrm>
        </p:spPr>
        <p:txBody>
          <a:bodyPr anchor="t">
            <a:normAutofit/>
          </a:bodyPr>
          <a:lstStyle>
            <a:lvl1pPr>
              <a:defRPr sz="30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9A350D79-60BC-073C-3EE9-FEF237EFFC3B}"/>
              </a:ext>
            </a:extLst>
          </p:cNvPr>
          <p:cNvSpPr>
            <a:spLocks noGrp="1"/>
          </p:cNvSpPr>
          <p:nvPr>
            <p:ph type="pic" sz="quarter" idx="13" hasCustomPrompt="1"/>
          </p:nvPr>
        </p:nvSpPr>
        <p:spPr>
          <a:xfrm>
            <a:off x="274220" y="266700"/>
            <a:ext cx="11651080" cy="3511571"/>
          </a:xfrm>
          <a:custGeom>
            <a:avLst/>
            <a:gdLst>
              <a:gd name="connsiteX0" fmla="*/ 293181 w 11651080"/>
              <a:gd name="connsiteY0" fmla="*/ 0 h 3511571"/>
              <a:gd name="connsiteX1" fmla="*/ 11357899 w 11651080"/>
              <a:gd name="connsiteY1" fmla="*/ 0 h 3511571"/>
              <a:gd name="connsiteX2" fmla="*/ 11651080 w 11651080"/>
              <a:gd name="connsiteY2" fmla="*/ 293181 h 3511571"/>
              <a:gd name="connsiteX3" fmla="*/ 11651080 w 11651080"/>
              <a:gd name="connsiteY3" fmla="*/ 3218390 h 3511571"/>
              <a:gd name="connsiteX4" fmla="*/ 11521819 w 11651080"/>
              <a:gd name="connsiteY4" fmla="*/ 3461500 h 3511571"/>
              <a:gd name="connsiteX5" fmla="*/ 11477449 w 11651080"/>
              <a:gd name="connsiteY5" fmla="*/ 3485583 h 3511571"/>
              <a:gd name="connsiteX6" fmla="*/ 11417209 w 11651080"/>
              <a:gd name="connsiteY6" fmla="*/ 3504280 h 3511571"/>
              <a:gd name="connsiteX7" fmla="*/ 11344868 w 11651080"/>
              <a:gd name="connsiteY7" fmla="*/ 3511571 h 3511571"/>
              <a:gd name="connsiteX8" fmla="*/ 310043 w 11651080"/>
              <a:gd name="connsiteY8" fmla="*/ 3511571 h 3511571"/>
              <a:gd name="connsiteX9" fmla="*/ 170323 w 11651080"/>
              <a:gd name="connsiteY9" fmla="*/ 3483368 h 3511571"/>
              <a:gd name="connsiteX10" fmla="*/ 127787 w 11651080"/>
              <a:gd name="connsiteY10" fmla="*/ 3460284 h 3511571"/>
              <a:gd name="connsiteX11" fmla="*/ 85871 w 11651080"/>
              <a:gd name="connsiteY11" fmla="*/ 3425700 h 3511571"/>
              <a:gd name="connsiteX12" fmla="*/ 0 w 11651080"/>
              <a:gd name="connsiteY12" fmla="*/ 3218390 h 3511571"/>
              <a:gd name="connsiteX13" fmla="*/ 0 w 11651080"/>
              <a:gd name="connsiteY13" fmla="*/ 293181 h 3511571"/>
              <a:gd name="connsiteX14" fmla="*/ 293181 w 11651080"/>
              <a:gd name="connsiteY14" fmla="*/ 0 h 351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651080" h="3511571">
                <a:moveTo>
                  <a:pt x="293181" y="0"/>
                </a:moveTo>
                <a:lnTo>
                  <a:pt x="11357899" y="0"/>
                </a:lnTo>
                <a:cubicBezTo>
                  <a:pt x="11519818" y="0"/>
                  <a:pt x="11651080" y="131262"/>
                  <a:pt x="11651080" y="293181"/>
                </a:cubicBezTo>
                <a:lnTo>
                  <a:pt x="11651080" y="3218390"/>
                </a:lnTo>
                <a:cubicBezTo>
                  <a:pt x="11651080" y="3319589"/>
                  <a:pt x="11599806" y="3408813"/>
                  <a:pt x="11521819" y="3461500"/>
                </a:cubicBezTo>
                <a:lnTo>
                  <a:pt x="11477449" y="3485583"/>
                </a:lnTo>
                <a:lnTo>
                  <a:pt x="11417209" y="3504280"/>
                </a:lnTo>
                <a:cubicBezTo>
                  <a:pt x="11393842" y="3509060"/>
                  <a:pt x="11369648" y="3511571"/>
                  <a:pt x="11344868" y="3511571"/>
                </a:cubicBezTo>
                <a:lnTo>
                  <a:pt x="310043" y="3511571"/>
                </a:lnTo>
                <a:cubicBezTo>
                  <a:pt x="260482" y="3511571"/>
                  <a:pt x="213267" y="3501529"/>
                  <a:pt x="170323" y="3483368"/>
                </a:cubicBezTo>
                <a:lnTo>
                  <a:pt x="127787" y="3460284"/>
                </a:lnTo>
                <a:lnTo>
                  <a:pt x="85871" y="3425700"/>
                </a:lnTo>
                <a:cubicBezTo>
                  <a:pt x="32816" y="3372645"/>
                  <a:pt x="0" y="3299350"/>
                  <a:pt x="0" y="3218390"/>
                </a:cubicBezTo>
                <a:lnTo>
                  <a:pt x="0" y="293181"/>
                </a:lnTo>
                <a:cubicBezTo>
                  <a:pt x="0" y="131262"/>
                  <a:pt x="131262" y="0"/>
                  <a:pt x="293181"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62400" y="3977466"/>
            <a:ext cx="7962900" cy="22860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54360EB-95BF-4987-BAEE-E7CA2491C2B2}" type="datetime1">
              <a:rPr lang="en-US" smtClean="0"/>
              <a:t>12/2/2025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39572112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78" y="216452"/>
            <a:ext cx="3381587" cy="2213524"/>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62400" y="177492"/>
            <a:ext cx="7962900" cy="2286000"/>
          </a:xfrm>
        </p:spPr>
        <p:txBody>
          <a:bodyPr>
            <a:normAutofit/>
          </a:bodyPr>
          <a:lstStyle>
            <a:lvl1pPr marL="285750" indent="-285750">
              <a:buFont typeface="Arial" panose="020B0604020202020204" pitchFamily="34" charset="0"/>
              <a:buChar char="•"/>
              <a:defRPr sz="1400"/>
            </a:lvl1pPr>
            <a:lvl2pPr marL="514350" indent="-285750">
              <a:buFont typeface="Arial" panose="020B0604020202020204" pitchFamily="34" charset="0"/>
              <a:buChar char="•"/>
              <a:defRPr sz="14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5878" y="2513464"/>
            <a:ext cx="2805405"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30339" y="2516244"/>
            <a:ext cx="1284010" cy="338328"/>
          </a:xfrm>
        </p:spPr>
        <p:txBody>
          <a:bodyPr/>
          <a:lstStyle/>
          <a:p>
            <a:fld id="{70D4BFA2-1BB9-40F7-B5CD-27AF3FC15B4F}" type="datetime1">
              <a:rPr lang="en-US" smtClean="0"/>
              <a:t>12/2/2025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09585" y="2513464"/>
            <a:ext cx="449306" cy="338328"/>
          </a:xfrm>
        </p:spPr>
        <p:txBody>
          <a:bodyPr/>
          <a:lstStyle/>
          <a:p>
            <a:fld id="{C8116806-1FD2-4A57-B5EA-7014AB76383B}" type="slidenum">
              <a:rPr lang="en-US" smtClean="0"/>
              <a:t>‹#›</a:t>
            </a:fld>
            <a:endParaRPr lang="en-US"/>
          </a:p>
        </p:txBody>
      </p:sp>
      <p:sp>
        <p:nvSpPr>
          <p:cNvPr id="10" name="Picture Placeholder 9">
            <a:extLst>
              <a:ext uri="{FF2B5EF4-FFF2-40B4-BE49-F238E27FC236}">
                <a16:creationId xmlns:a16="http://schemas.microsoft.com/office/drawing/2014/main" id="{EE56056E-3484-D9D0-95D5-818FF4C3C8D6}"/>
              </a:ext>
            </a:extLst>
          </p:cNvPr>
          <p:cNvSpPr>
            <a:spLocks noGrp="1"/>
          </p:cNvSpPr>
          <p:nvPr>
            <p:ph type="pic" sz="quarter" idx="13" hasCustomPrompt="1"/>
          </p:nvPr>
        </p:nvSpPr>
        <p:spPr>
          <a:xfrm>
            <a:off x="274220" y="2935280"/>
            <a:ext cx="11651080" cy="3656020"/>
          </a:xfrm>
          <a:custGeom>
            <a:avLst/>
            <a:gdLst>
              <a:gd name="connsiteX0" fmla="*/ 298989 w 11651080"/>
              <a:gd name="connsiteY0" fmla="*/ 0 h 3656020"/>
              <a:gd name="connsiteX1" fmla="*/ 11352091 w 11651080"/>
              <a:gd name="connsiteY1" fmla="*/ 0 h 3656020"/>
              <a:gd name="connsiteX2" fmla="*/ 11651080 w 11651080"/>
              <a:gd name="connsiteY2" fmla="*/ 298989 h 3656020"/>
              <a:gd name="connsiteX3" fmla="*/ 11651080 w 11651080"/>
              <a:gd name="connsiteY3" fmla="*/ 3357031 h 3656020"/>
              <a:gd name="connsiteX4" fmla="*/ 11352091 w 11651080"/>
              <a:gd name="connsiteY4" fmla="*/ 3656020 h 3656020"/>
              <a:gd name="connsiteX5" fmla="*/ 298989 w 11651080"/>
              <a:gd name="connsiteY5" fmla="*/ 3656020 h 3656020"/>
              <a:gd name="connsiteX6" fmla="*/ 0 w 11651080"/>
              <a:gd name="connsiteY6" fmla="*/ 3357031 h 3656020"/>
              <a:gd name="connsiteX7" fmla="*/ 0 w 11651080"/>
              <a:gd name="connsiteY7" fmla="*/ 298989 h 3656020"/>
              <a:gd name="connsiteX8" fmla="*/ 298989 w 11651080"/>
              <a:gd name="connsiteY8" fmla="*/ 0 h 3656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3656020">
                <a:moveTo>
                  <a:pt x="298989" y="0"/>
                </a:moveTo>
                <a:lnTo>
                  <a:pt x="11352091" y="0"/>
                </a:lnTo>
                <a:cubicBezTo>
                  <a:pt x="11517218" y="0"/>
                  <a:pt x="11651080" y="133862"/>
                  <a:pt x="11651080" y="298989"/>
                </a:cubicBezTo>
                <a:lnTo>
                  <a:pt x="11651080" y="3357031"/>
                </a:lnTo>
                <a:cubicBezTo>
                  <a:pt x="11651080" y="3522158"/>
                  <a:pt x="11517218" y="3656020"/>
                  <a:pt x="11352091" y="3656020"/>
                </a:cubicBezTo>
                <a:lnTo>
                  <a:pt x="298989" y="3656020"/>
                </a:lnTo>
                <a:cubicBezTo>
                  <a:pt x="133862" y="3656020"/>
                  <a:pt x="0" y="3522158"/>
                  <a:pt x="0" y="3357031"/>
                </a:cubicBezTo>
                <a:lnTo>
                  <a:pt x="0" y="298989"/>
                </a:lnTo>
                <a:cubicBezTo>
                  <a:pt x="0" y="133862"/>
                  <a:pt x="133862" y="0"/>
                  <a:pt x="29898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59393695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67689" y="1277917"/>
            <a:ext cx="4244590" cy="1054449"/>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6A6D8C26-0B2C-F81E-0E9B-25818527E0CD}"/>
              </a:ext>
            </a:extLst>
          </p:cNvPr>
          <p:cNvSpPr>
            <a:spLocks noGrp="1"/>
          </p:cNvSpPr>
          <p:nvPr>
            <p:ph type="pic" sz="quarter" idx="13" hasCustomPrompt="1"/>
          </p:nvPr>
        </p:nvSpPr>
        <p:spPr>
          <a:xfrm>
            <a:off x="1371601" y="2391930"/>
            <a:ext cx="4140679" cy="3094471"/>
          </a:xfrm>
          <a:custGeom>
            <a:avLst/>
            <a:gdLst>
              <a:gd name="connsiteX0" fmla="*/ 287879 w 4140679"/>
              <a:gd name="connsiteY0" fmla="*/ 0 h 3094471"/>
              <a:gd name="connsiteX1" fmla="*/ 3852800 w 4140679"/>
              <a:gd name="connsiteY1" fmla="*/ 0 h 3094471"/>
              <a:gd name="connsiteX2" fmla="*/ 4140679 w 4140679"/>
              <a:gd name="connsiteY2" fmla="*/ 287879 h 3094471"/>
              <a:gd name="connsiteX3" fmla="*/ 4140679 w 4140679"/>
              <a:gd name="connsiteY3" fmla="*/ 2806592 h 3094471"/>
              <a:gd name="connsiteX4" fmla="*/ 3852800 w 4140679"/>
              <a:gd name="connsiteY4" fmla="*/ 3094471 h 3094471"/>
              <a:gd name="connsiteX5" fmla="*/ 287879 w 4140679"/>
              <a:gd name="connsiteY5" fmla="*/ 3094471 h 3094471"/>
              <a:gd name="connsiteX6" fmla="*/ 0 w 4140679"/>
              <a:gd name="connsiteY6" fmla="*/ 2806592 h 3094471"/>
              <a:gd name="connsiteX7" fmla="*/ 0 w 4140679"/>
              <a:gd name="connsiteY7" fmla="*/ 287879 h 3094471"/>
              <a:gd name="connsiteX8" fmla="*/ 287879 w 4140679"/>
              <a:gd name="connsiteY8" fmla="*/ 0 h 309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40679" h="3094471">
                <a:moveTo>
                  <a:pt x="287879" y="0"/>
                </a:moveTo>
                <a:lnTo>
                  <a:pt x="3852800" y="0"/>
                </a:lnTo>
                <a:cubicBezTo>
                  <a:pt x="4011791" y="0"/>
                  <a:pt x="4140679" y="128888"/>
                  <a:pt x="4140679" y="287879"/>
                </a:cubicBezTo>
                <a:lnTo>
                  <a:pt x="4140679" y="2806592"/>
                </a:lnTo>
                <a:cubicBezTo>
                  <a:pt x="4140679" y="2965583"/>
                  <a:pt x="4011791" y="3094471"/>
                  <a:pt x="3852800" y="3094471"/>
                </a:cubicBezTo>
                <a:lnTo>
                  <a:pt x="287879" y="3094471"/>
                </a:lnTo>
                <a:cubicBezTo>
                  <a:pt x="128888" y="3094471"/>
                  <a:pt x="0" y="2965583"/>
                  <a:pt x="0" y="2806592"/>
                </a:cubicBezTo>
                <a:lnTo>
                  <a:pt x="0" y="287879"/>
                </a:lnTo>
                <a:cubicBezTo>
                  <a:pt x="0" y="128888"/>
                  <a:pt x="128888" y="0"/>
                  <a:pt x="28787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867400" y="1277917"/>
            <a:ext cx="4953000" cy="42084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4B2A89B-6654-46B7-8BAD-422EA50F4994}" type="datetime1">
              <a:rPr lang="en-US" smtClean="0"/>
              <a:t>12/2/2025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351430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3172641" cy="3145019"/>
          </a:xfrm>
        </p:spPr>
        <p:txBody>
          <a:bodyPr anchor="t">
            <a:normAutofit/>
          </a:bodyPr>
          <a:lstStyle>
            <a:lvl1pPr>
              <a:defRPr sz="30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95997E6-BE07-E83F-D207-0CADA004E02A}"/>
              </a:ext>
            </a:extLst>
          </p:cNvPr>
          <p:cNvSpPr>
            <a:spLocks noGrp="1"/>
          </p:cNvSpPr>
          <p:nvPr>
            <p:ph type="pic" sz="quarter" idx="15" hasCustomPrompt="1"/>
          </p:nvPr>
        </p:nvSpPr>
        <p:spPr>
          <a:xfrm>
            <a:off x="4000500" y="265332"/>
            <a:ext cx="7924800" cy="3095837"/>
          </a:xfrm>
          <a:custGeom>
            <a:avLst/>
            <a:gdLst>
              <a:gd name="connsiteX0" fmla="*/ 282309 w 8229600"/>
              <a:gd name="connsiteY0" fmla="*/ 0 h 3095837"/>
              <a:gd name="connsiteX1" fmla="*/ 7947291 w 8229600"/>
              <a:gd name="connsiteY1" fmla="*/ 0 h 3095837"/>
              <a:gd name="connsiteX2" fmla="*/ 8229600 w 8229600"/>
              <a:gd name="connsiteY2" fmla="*/ 282309 h 3095837"/>
              <a:gd name="connsiteX3" fmla="*/ 8229600 w 8229600"/>
              <a:gd name="connsiteY3" fmla="*/ 2813528 h 3095837"/>
              <a:gd name="connsiteX4" fmla="*/ 7947291 w 8229600"/>
              <a:gd name="connsiteY4" fmla="*/ 3095837 h 3095837"/>
              <a:gd name="connsiteX5" fmla="*/ 282309 w 8229600"/>
              <a:gd name="connsiteY5" fmla="*/ 3095837 h 3095837"/>
              <a:gd name="connsiteX6" fmla="*/ 0 w 8229600"/>
              <a:gd name="connsiteY6" fmla="*/ 2813528 h 3095837"/>
              <a:gd name="connsiteX7" fmla="*/ 0 w 8229600"/>
              <a:gd name="connsiteY7" fmla="*/ 282309 h 3095837"/>
              <a:gd name="connsiteX8" fmla="*/ 282309 w 8229600"/>
              <a:gd name="connsiteY8" fmla="*/ 0 h 3095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9600" h="3095837">
                <a:moveTo>
                  <a:pt x="282309" y="0"/>
                </a:moveTo>
                <a:lnTo>
                  <a:pt x="7947291" y="0"/>
                </a:lnTo>
                <a:cubicBezTo>
                  <a:pt x="8103206" y="0"/>
                  <a:pt x="8229600" y="126394"/>
                  <a:pt x="8229600" y="282309"/>
                </a:cubicBezTo>
                <a:lnTo>
                  <a:pt x="8229600" y="2813528"/>
                </a:lnTo>
                <a:cubicBezTo>
                  <a:pt x="8229600" y="2969443"/>
                  <a:pt x="8103206" y="3095837"/>
                  <a:pt x="7947291" y="3095837"/>
                </a:cubicBezTo>
                <a:lnTo>
                  <a:pt x="282309" y="3095837"/>
                </a:lnTo>
                <a:cubicBezTo>
                  <a:pt x="126394" y="3095837"/>
                  <a:pt x="0" y="2969443"/>
                  <a:pt x="0" y="2813528"/>
                </a:cubicBezTo>
                <a:lnTo>
                  <a:pt x="0" y="282309"/>
                </a:lnTo>
                <a:cubicBezTo>
                  <a:pt x="0" y="126394"/>
                  <a:pt x="126394" y="0"/>
                  <a:pt x="28230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14565" y="3543597"/>
            <a:ext cx="8010734" cy="284353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D90CB68-2046-4562-B6CE-CDFAB3DC51F3}" type="datetime1">
              <a:rPr lang="en-US" smtClean="0"/>
              <a:t>12/2/2025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47286319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5158596"/>
            <a:ext cx="4207160" cy="1216328"/>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43EBFFFF-5D16-BE62-1AAA-3F8F77B6C10A}"/>
              </a:ext>
            </a:extLst>
          </p:cNvPr>
          <p:cNvSpPr>
            <a:spLocks noGrp="1"/>
          </p:cNvSpPr>
          <p:nvPr>
            <p:ph type="pic" sz="quarter" idx="13" hasCustomPrompt="1"/>
          </p:nvPr>
        </p:nvSpPr>
        <p:spPr>
          <a:xfrm>
            <a:off x="271305" y="265176"/>
            <a:ext cx="4118735" cy="4577087"/>
          </a:xfrm>
          <a:custGeom>
            <a:avLst/>
            <a:gdLst>
              <a:gd name="connsiteX0" fmla="*/ 302192 w 4118735"/>
              <a:gd name="connsiteY0" fmla="*/ 0 h 4577087"/>
              <a:gd name="connsiteX1" fmla="*/ 3816543 w 4118735"/>
              <a:gd name="connsiteY1" fmla="*/ 0 h 4577087"/>
              <a:gd name="connsiteX2" fmla="*/ 4118735 w 4118735"/>
              <a:gd name="connsiteY2" fmla="*/ 302192 h 4577087"/>
              <a:gd name="connsiteX3" fmla="*/ 4118735 w 4118735"/>
              <a:gd name="connsiteY3" fmla="*/ 4274895 h 4577087"/>
              <a:gd name="connsiteX4" fmla="*/ 3816543 w 4118735"/>
              <a:gd name="connsiteY4" fmla="*/ 4577087 h 4577087"/>
              <a:gd name="connsiteX5" fmla="*/ 302192 w 4118735"/>
              <a:gd name="connsiteY5" fmla="*/ 4577087 h 4577087"/>
              <a:gd name="connsiteX6" fmla="*/ 0 w 4118735"/>
              <a:gd name="connsiteY6" fmla="*/ 4274895 h 4577087"/>
              <a:gd name="connsiteX7" fmla="*/ 0 w 4118735"/>
              <a:gd name="connsiteY7" fmla="*/ 302192 h 4577087"/>
              <a:gd name="connsiteX8" fmla="*/ 302192 w 4118735"/>
              <a:gd name="connsiteY8" fmla="*/ 0 h 4577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8735" h="4577087">
                <a:moveTo>
                  <a:pt x="302192" y="0"/>
                </a:moveTo>
                <a:lnTo>
                  <a:pt x="3816543" y="0"/>
                </a:lnTo>
                <a:cubicBezTo>
                  <a:pt x="3983439" y="0"/>
                  <a:pt x="4118735" y="135296"/>
                  <a:pt x="4118735" y="302192"/>
                </a:cubicBezTo>
                <a:lnTo>
                  <a:pt x="4118735" y="4274895"/>
                </a:lnTo>
                <a:cubicBezTo>
                  <a:pt x="4118735" y="4441791"/>
                  <a:pt x="3983439" y="4577087"/>
                  <a:pt x="3816543" y="4577087"/>
                </a:cubicBezTo>
                <a:lnTo>
                  <a:pt x="302192" y="4577087"/>
                </a:lnTo>
                <a:cubicBezTo>
                  <a:pt x="135296" y="4577087"/>
                  <a:pt x="0" y="4441791"/>
                  <a:pt x="0" y="4274895"/>
                </a:cubicBezTo>
                <a:lnTo>
                  <a:pt x="0" y="302192"/>
                </a:lnTo>
                <a:cubicBezTo>
                  <a:pt x="0" y="135296"/>
                  <a:pt x="135296" y="0"/>
                  <a:pt x="302192"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14900" y="296685"/>
            <a:ext cx="6720870" cy="6075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5A882899-F271-47EA-805D-B8A33B6837B1}" type="datetime1">
              <a:rPr lang="en-US" smtClean="0"/>
              <a:t>12/2/2025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47116755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1231821" y="760151"/>
            <a:ext cx="9728359" cy="4233673"/>
          </a:xfrm>
          <a:prstGeom prst="roundRect">
            <a:avLst>
              <a:gd name="adj" fmla="val 7502"/>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446276" y="5255159"/>
            <a:ext cx="9299448" cy="1025326"/>
          </a:xfrm>
        </p:spPr>
        <p:txBody>
          <a:bodyPr anchor="ctr">
            <a:normAutofit/>
          </a:bodyPr>
          <a:lstStyle>
            <a:lvl1pPr algn="ctr">
              <a:lnSpc>
                <a:spcPct val="90000"/>
              </a:lnSpc>
              <a:defRPr sz="2400" spc="-50" baseline="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446276" y="1293091"/>
            <a:ext cx="9299448" cy="3943921"/>
          </a:xfrm>
        </p:spPr>
        <p:txBody>
          <a:bodyPr anchor="ctr">
            <a:normAutofit/>
          </a:bodyPr>
          <a:lstStyle>
            <a:lvl1pPr marL="0" indent="0" algn="ctr">
              <a:lnSpc>
                <a:spcPct val="80000"/>
              </a:lnSpc>
              <a:buNone/>
              <a:defRPr sz="26000" spc="-100" baseline="0">
                <a:solidFill>
                  <a:schemeClr val="tx1"/>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E24BB35E-97D9-4AD8-9F03-F1A28F5EDD3F}" type="datetime1">
              <a:rPr lang="en-US" smtClean="0"/>
              <a:t>12/2/2025</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4344109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1"/>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620201" y="606392"/>
            <a:ext cx="10946701" cy="4619890"/>
          </a:xfrm>
          <a:prstGeom prst="roundRect">
            <a:avLst>
              <a:gd name="adj" fmla="val 6476"/>
            </a:avLst>
          </a:prstGeom>
          <a:solidFill>
            <a:schemeClr val="accent1">
              <a:lumMod val="60000"/>
              <a:lumOff val="40000"/>
              <a:alpha val="5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446276" y="5226282"/>
            <a:ext cx="9299448" cy="1025326"/>
          </a:xfrm>
        </p:spPr>
        <p:txBody>
          <a:bodyPr anchor="ctr">
            <a:normAutofit/>
          </a:bodyPr>
          <a:lstStyle>
            <a:lvl1pPr algn="ctr">
              <a:lnSpc>
                <a:spcPct val="90000"/>
              </a:lnSpc>
              <a:defRPr sz="2400" spc="-50" baseline="0">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446276" y="1293092"/>
            <a:ext cx="9299448" cy="3700734"/>
          </a:xfrm>
        </p:spPr>
        <p:txBody>
          <a:bodyPr anchor="ctr">
            <a:normAutofit/>
          </a:bodyPr>
          <a:lstStyle>
            <a:lvl1pPr marL="0" indent="0" algn="ctr">
              <a:lnSpc>
                <a:spcPct val="80000"/>
              </a:lnSpc>
              <a:buNone/>
              <a:defRPr sz="26000" spc="-100" baseline="0">
                <a:solidFill>
                  <a:schemeClr val="tx2"/>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2"/>
                </a:solidFill>
              </a:defRPr>
            </a:lvl1pPr>
          </a:lstStyle>
          <a:p>
            <a:fld id="{A5950FD3-961F-4360-ADC7-0E23C6F50835}" type="datetime1">
              <a:rPr lang="en-US" smtClean="0"/>
              <a:t>12/2/2025</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383152286"/>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F526C722-3701-B2F2-EF11-4B756E05446F}"/>
              </a:ext>
              <a:ext uri="{C183D7F6-B498-43B3-948B-1728B52AA6E4}">
                <adec:decorative xmlns:adec="http://schemas.microsoft.com/office/drawing/2017/decorative" val="1"/>
              </a:ext>
            </a:extLst>
          </p:cNvPr>
          <p:cNvSpPr/>
          <p:nvPr/>
        </p:nvSpPr>
        <p:spPr>
          <a:xfrm>
            <a:off x="660344" y="4990975"/>
            <a:ext cx="10871313" cy="1239913"/>
          </a:xfrm>
          <a:prstGeom prst="roundRect">
            <a:avLst>
              <a:gd name="adj" fmla="val 22063"/>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040433" y="5233065"/>
            <a:ext cx="10111135" cy="777037"/>
          </a:xfrm>
        </p:spPr>
        <p:txBody>
          <a:bodyPr anchor="ctr">
            <a:normAutofit/>
          </a:bodyPr>
          <a:lstStyle>
            <a:lvl1pPr algn="ctr">
              <a:lnSpc>
                <a:spcPct val="90000"/>
              </a:lnSpc>
              <a:defRPr sz="2000" spc="0" baseline="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689002" y="1026160"/>
            <a:ext cx="10813996" cy="3963714"/>
          </a:xfrm>
        </p:spPr>
        <p:txBody>
          <a:bodyPr anchor="ctr">
            <a:normAutofit/>
          </a:bodyPr>
          <a:lstStyle>
            <a:lvl1pPr marL="0" indent="0" algn="ctr">
              <a:lnSpc>
                <a:spcPct val="80000"/>
              </a:lnSpc>
              <a:buNone/>
              <a:defRPr sz="31200" spc="-100" baseline="0">
                <a:solidFill>
                  <a:schemeClr val="tx1"/>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0A28C6D7-91AB-4E5C-91FE-81F7E83AF2F7}" type="datetime1">
              <a:rPr lang="en-US" smtClean="0"/>
              <a:t>12/2/2025</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81600647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4">
    <p:bg>
      <p:bgPr>
        <a:solidFill>
          <a:schemeClr val="accent1">
            <a:lumMod val="75000"/>
          </a:schemeClr>
        </a:solid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6E8549AC-D930-32F5-F4D6-1BE34C7228FE}"/>
              </a:ext>
              <a:ext uri="{C183D7F6-B498-43B3-948B-1728B52AA6E4}">
                <adec:decorative xmlns:adec="http://schemas.microsoft.com/office/drawing/2017/decorative" val="1"/>
              </a:ext>
            </a:extLst>
          </p:cNvPr>
          <p:cNvSpPr/>
          <p:nvPr/>
        </p:nvSpPr>
        <p:spPr>
          <a:xfrm>
            <a:off x="1590501" y="4989874"/>
            <a:ext cx="9010999" cy="1239913"/>
          </a:xfrm>
          <a:prstGeom prst="roundRect">
            <a:avLst>
              <a:gd name="adj" fmla="val 24326"/>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2"/>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982064" y="5147215"/>
            <a:ext cx="8227873" cy="912763"/>
          </a:xfrm>
        </p:spPr>
        <p:txBody>
          <a:bodyPr anchor="ctr">
            <a:normAutofit/>
          </a:bodyPr>
          <a:lstStyle>
            <a:lvl1pPr algn="ctr">
              <a:lnSpc>
                <a:spcPct val="100000"/>
              </a:lnSpc>
              <a:defRPr sz="2300" spc="-50" baseline="0">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689002" y="1026160"/>
            <a:ext cx="10813996" cy="3963714"/>
          </a:xfrm>
        </p:spPr>
        <p:txBody>
          <a:bodyPr anchor="ctr">
            <a:normAutofit/>
          </a:bodyPr>
          <a:lstStyle>
            <a:lvl1pPr marL="0" indent="0" algn="ctr">
              <a:lnSpc>
                <a:spcPct val="80000"/>
              </a:lnSpc>
              <a:buNone/>
              <a:defRPr sz="31200" spc="-100" baseline="0">
                <a:solidFill>
                  <a:schemeClr val="tx2"/>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2"/>
                </a:solidFill>
              </a:defRPr>
            </a:lvl1pPr>
          </a:lstStyle>
          <a:p>
            <a:fld id="{ADFF620F-79DC-465D-A792-79BFC5D42082}" type="datetime1">
              <a:rPr lang="en-US" smtClean="0"/>
              <a:t>12/2/2025</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4115797083"/>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umber Large 5">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224884" y="5144654"/>
            <a:ext cx="7280816" cy="1242473"/>
          </a:xfrm>
        </p:spPr>
        <p:txBody>
          <a:bodyPr vert="horz" lIns="91440" tIns="45720" rIns="91440" bIns="45720" rtlCol="0" anchor="t">
            <a:normAutofit/>
          </a:bodyPr>
          <a:lstStyle>
            <a:lvl1pPr>
              <a:lnSpc>
                <a:spcPct val="100000"/>
              </a:lnSpc>
              <a:defRPr lang="en-US" sz="2800" spc="-50" baseline="0" dirty="0">
                <a:solidFill>
                  <a:schemeClr val="tx2"/>
                </a:solidFill>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84720" y="266700"/>
            <a:ext cx="11740580" cy="5349003"/>
          </a:xfrm>
        </p:spPr>
        <p:txBody>
          <a:bodyPr vert="horz" lIns="91440" tIns="45720" rIns="91440" bIns="45720" rtlCol="0" anchor="b">
            <a:noAutofit/>
          </a:bodyPr>
          <a:lstStyle>
            <a:lvl1pPr marL="0" indent="0">
              <a:lnSpc>
                <a:spcPct val="90000"/>
              </a:lnSpc>
              <a:spcBef>
                <a:spcPts val="0"/>
              </a:spcBef>
              <a:buNone/>
              <a:defRPr lang="en-US" sz="33000" spc="-100" baseline="0" dirty="0">
                <a:solidFill>
                  <a:schemeClr val="accent1">
                    <a:lumMod val="60000"/>
                    <a:lumOff val="40000"/>
                    <a:alpha val="50000"/>
                  </a:schemeClr>
                </a:solidFill>
              </a:defRPr>
            </a:lvl1pPr>
          </a:lstStyle>
          <a:p>
            <a:pPr lvl="0"/>
            <a:r>
              <a:rPr lang="en-US" dirty="0"/>
              <a:t>##%</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2"/>
                </a:solidFill>
              </a:defRPr>
            </a:lvl1pPr>
          </a:lstStyle>
          <a:p>
            <a:fld id="{FD30CB8E-A3C7-445E-9FD2-AB4831E86419}" type="datetime1">
              <a:rPr lang="en-US" smtClean="0"/>
              <a:t>12/2/2025</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4182796218"/>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2880" y="173736"/>
            <a:ext cx="10475499" cy="4850651"/>
          </a:xfrm>
        </p:spPr>
        <p:txBody>
          <a:bodyPr anchor="t">
            <a:noAutofit/>
          </a:bodyPr>
          <a:lstStyle>
            <a:lvl1pPr marL="0" indent="0">
              <a:lnSpc>
                <a:spcPct val="90000"/>
              </a:lnSpc>
              <a:buNone/>
              <a:defRPr sz="7600" b="0" cap="none" spc="-50" baseline="0"/>
            </a:lvl1pPr>
            <a:lvl2pPr marL="228600" indent="0">
              <a:lnSpc>
                <a:spcPct val="90000"/>
              </a:lnSpc>
              <a:buNone/>
              <a:defRPr sz="6600" b="0" cap="none" spc="-50" baseline="0"/>
            </a:lvl2pPr>
            <a:lvl3pPr marL="457200" indent="0">
              <a:lnSpc>
                <a:spcPct val="90000"/>
              </a:lnSpc>
              <a:buNone/>
              <a:defRPr sz="6000" b="0" cap="none" spc="-50" baseline="0"/>
            </a:lvl3pPr>
            <a:lvl4pPr marL="685800" indent="0">
              <a:lnSpc>
                <a:spcPct val="90000"/>
              </a:lnSpc>
              <a:buNone/>
              <a:defRPr sz="5400" b="0" cap="none" spc="-50" baseline="0"/>
            </a:lvl4pPr>
            <a:lvl5pPr marL="914400" indent="0">
              <a:lnSpc>
                <a:spcPct val="90000"/>
              </a:lnSpc>
              <a:buNone/>
              <a:defRPr sz="4800" b="0" cap="none" spc="-50" baseline="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60FC429-4D23-430E-9EDF-7373AE75BFEE}" type="datetime1">
              <a:rPr lang="en-US" smtClean="0"/>
              <a:t>12/2/2025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40430058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8704" y="1638300"/>
            <a:ext cx="10652760" cy="4748828"/>
          </a:xfrm>
        </p:spPr>
        <p:txBody>
          <a:bodyPr anchor="b">
            <a:noAutofit/>
          </a:bodyPr>
          <a:lstStyle>
            <a:lvl1pPr marL="0" indent="0">
              <a:lnSpc>
                <a:spcPct val="85000"/>
              </a:lnSpc>
              <a:buNone/>
              <a:defRPr sz="7600" b="0" spc="-50" baseline="0"/>
            </a:lvl1pPr>
            <a:lvl2pPr marL="228600" indent="0">
              <a:lnSpc>
                <a:spcPct val="85000"/>
              </a:lnSpc>
              <a:buNone/>
              <a:defRPr sz="6000" b="0" spc="-50" baseline="0"/>
            </a:lvl2pPr>
            <a:lvl3pPr marL="457200" indent="0">
              <a:lnSpc>
                <a:spcPct val="85000"/>
              </a:lnSpc>
              <a:buNone/>
              <a:defRPr sz="5400" b="0" spc="-50" baseline="0"/>
            </a:lvl3pPr>
            <a:lvl4pPr marL="685800" indent="0">
              <a:lnSpc>
                <a:spcPct val="85000"/>
              </a:lnSpc>
              <a:buNone/>
              <a:defRPr sz="4800" b="0" spc="-50" baseline="0"/>
            </a:lvl4pPr>
            <a:lvl5pPr marL="914400" indent="0">
              <a:lnSpc>
                <a:spcPct val="85000"/>
              </a:lnSpc>
              <a:buNone/>
              <a:defRPr sz="4400" b="0" spc="-50" baseline="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A76414A-368B-4652-A82D-EB6803F5CA88}" type="datetime1">
              <a:rPr lang="en-US" smtClean="0"/>
              <a:t>12/2/2025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88832330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Statement 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8703" y="214840"/>
            <a:ext cx="9966323" cy="4992427"/>
          </a:xfrm>
        </p:spPr>
        <p:txBody>
          <a:bodyPr anchor="t">
            <a:noAutofit/>
          </a:bodyPr>
          <a:lstStyle>
            <a:lvl1pPr marL="0" indent="0">
              <a:lnSpc>
                <a:spcPct val="85000"/>
              </a:lnSpc>
              <a:buNone/>
              <a:defRPr sz="7200" b="0" spc="-50" baseline="0">
                <a:solidFill>
                  <a:schemeClr val="accent1"/>
                </a:solidFill>
              </a:defRPr>
            </a:lvl1pPr>
            <a:lvl2pPr marL="228600" indent="0">
              <a:lnSpc>
                <a:spcPct val="85000"/>
              </a:lnSpc>
              <a:buNone/>
              <a:defRPr sz="7200" b="0" spc="-50" baseline="0">
                <a:solidFill>
                  <a:schemeClr val="accent1"/>
                </a:solidFill>
              </a:defRPr>
            </a:lvl2pPr>
            <a:lvl3pPr marL="457200" indent="0">
              <a:lnSpc>
                <a:spcPct val="85000"/>
              </a:lnSpc>
              <a:buNone/>
              <a:defRPr sz="7200" b="0" spc="-50" baseline="0">
                <a:solidFill>
                  <a:schemeClr val="accent1"/>
                </a:solidFill>
              </a:defRPr>
            </a:lvl3pPr>
            <a:lvl4pPr marL="685800" indent="0">
              <a:lnSpc>
                <a:spcPct val="85000"/>
              </a:lnSpc>
              <a:buNone/>
              <a:defRPr sz="7200" b="0" spc="-50" baseline="0">
                <a:solidFill>
                  <a:schemeClr val="accent1"/>
                </a:solidFill>
              </a:defRPr>
            </a:lvl4pPr>
            <a:lvl5pPr marL="914400" indent="0">
              <a:lnSpc>
                <a:spcPct val="85000"/>
              </a:lnSpc>
              <a:buNone/>
              <a:defRPr sz="7200" b="0" spc="-50"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391DBFD5-B703-412C-946A-2366F0A22D6B}" type="datetime1">
              <a:rPr lang="en-US" smtClean="0"/>
              <a:t>12/2/2025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6373684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8704" y="214840"/>
            <a:ext cx="10062576" cy="5040554"/>
          </a:xfrm>
        </p:spPr>
        <p:txBody>
          <a:bodyPr anchor="t">
            <a:noAutofit/>
          </a:bodyPr>
          <a:lstStyle>
            <a:lvl1pPr marL="0" indent="0">
              <a:lnSpc>
                <a:spcPct val="85000"/>
              </a:lnSpc>
              <a:buNone/>
              <a:defRPr sz="7600" b="0" spc="-50" baseline="0">
                <a:solidFill>
                  <a:schemeClr val="accent1">
                    <a:lumMod val="60000"/>
                    <a:lumOff val="40000"/>
                    <a:alpha val="80000"/>
                  </a:schemeClr>
                </a:solidFill>
              </a:defRPr>
            </a:lvl1pPr>
            <a:lvl2pPr marL="228600" indent="0">
              <a:lnSpc>
                <a:spcPct val="85000"/>
              </a:lnSpc>
              <a:buNone/>
              <a:defRPr sz="7600" b="0" spc="-50" baseline="0">
                <a:solidFill>
                  <a:schemeClr val="accent1">
                    <a:lumMod val="60000"/>
                    <a:lumOff val="40000"/>
                    <a:alpha val="80000"/>
                  </a:schemeClr>
                </a:solidFill>
              </a:defRPr>
            </a:lvl2pPr>
            <a:lvl3pPr marL="457200" indent="0">
              <a:lnSpc>
                <a:spcPct val="85000"/>
              </a:lnSpc>
              <a:buNone/>
              <a:defRPr sz="7600" b="0" spc="-50" baseline="0">
                <a:solidFill>
                  <a:schemeClr val="accent1">
                    <a:lumMod val="60000"/>
                    <a:lumOff val="40000"/>
                    <a:alpha val="80000"/>
                  </a:schemeClr>
                </a:solidFill>
              </a:defRPr>
            </a:lvl3pPr>
            <a:lvl4pPr marL="685800" indent="0">
              <a:lnSpc>
                <a:spcPct val="85000"/>
              </a:lnSpc>
              <a:buNone/>
              <a:defRPr sz="7600" b="0" spc="-50" baseline="0">
                <a:solidFill>
                  <a:schemeClr val="accent1">
                    <a:lumMod val="60000"/>
                    <a:lumOff val="40000"/>
                    <a:alpha val="80000"/>
                  </a:schemeClr>
                </a:solidFill>
              </a:defRPr>
            </a:lvl4pPr>
            <a:lvl5pPr marL="914400" indent="0">
              <a:lnSpc>
                <a:spcPct val="85000"/>
              </a:lnSpc>
              <a:buNone/>
              <a:defRPr sz="7600" b="0" spc="-50" baseline="0">
                <a:solidFill>
                  <a:schemeClr val="accent1">
                    <a:lumMod val="60000"/>
                    <a:lumOff val="40000"/>
                    <a:alpha val="80000"/>
                  </a:schemeClr>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accent1">
                    <a:lumMod val="60000"/>
                    <a:lumOff val="40000"/>
                  </a:schemeClr>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accent1">
                    <a:lumMod val="60000"/>
                    <a:lumOff val="40000"/>
                  </a:schemeClr>
                </a:solidFill>
              </a:defRPr>
            </a:lvl1pPr>
          </a:lstStyle>
          <a:p>
            <a:fld id="{68854924-AD04-46C8-8FD0-32E5D79D9633}" type="datetime1">
              <a:rPr lang="en-US" smtClean="0"/>
              <a:t>12/2/2025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accent1">
                    <a:lumMod val="60000"/>
                    <a:lumOff val="40000"/>
                  </a:schemeClr>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53551247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8" name="Rectangle: Rounded Corners 7">
            <a:extLst>
              <a:ext uri="{FF2B5EF4-FFF2-40B4-BE49-F238E27FC236}">
                <a16:creationId xmlns:a16="http://schemas.microsoft.com/office/drawing/2014/main" id="{E707BF49-7217-30B5-27A8-C28DF70EA021}"/>
              </a:ext>
              <a:ext uri="{C183D7F6-B498-43B3-948B-1728B52AA6E4}">
                <adec:decorative xmlns:adec="http://schemas.microsoft.com/office/drawing/2017/decorative" val="1"/>
              </a:ext>
            </a:extLst>
          </p:cNvPr>
          <p:cNvSpPr/>
          <p:nvPr/>
        </p:nvSpPr>
        <p:spPr>
          <a:xfrm>
            <a:off x="4914900" y="681175"/>
            <a:ext cx="6594684" cy="5495650"/>
          </a:xfrm>
          <a:prstGeom prst="roundRect">
            <a:avLst>
              <a:gd name="adj" fmla="val 5579"/>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134062" y="1048623"/>
            <a:ext cx="6014907" cy="4932728"/>
          </a:xfrm>
        </p:spPr>
        <p:txBody>
          <a:bodyPr anchor="b">
            <a:noAutofit/>
          </a:bodyPr>
          <a:lstStyle>
            <a:lvl1pPr marL="0" indent="0">
              <a:lnSpc>
                <a:spcPct val="85000"/>
              </a:lnSpc>
              <a:buNone/>
              <a:defRPr sz="5400" b="0" spc="-50" baseline="0">
                <a:solidFill>
                  <a:schemeClr val="tx2"/>
                </a:solidFill>
              </a:defRPr>
            </a:lvl1pPr>
            <a:lvl2pPr marL="228600" indent="0">
              <a:lnSpc>
                <a:spcPct val="85000"/>
              </a:lnSpc>
              <a:buNone/>
              <a:defRPr sz="4400" b="0" spc="-50" baseline="0">
                <a:solidFill>
                  <a:schemeClr val="tx2"/>
                </a:solidFill>
              </a:defRPr>
            </a:lvl2pPr>
            <a:lvl3pPr marL="457200" indent="0">
              <a:lnSpc>
                <a:spcPct val="85000"/>
              </a:lnSpc>
              <a:buNone/>
              <a:defRPr sz="3600" b="0" spc="-50" baseline="0">
                <a:solidFill>
                  <a:schemeClr val="tx2"/>
                </a:solidFill>
              </a:defRPr>
            </a:lvl3pPr>
            <a:lvl4pPr marL="685800" indent="0">
              <a:lnSpc>
                <a:spcPct val="85000"/>
              </a:lnSpc>
              <a:buNone/>
              <a:defRPr sz="3200" b="0" spc="-50" baseline="0">
                <a:solidFill>
                  <a:schemeClr val="tx2"/>
                </a:solidFill>
              </a:defRPr>
            </a:lvl4pPr>
            <a:lvl5pPr marL="914400" indent="0">
              <a:lnSpc>
                <a:spcPct val="85000"/>
              </a:lnSpc>
              <a:buNone/>
              <a:defRPr sz="2800" b="0" spc="-50" baseline="0">
                <a:solidFill>
                  <a:schemeClr val="tx2"/>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945E2037-E423-4692-A686-AD13A31B3254}" type="datetime1">
              <a:rPr lang="en-US" smtClean="0"/>
              <a:t>12/2/2025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4170827676"/>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388784" y="5029200"/>
            <a:ext cx="9198864" cy="713232"/>
          </a:xfrm>
        </p:spPr>
        <p:txBody>
          <a:bodyPr anchor="t">
            <a:normAutofit/>
          </a:bodyPr>
          <a:lstStyle>
            <a:lvl1pPr>
              <a:lnSpc>
                <a:spcPct val="90000"/>
              </a:lnSpc>
              <a:defRPr sz="2000" b="1" spc="-50" baseline="0">
                <a:solidFill>
                  <a:schemeClr val="accent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388784" y="1115568"/>
            <a:ext cx="9198864"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B335E6B9-2D9C-4660-92C5-78965463CC8F}" type="datetime1">
              <a:rPr lang="en-US" smtClean="0"/>
              <a:t>12/2/2025</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8659798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2">
    <p:bg>
      <p:bgPr>
        <a:solidFill>
          <a:schemeClr val="bg1"/>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2FD12FA-BFA3-C887-EBC1-ED898186CB26}"/>
              </a:ext>
              <a:ext uri="{C183D7F6-B498-43B3-948B-1728B52AA6E4}">
                <adec:decorative xmlns:adec="http://schemas.microsoft.com/office/drawing/2017/decorative" val="1"/>
              </a:ext>
            </a:extLst>
          </p:cNvPr>
          <p:cNvSpPr/>
          <p:nvPr/>
        </p:nvSpPr>
        <p:spPr>
          <a:xfrm>
            <a:off x="620201" y="620202"/>
            <a:ext cx="10946701" cy="5617596"/>
          </a:xfrm>
          <a:prstGeom prst="roundRect">
            <a:avLst>
              <a:gd name="adj" fmla="val 5503"/>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619571" y="4874218"/>
            <a:ext cx="8753896" cy="666427"/>
          </a:xfrm>
        </p:spPr>
        <p:txBody>
          <a:bodyPr anchor="ctr">
            <a:normAutofit/>
          </a:bodyPr>
          <a:lstStyle>
            <a:lvl1pPr algn="r">
              <a:lnSpc>
                <a:spcPct val="90000"/>
              </a:lnSpc>
              <a:defRPr sz="1600" b="0" cap="all" spc="100" baseline="0">
                <a:solidFill>
                  <a:schemeClr val="accent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619571" y="1410343"/>
            <a:ext cx="8753895" cy="3301141"/>
          </a:xfrm>
        </p:spPr>
        <p:txBody>
          <a:bodyPr anchor="t">
            <a:normAutofit/>
          </a:bodyPr>
          <a:lstStyle>
            <a:lvl1pPr marL="164592" indent="-164592">
              <a:lnSpc>
                <a:spcPct val="90000"/>
              </a:lnSpc>
              <a:spcBef>
                <a:spcPts val="0"/>
              </a:spcBef>
              <a:buFont typeface="Arial" panose="020B0604020202020204" pitchFamily="34" charset="0"/>
              <a:buNone/>
              <a:defRPr sz="5000" spc="-50"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3F82639A-C38B-4DC4-A89D-3A41E7A79ECD}" type="datetime1">
              <a:rPr lang="en-US" smtClean="0"/>
              <a:t>12/2/2025</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040654777"/>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3">
    <p:bg>
      <p:bgPr>
        <a:solidFill>
          <a:schemeClr val="bg2"/>
        </a:solidFill>
        <a:effectLst/>
      </p:bgPr>
    </p:bg>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4A62FBA2-0B46-6A28-875D-1D493CFAC7EE}"/>
              </a:ext>
              <a:ext uri="{C183D7F6-B498-43B3-948B-1728B52AA6E4}">
                <adec:decorative xmlns:adec="http://schemas.microsoft.com/office/drawing/2017/decorative" val="1"/>
              </a:ext>
            </a:extLst>
          </p:cNvPr>
          <p:cNvSpPr/>
          <p:nvPr/>
        </p:nvSpPr>
        <p:spPr>
          <a:xfrm>
            <a:off x="4914900" y="681175"/>
            <a:ext cx="6594684" cy="5495650"/>
          </a:xfrm>
          <a:prstGeom prst="roundRect">
            <a:avLst>
              <a:gd name="adj" fmla="val 5579"/>
            </a:avLst>
          </a:pr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5727126" y="5053386"/>
            <a:ext cx="5337341" cy="829328"/>
          </a:xfrm>
        </p:spPr>
        <p:txBody>
          <a:bodyPr anchor="ctr">
            <a:normAutofit/>
          </a:bodyPr>
          <a:lstStyle>
            <a:lvl1pPr algn="r">
              <a:lnSpc>
                <a:spcPct val="90000"/>
              </a:lnSpc>
              <a:defRPr sz="1600" b="0" cap="all" spc="100" baseline="0">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5374790" y="1078029"/>
            <a:ext cx="5337340" cy="3603028"/>
          </a:xfrm>
        </p:spPr>
        <p:txBody>
          <a:bodyPr anchor="t">
            <a:normAutofit/>
          </a:bodyPr>
          <a:lstStyle>
            <a:lvl1pPr marL="164592" indent="-164592">
              <a:lnSpc>
                <a:spcPct val="95000"/>
              </a:lnSpc>
              <a:spcBef>
                <a:spcPts val="0"/>
              </a:spcBef>
              <a:buFont typeface="Arial" panose="020B0604020202020204" pitchFamily="34" charset="0"/>
              <a:buNone/>
              <a:defRPr sz="4300" spc="-50"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F5CB1CF8-32E9-4DB7-83A6-BE10A0AD5321}" type="datetime1">
              <a:rPr lang="en-US" smtClean="0"/>
              <a:t>12/2/2025</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647667553"/>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4">
    <p:bg>
      <p:bgPr>
        <a:solidFill>
          <a:schemeClr val="accent1">
            <a:lumMod val="75000"/>
          </a:schemeClr>
        </a:solid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E09F9171-FD47-8BB5-3DF9-885F03500FB9}"/>
              </a:ext>
              <a:ext uri="{C183D7F6-B498-43B3-948B-1728B52AA6E4}">
                <adec:decorative xmlns:adec="http://schemas.microsoft.com/office/drawing/2017/decorative" val="1"/>
              </a:ext>
            </a:extLst>
          </p:cNvPr>
          <p:cNvSpPr/>
          <p:nvPr/>
        </p:nvSpPr>
        <p:spPr>
          <a:xfrm>
            <a:off x="1880801" y="1175284"/>
            <a:ext cx="8430399" cy="4507431"/>
          </a:xfrm>
          <a:prstGeom prst="roundRect">
            <a:avLst>
              <a:gd name="adj" fmla="val 10241"/>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2506436" y="4727007"/>
            <a:ext cx="7179129" cy="693019"/>
          </a:xfrm>
        </p:spPr>
        <p:txBody>
          <a:bodyPr anchor="t">
            <a:normAutofit/>
          </a:bodyPr>
          <a:lstStyle>
            <a:lvl1pPr algn="ctr">
              <a:lnSpc>
                <a:spcPct val="120000"/>
              </a:lnSpc>
              <a:defRPr sz="1400" b="0" cap="all" spc="100" baseline="0">
                <a:solidFill>
                  <a:srgbClr val="F0EDE6"/>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506436" y="1638300"/>
            <a:ext cx="7179129" cy="2972201"/>
          </a:xfrm>
        </p:spPr>
        <p:txBody>
          <a:bodyPr anchor="ctr">
            <a:normAutofit/>
          </a:bodyPr>
          <a:lstStyle>
            <a:lvl1pPr marL="137160" indent="-137160" algn="ctr">
              <a:lnSpc>
                <a:spcPct val="90000"/>
              </a:lnSpc>
              <a:spcBef>
                <a:spcPts val="0"/>
              </a:spcBef>
              <a:buFont typeface="Arial" panose="020B0604020202020204" pitchFamily="34" charset="0"/>
              <a:buNone/>
              <a:defRPr sz="4000" spc="-50" baseline="0">
                <a:solidFill>
                  <a:srgbClr val="F0EDE6"/>
                </a:solidFill>
              </a:defRPr>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2"/>
                </a:solidFill>
              </a:defRPr>
            </a:lvl1pPr>
          </a:lstStyle>
          <a:p>
            <a:fld id="{D4283D50-03BE-4B63-B394-3AFFE93B94AD}" type="datetime1">
              <a:rPr lang="en-US" smtClean="0"/>
              <a:t>12/2/2025</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893288501"/>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5">
    <p:bg>
      <p:bgPr>
        <a:solidFill>
          <a:schemeClr val="accent1"/>
        </a:solidFill>
        <a:effectLst/>
      </p:bgPr>
    </p:bg>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8F509A19-2BCA-5719-B875-5ED135FBF473}"/>
              </a:ext>
              <a:ext uri="{C183D7F6-B498-43B3-948B-1728B52AA6E4}">
                <adec:decorative xmlns:adec="http://schemas.microsoft.com/office/drawing/2017/decorative" val="1"/>
              </a:ext>
            </a:extLst>
          </p:cNvPr>
          <p:cNvSpPr/>
          <p:nvPr/>
        </p:nvSpPr>
        <p:spPr>
          <a:xfrm>
            <a:off x="1371600" y="1088757"/>
            <a:ext cx="9484963" cy="4680487"/>
          </a:xfrm>
          <a:prstGeom prst="roundRect">
            <a:avLst>
              <a:gd name="adj" fmla="val 6755"/>
            </a:avLst>
          </a:prstGeom>
          <a:solidFill>
            <a:schemeClr val="accent1">
              <a:lumMod val="60000"/>
              <a:lumOff val="40000"/>
              <a:alpha val="5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2046022" y="4652721"/>
            <a:ext cx="8105614" cy="666427"/>
          </a:xfrm>
        </p:spPr>
        <p:txBody>
          <a:bodyPr anchor="ctr">
            <a:normAutofit/>
          </a:bodyPr>
          <a:lstStyle>
            <a:lvl1pPr algn="r">
              <a:lnSpc>
                <a:spcPct val="90000"/>
              </a:lnSpc>
              <a:defRPr sz="1600" b="0" cap="all" spc="100" baseline="0">
                <a:solidFill>
                  <a:schemeClr val="tx2"/>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036398" y="1638300"/>
            <a:ext cx="8105614" cy="2898186"/>
          </a:xfrm>
        </p:spPr>
        <p:txBody>
          <a:bodyPr anchor="t">
            <a:normAutofit/>
          </a:bodyPr>
          <a:lstStyle>
            <a:lvl1pPr marL="164592" indent="-164592">
              <a:lnSpc>
                <a:spcPct val="90000"/>
              </a:lnSpc>
              <a:spcBef>
                <a:spcPts val="0"/>
              </a:spcBef>
              <a:buFont typeface="Arial" panose="020B0604020202020204" pitchFamily="34" charset="0"/>
              <a:buNone/>
              <a:defRPr sz="5000" spc="-50" baseline="0">
                <a:solidFill>
                  <a:schemeClr val="tx2"/>
                </a:solidFill>
              </a:defRPr>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2"/>
                </a:solidFill>
              </a:defRPr>
            </a:lvl1pPr>
          </a:lstStyle>
          <a:p>
            <a:fld id="{07DA69C6-AB86-4555-AFCA-374D463A1405}" type="datetime1">
              <a:rPr lang="en-US" smtClean="0"/>
              <a:t>12/2/2025</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43190527"/>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11326704" cy="1041564"/>
          </a:xfrm>
        </p:spPr>
        <p:txBody>
          <a:body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182880" y="1645920"/>
            <a:ext cx="5416759" cy="4725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248400" y="1645920"/>
            <a:ext cx="5261184" cy="4725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B5B9CE9-04E1-4A30-9610-62B3B25B32C1}" type="datetime1">
              <a:rPr lang="en-US" smtClean="0"/>
              <a:t>12/2/2025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2901779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81186" y="219456"/>
            <a:ext cx="11274552" cy="7898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81185"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181631" y="1649451"/>
            <a:ext cx="5211762"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45352"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245352" y="1649451"/>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C397DEDC-8F58-44F8-A177-8A00C8A4C6DB}" type="datetime1">
              <a:rPr lang="en-US" smtClean="0"/>
              <a:t>12/2/2025</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441831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C995DE8-BB4A-408C-A60C-374B496D02BA}" type="datetime1">
              <a:rPr lang="en-US" smtClean="0"/>
              <a:t>12/2/2025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55521150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646851F7-84B8-47C4-B767-E94FA9BAA188}" type="datetime1">
              <a:rPr lang="en-US" smtClean="0"/>
              <a:t>12/2/2025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63197517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78704" y="218113"/>
            <a:ext cx="3363393" cy="2345471"/>
          </a:xfrm>
        </p:spPr>
        <p:txBody>
          <a:bodyPr anchor="t">
            <a:normAutofit/>
          </a:bodyPr>
          <a:lstStyle>
            <a:lvl1pPr>
              <a:defRPr sz="30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78704" y="2563586"/>
            <a:ext cx="3363393" cy="3708232"/>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14900" y="218114"/>
            <a:ext cx="6688836" cy="6088068"/>
          </a:xfrm>
        </p:spPr>
        <p:txBody>
          <a:bodyPr vert="horz" lIns="91440" tIns="45720" rIns="91440" bIns="45720" rtlCol="0">
            <a:norm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93482DE2-0335-4BF2-A8F9-5A9E4F82FC09}" type="datetime1">
              <a:rPr lang="en-US" smtClean="0"/>
              <a:t>12/2/2025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12780083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82880" y="219456"/>
            <a:ext cx="3176337" cy="2628249"/>
          </a:xfrm>
        </p:spPr>
        <p:txBody>
          <a:bodyPr anchor="t">
            <a:normAutofit/>
          </a:bodyPr>
          <a:lstStyle>
            <a:lvl1pPr>
              <a:defRPr sz="30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78705" y="2847706"/>
            <a:ext cx="3180512" cy="3424111"/>
          </a:xfrm>
        </p:spPr>
        <p:txBody>
          <a:bodyPr vert="horz" lIns="91440" tIns="45720" rIns="91440" bIns="45720" rtlCol="0" anchor="b">
            <a:normAutofit/>
          </a:bodyPr>
          <a:lstStyle>
            <a:lvl1pPr marL="0" indent="0">
              <a:buNone/>
              <a:defRPr lang="en-US" dirty="0"/>
            </a:lvl1pPr>
          </a:lstStyle>
          <a:p>
            <a:pPr lvl="0"/>
            <a:r>
              <a:rPr lang="en-US"/>
              <a:t>Click to edit Master text styles</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178704" y="6387128"/>
            <a:ext cx="2016929" cy="338328"/>
          </a:xfrm>
        </p:spPr>
        <p:txBody>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2310493" y="6387128"/>
            <a:ext cx="917224" cy="338328"/>
          </a:xfrm>
        </p:spPr>
        <p:txBody>
          <a:bodyPr/>
          <a:lstStyle/>
          <a:p>
            <a:fld id="{842EC803-812E-4F8B-A77B-00A746763209}" type="datetime1">
              <a:rPr lang="en-US" smtClean="0"/>
              <a:t>12/2/2025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3227717" y="6387128"/>
            <a:ext cx="457200" cy="338328"/>
          </a:xfrm>
        </p:spPr>
        <p:txBody>
          <a:bodyPr/>
          <a:lstStyle/>
          <a:p>
            <a:fld id="{C8116806-1FD2-4A57-B5EA-7014AB76383B}" type="slidenum">
              <a:rPr lang="en-US" smtClean="0"/>
              <a:t>‹#›</a:t>
            </a:fld>
            <a:endParaRPr lang="en-US"/>
          </a:p>
        </p:txBody>
      </p:sp>
      <p:sp>
        <p:nvSpPr>
          <p:cNvPr id="12" name="Picture Placeholder 2">
            <a:extLst>
              <a:ext uri="{FF2B5EF4-FFF2-40B4-BE49-F238E27FC236}">
                <a16:creationId xmlns:a16="http://schemas.microsoft.com/office/drawing/2014/main" id="{ADACA751-BBB2-3E33-EA6C-54B4A7F6842B}"/>
              </a:ext>
            </a:extLst>
          </p:cNvPr>
          <p:cNvSpPr>
            <a:spLocks noGrp="1"/>
          </p:cNvSpPr>
          <p:nvPr>
            <p:ph type="pic" idx="1" hasCustomPrompt="1"/>
          </p:nvPr>
        </p:nvSpPr>
        <p:spPr>
          <a:xfrm>
            <a:off x="3962400" y="266700"/>
            <a:ext cx="7962900" cy="6324600"/>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blipFill dpi="0" rotWithShape="1">
            <a:blip r:embed="rId2">
              <a:alphaModFix amt="60000"/>
            </a:blip>
            <a:srcRect/>
            <a:stretch>
              <a:fillRect/>
            </a:stretch>
          </a:blipFill>
        </p:spPr>
        <p:txBody>
          <a:bodyPr wrap="square">
            <a:no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50468560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7861" y="207228"/>
            <a:ext cx="11001943" cy="1790700"/>
          </a:xfrm>
        </p:spPr>
        <p:txBody>
          <a:bodyPr anchor="t">
            <a:no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22195" y="3264408"/>
            <a:ext cx="10147610"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42CF504-FC97-4D7A-ADA4-4D7971A47BF8}" type="datetime1">
              <a:rPr lang="en-US" smtClean="0"/>
              <a:t>12/2/2025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105637429"/>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915580" y="1089247"/>
            <a:ext cx="6360840" cy="2171716"/>
          </a:xfrm>
        </p:spPr>
        <p:txBody>
          <a:bodyPr anchor="b">
            <a:noAutofit/>
          </a:bodyPr>
          <a:lstStyle>
            <a:lvl1pPr algn="ct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322864" y="3499880"/>
            <a:ext cx="5543550" cy="1771650"/>
          </a:xfrm>
        </p:spPr>
        <p:txBody>
          <a:bodyPr vert="horz" lIns="91440" tIns="45720" rIns="91440" bIns="45720" rtlCol="0">
            <a:normAutofit/>
          </a:bodyPr>
          <a:lstStyle>
            <a:lvl1pPr marL="0" indent="0" algn="ctr">
              <a:buNone/>
              <a:defRPr lang="en-US" sz="1600" dirty="0"/>
            </a:lvl1pPr>
            <a:lvl2pPr marL="228600" indent="0" algn="ctr">
              <a:buNone/>
              <a:defRPr lang="en-US" sz="1600" dirty="0"/>
            </a:lvl2pPr>
            <a:lvl3pPr marL="457200" indent="0" algn="ctr">
              <a:buNone/>
              <a:defRPr lang="en-US" sz="1600" dirty="0"/>
            </a:lvl3pPr>
            <a:lvl4pPr marL="685800" indent="0" algn="ctr">
              <a:buNone/>
              <a:defRPr lang="en-US" sz="1600" dirty="0"/>
            </a:lvl4pPr>
            <a:lvl5pPr marL="914400" indent="0" algn="ctr">
              <a:buNone/>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B6DD06E-1834-4525-8B00-CED1355A3638}" type="datetime1">
              <a:rPr lang="en-US" smtClean="0"/>
              <a:t>12/2/2025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68149519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0" y="219456"/>
            <a:ext cx="10835640" cy="969264"/>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82880" y="1183206"/>
            <a:ext cx="10835640" cy="50886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78704" y="6387128"/>
            <a:ext cx="2703777" cy="338328"/>
          </a:xfrm>
          <a:prstGeom prst="rect">
            <a:avLst/>
          </a:prstGeom>
        </p:spPr>
        <p:txBody>
          <a:bodyPr vert="horz" lIns="91440" tIns="45720" rIns="91440" bIns="45720" rtlCol="0" anchor="ctr"/>
          <a:lstStyle>
            <a:lvl1pPr algn="l">
              <a:defRPr sz="750">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477500" y="6387128"/>
            <a:ext cx="1032084" cy="338328"/>
          </a:xfrm>
          <a:prstGeom prst="rect">
            <a:avLst/>
          </a:prstGeom>
        </p:spPr>
        <p:txBody>
          <a:bodyPr vert="horz" lIns="91440" tIns="45720" rIns="91440" bIns="45720" rtlCol="0" anchor="ctr"/>
          <a:lstStyle>
            <a:lvl1pPr algn="r">
              <a:defRPr sz="750">
                <a:solidFill>
                  <a:schemeClr val="tx1"/>
                </a:solidFill>
              </a:defRPr>
            </a:lvl1pPr>
          </a:lstStyle>
          <a:p>
            <a:fld id="{0C9DF407-AAD9-4F9F-B512-267BEB339CF5}" type="datetime1">
              <a:rPr lang="en-US" smtClean="0"/>
              <a:t>12/2/2025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09584" y="6387128"/>
            <a:ext cx="457200" cy="338328"/>
          </a:xfrm>
          <a:prstGeom prst="rect">
            <a:avLst/>
          </a:prstGeom>
        </p:spPr>
        <p:txBody>
          <a:bodyPr vert="horz" lIns="91440" tIns="45720" rIns="91440" bIns="45720" rtlCol="0" anchor="ctr"/>
          <a:lstStyle>
            <a:lvl1pPr algn="r">
              <a:defRPr sz="750">
                <a:solidFill>
                  <a:schemeClr val="tx1"/>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4913602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Lst>
  <p:hf sldNum="0" hdr="0" ftr="0" dt="0"/>
  <p:txStyles>
    <p:titleStyle>
      <a:lvl1pPr algn="l" defTabSz="914400" rtl="0" eaLnBrk="1" latinLnBrk="0" hangingPunct="1">
        <a:lnSpc>
          <a:spcPct val="85000"/>
        </a:lnSpc>
        <a:spcBef>
          <a:spcPct val="0"/>
        </a:spcBef>
        <a:buNone/>
        <a:defRPr sz="3000" b="0" kern="1200" spc="-100"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5143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7429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715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68">
          <p15:clr>
            <a:srgbClr val="F26B43"/>
          </p15:clr>
        </p15:guide>
        <p15:guide id="4" orient="horz" pos="168">
          <p15:clr>
            <a:srgbClr val="F26B43"/>
          </p15:clr>
        </p15:guide>
        <p15:guide id="5" pos="7512">
          <p15:clr>
            <a:srgbClr val="F26B43"/>
          </p15:clr>
        </p15:guide>
        <p15:guide id="6" orient="horz" pos="4152">
          <p15:clr>
            <a:srgbClr val="F26B43"/>
          </p15:clr>
        </p15:guide>
        <p15:guide id="12" pos="4728">
          <p15:clr>
            <a:srgbClr val="F26B43"/>
          </p15:clr>
        </p15:guide>
        <p15:guide id="13" pos="5328">
          <p15:clr>
            <a:srgbClr val="F26B43"/>
          </p15:clr>
        </p15:guide>
        <p15:guide id="26" pos="2952">
          <p15:clr>
            <a:srgbClr val="F26B43"/>
          </p15:clr>
        </p15:guide>
        <p15:guide id="27" pos="3096">
          <p15:clr>
            <a:srgbClr val="F26B43"/>
          </p15:clr>
        </p15:guide>
        <p15:guide id="29" pos="4128">
          <p15:clr>
            <a:srgbClr val="F26B43"/>
          </p15:clr>
        </p15:guide>
        <p15:guide id="30" pos="1392">
          <p15:clr>
            <a:srgbClr val="F26B43"/>
          </p15:clr>
        </p15:guide>
        <p15:guide id="31" pos="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5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58.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58.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58.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5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58.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FC769-C1E6-EEDF-A473-AF68FC3647CF}"/>
              </a:ext>
            </a:extLst>
          </p:cNvPr>
          <p:cNvSpPr>
            <a:spLocks noGrp="1"/>
          </p:cNvSpPr>
          <p:nvPr>
            <p:ph type="ctrTitle"/>
          </p:nvPr>
        </p:nvSpPr>
        <p:spPr>
          <a:xfrm>
            <a:off x="1013116" y="1043184"/>
            <a:ext cx="3459903" cy="2906647"/>
          </a:xfrm>
        </p:spPr>
        <p:txBody>
          <a:bodyPr anchor="t">
            <a:normAutofit/>
          </a:bodyPr>
          <a:lstStyle/>
          <a:p>
            <a:r>
              <a:rPr lang="en-US"/>
              <a:t>GitHub Basic Commands Tutorial</a:t>
            </a:r>
          </a:p>
        </p:txBody>
      </p:sp>
      <p:sp>
        <p:nvSpPr>
          <p:cNvPr id="3" name="Subtitle 2">
            <a:extLst>
              <a:ext uri="{FF2B5EF4-FFF2-40B4-BE49-F238E27FC236}">
                <a16:creationId xmlns:a16="http://schemas.microsoft.com/office/drawing/2014/main" id="{2CFA045F-F954-27C7-EF2C-4820370B78B0}"/>
              </a:ext>
            </a:extLst>
          </p:cNvPr>
          <p:cNvSpPr>
            <a:spLocks noGrp="1"/>
          </p:cNvSpPr>
          <p:nvPr>
            <p:ph type="subTitle" idx="1"/>
          </p:nvPr>
        </p:nvSpPr>
        <p:spPr>
          <a:xfrm>
            <a:off x="1013117" y="4692866"/>
            <a:ext cx="3361935" cy="1123268"/>
          </a:xfrm>
        </p:spPr>
        <p:txBody>
          <a:bodyPr anchor="b">
            <a:normAutofit/>
          </a:bodyPr>
          <a:lstStyle/>
          <a:p>
            <a:r>
              <a:rPr lang="en-US"/>
              <a:t>Essential commands for managing Git repositories</a:t>
            </a:r>
          </a:p>
        </p:txBody>
      </p:sp>
      <p:pic>
        <p:nvPicPr>
          <p:cNvPr id="4" name="Picture 3" descr="DNA code on large LED screen">
            <a:extLst>
              <a:ext uri="{FF2B5EF4-FFF2-40B4-BE49-F238E27FC236}">
                <a16:creationId xmlns:a16="http://schemas.microsoft.com/office/drawing/2014/main" id="{7574D8A6-2F19-43E5-BCB2-F22D9926E68F}"/>
              </a:ext>
            </a:extLst>
          </p:cNvPr>
          <p:cNvPicPr>
            <a:picLocks noChangeAspect="1"/>
          </p:cNvPicPr>
          <p:nvPr/>
        </p:nvPicPr>
        <p:blipFill>
          <a:blip r:embed="rId3"/>
          <a:srcRect b="15730"/>
          <a:stretch>
            <a:fillRect/>
          </a:stretch>
        </p:blipFill>
        <p:spPr>
          <a:xfrm>
            <a:off x="20" y="10"/>
            <a:ext cx="12191980" cy="6857990"/>
          </a:xfrm>
          <a:custGeom>
            <a:avLst/>
            <a:gdLst>
              <a:gd name="connsiteX0" fmla="*/ 1124624 w 12192000"/>
              <a:gd name="connsiteY0" fmla="*/ 808189 h 6858000"/>
              <a:gd name="connsiteX1" fmla="*/ 811206 w 12192000"/>
              <a:gd name="connsiteY1" fmla="*/ 1121607 h 6858000"/>
              <a:gd name="connsiteX2" fmla="*/ 811206 w 12192000"/>
              <a:gd name="connsiteY2" fmla="*/ 5736392 h 6858000"/>
              <a:gd name="connsiteX3" fmla="*/ 1124624 w 12192000"/>
              <a:gd name="connsiteY3" fmla="*/ 6049810 h 6858000"/>
              <a:gd name="connsiteX4" fmla="*/ 4372882 w 12192000"/>
              <a:gd name="connsiteY4" fmla="*/ 6049810 h 6858000"/>
              <a:gd name="connsiteX5" fmla="*/ 4686301 w 12192000"/>
              <a:gd name="connsiteY5" fmla="*/ 5736392 h 6858000"/>
              <a:gd name="connsiteX6" fmla="*/ 4686301 w 12192000"/>
              <a:gd name="connsiteY6" fmla="*/ 1121607 h 6858000"/>
              <a:gd name="connsiteX7" fmla="*/ 4372882 w 12192000"/>
              <a:gd name="connsiteY7" fmla="*/ 808189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1124624" y="808189"/>
                </a:moveTo>
                <a:cubicBezTo>
                  <a:pt x="951528" y="808189"/>
                  <a:pt x="811206" y="948511"/>
                  <a:pt x="811206" y="1121607"/>
                </a:cubicBezTo>
                <a:lnTo>
                  <a:pt x="811206" y="5736392"/>
                </a:lnTo>
                <a:cubicBezTo>
                  <a:pt x="811206" y="5909488"/>
                  <a:pt x="951528" y="6049810"/>
                  <a:pt x="1124624" y="6049810"/>
                </a:cubicBezTo>
                <a:lnTo>
                  <a:pt x="4372882" y="6049810"/>
                </a:lnTo>
                <a:cubicBezTo>
                  <a:pt x="4545978" y="6049810"/>
                  <a:pt x="4686301" y="5909488"/>
                  <a:pt x="4686301" y="5736392"/>
                </a:cubicBezTo>
                <a:lnTo>
                  <a:pt x="4686301" y="1121607"/>
                </a:lnTo>
                <a:cubicBezTo>
                  <a:pt x="4686301" y="948511"/>
                  <a:pt x="4545978" y="808189"/>
                  <a:pt x="4372882" y="808189"/>
                </a:cubicBezTo>
                <a:close/>
                <a:moveTo>
                  <a:pt x="0" y="0"/>
                </a:moveTo>
                <a:lnTo>
                  <a:pt x="12192000" y="0"/>
                </a:lnTo>
                <a:lnTo>
                  <a:pt x="12192000" y="6858000"/>
                </a:lnTo>
                <a:lnTo>
                  <a:pt x="0" y="6858000"/>
                </a:lnTo>
                <a:close/>
              </a:path>
            </a:pathLst>
          </a:custGeom>
          <a:noFill/>
        </p:spPr>
      </p:pic>
    </p:spTree>
    <p:extLst>
      <p:ext uri="{BB962C8B-B14F-4D97-AF65-F5344CB8AC3E}">
        <p14:creationId xmlns:p14="http://schemas.microsoft.com/office/powerpoint/2010/main" val="1244979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16312-7CAD-57AF-F8C7-246E96D75D9A}"/>
              </a:ext>
            </a:extLst>
          </p:cNvPr>
          <p:cNvSpPr>
            <a:spLocks noGrp="1"/>
          </p:cNvSpPr>
          <p:nvPr>
            <p:ph type="title"/>
          </p:nvPr>
        </p:nvSpPr>
        <p:spPr>
          <a:xfrm>
            <a:off x="157729" y="3200400"/>
            <a:ext cx="9002895" cy="3582184"/>
          </a:xfrm>
        </p:spPr>
        <p:txBody>
          <a:bodyPr anchor="b">
            <a:normAutofit/>
          </a:bodyPr>
          <a:lstStyle/>
          <a:p>
            <a:r>
              <a:rPr lang="en-US"/>
              <a:t>Introduction to GitHub and Git</a:t>
            </a:r>
          </a:p>
        </p:txBody>
      </p:sp>
    </p:spTree>
    <p:extLst>
      <p:ext uri="{BB962C8B-B14F-4D97-AF65-F5344CB8AC3E}">
        <p14:creationId xmlns:p14="http://schemas.microsoft.com/office/powerpoint/2010/main" val="28700121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61043-C053-2126-CF24-4B4782FA67D4}"/>
              </a:ext>
            </a:extLst>
          </p:cNvPr>
          <p:cNvSpPr>
            <a:spLocks noGrp="1"/>
          </p:cNvSpPr>
          <p:nvPr>
            <p:ph type="title"/>
          </p:nvPr>
        </p:nvSpPr>
        <p:spPr>
          <a:xfrm>
            <a:off x="178704" y="218113"/>
            <a:ext cx="3363393" cy="2345471"/>
          </a:xfrm>
        </p:spPr>
        <p:txBody>
          <a:bodyPr vert="horz" lIns="91440" tIns="45720" rIns="91440" bIns="45720" rtlCol="0" anchor="t">
            <a:normAutofit/>
          </a:bodyPr>
          <a:lstStyle/>
          <a:p>
            <a:r>
              <a:rPr lang="en-US" b="0" kern="1200" spc="-100" baseline="0">
                <a:latin typeface="+mj-lt"/>
                <a:ea typeface="+mj-ea"/>
                <a:cs typeface="+mj-cs"/>
              </a:rPr>
              <a:t>Overview of GitHub and Version Control</a:t>
            </a:r>
          </a:p>
        </p:txBody>
      </p:sp>
      <p:sp>
        <p:nvSpPr>
          <p:cNvPr id="5" name="TextBox 4">
            <a:extLst>
              <a:ext uri="{FF2B5EF4-FFF2-40B4-BE49-F238E27FC236}">
                <a16:creationId xmlns:a16="http://schemas.microsoft.com/office/drawing/2014/main" id="{AC72D0A7-E0D8-4B63-A016-B19DC2B3FD30}"/>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78704" y="2563586"/>
            <a:ext cx="3363393" cy="3708232"/>
          </a:xfrm>
          <a:prstGeom prst="rect">
            <a:avLst/>
          </a:prstGeom>
        </p:spPr>
        <p:txBody>
          <a:bodyPr>
            <a:normAutofit/>
          </a:bodyPr>
          <a:lstStyle/>
          <a:p>
            <a:pPr marL="0" indent="0">
              <a:lnSpc>
                <a:spcPct val="90000"/>
              </a:lnSpc>
              <a:spcBef>
                <a:spcPts val="2500"/>
              </a:spcBef>
              <a:spcAft>
                <a:spcPts val="600"/>
              </a:spcAft>
              <a:buNone/>
            </a:pPr>
            <a:r>
              <a:rPr lang="en-US" sz="1100" b="1"/>
              <a:t>GitHub Platform Role</a:t>
            </a:r>
          </a:p>
          <a:p>
            <a:pPr marL="0" lvl="1" indent="0">
              <a:lnSpc>
                <a:spcPct val="90000"/>
              </a:lnSpc>
              <a:spcBef>
                <a:spcPts val="1000"/>
              </a:spcBef>
              <a:spcAft>
                <a:spcPts val="600"/>
              </a:spcAft>
              <a:buNone/>
            </a:pPr>
            <a:r>
              <a:rPr lang="en-US" sz="1100"/>
              <a:t>GitHub hosts and manages Git repositories, supporting collaboration and version control for developers worldwide.</a:t>
            </a:r>
          </a:p>
          <a:p>
            <a:pPr marL="0" indent="0">
              <a:lnSpc>
                <a:spcPct val="90000"/>
              </a:lnSpc>
              <a:spcBef>
                <a:spcPts val="2500"/>
              </a:spcBef>
              <a:spcAft>
                <a:spcPts val="600"/>
              </a:spcAft>
              <a:buNone/>
            </a:pPr>
            <a:r>
              <a:rPr lang="en-US" sz="1100" b="1"/>
              <a:t>Version Control Benefits</a:t>
            </a:r>
          </a:p>
          <a:p>
            <a:pPr marL="0" lvl="1" indent="0">
              <a:lnSpc>
                <a:spcPct val="90000"/>
              </a:lnSpc>
              <a:spcBef>
                <a:spcPts val="1000"/>
              </a:spcBef>
              <a:spcAft>
                <a:spcPts val="600"/>
              </a:spcAft>
              <a:buNone/>
            </a:pPr>
            <a:r>
              <a:rPr lang="en-US" sz="1100"/>
              <a:t>Version control systems track changes, allow reversion to prior states, and enable simultaneous feature development without conflicts.</a:t>
            </a:r>
          </a:p>
          <a:p>
            <a:pPr marL="0" indent="0">
              <a:lnSpc>
                <a:spcPct val="90000"/>
              </a:lnSpc>
              <a:spcBef>
                <a:spcPts val="2500"/>
              </a:spcBef>
              <a:spcAft>
                <a:spcPts val="600"/>
              </a:spcAft>
              <a:buNone/>
            </a:pPr>
            <a:r>
              <a:rPr lang="en-US" sz="1100" b="1"/>
              <a:t>Essential Git Commands</a:t>
            </a:r>
          </a:p>
          <a:p>
            <a:pPr marL="0" lvl="1" indent="0">
              <a:lnSpc>
                <a:spcPct val="90000"/>
              </a:lnSpc>
              <a:spcBef>
                <a:spcPts val="1000"/>
              </a:spcBef>
              <a:spcAft>
                <a:spcPts val="600"/>
              </a:spcAft>
              <a:buNone/>
            </a:pPr>
            <a:r>
              <a:rPr lang="en-US" sz="1100"/>
              <a:t>Key Git commands include initializing repositories, cloning projects, staging changes, committing updates, and syncing with remotes.</a:t>
            </a:r>
          </a:p>
        </p:txBody>
      </p:sp>
      <p:pic>
        <p:nvPicPr>
          <p:cNvPr id="4" name="Content Placeholder 3" descr="4K Resolution">
            <a:extLst>
              <a:ext uri="{FF2B5EF4-FFF2-40B4-BE49-F238E27FC236}">
                <a16:creationId xmlns:a16="http://schemas.microsoft.com/office/drawing/2014/main" id="{D8292AC6-31BE-4350-8C01-D966EC9F564A}"/>
              </a:ext>
            </a:extLst>
          </p:cNvPr>
          <p:cNvPicPr>
            <a:picLocks noGrp="1" noChangeAspect="1"/>
          </p:cNvPicPr>
          <p:nvPr>
            <p:ph idx="1"/>
          </p:nvPr>
        </p:nvPicPr>
        <p:blipFill>
          <a:blip r:embed="rId3"/>
          <a:srcRect l="18938" r="19262"/>
          <a:stretch>
            <a:fillRect/>
          </a:stretch>
        </p:blipFill>
        <p:spPr>
          <a:xfrm>
            <a:off x="4914900" y="218114"/>
            <a:ext cx="6688836" cy="6088068"/>
          </a:xfrm>
          <a:prstGeom prst="rect">
            <a:avLst/>
          </a:prstGeom>
          <a:noFill/>
        </p:spPr>
      </p:pic>
    </p:spTree>
    <p:extLst>
      <p:ext uri="{BB962C8B-B14F-4D97-AF65-F5344CB8AC3E}">
        <p14:creationId xmlns:p14="http://schemas.microsoft.com/office/powerpoint/2010/main" val="23192178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39FF2-B201-37CA-F19A-FFE9A844EB4B}"/>
              </a:ext>
            </a:extLst>
          </p:cNvPr>
          <p:cNvSpPr>
            <a:spLocks noGrp="1"/>
          </p:cNvSpPr>
          <p:nvPr>
            <p:ph type="title"/>
          </p:nvPr>
        </p:nvSpPr>
        <p:spPr>
          <a:xfrm>
            <a:off x="157729" y="3200400"/>
            <a:ext cx="9002895" cy="3582184"/>
          </a:xfrm>
        </p:spPr>
        <p:txBody>
          <a:bodyPr anchor="b">
            <a:normAutofit/>
          </a:bodyPr>
          <a:lstStyle/>
          <a:p>
            <a:r>
              <a:rPr lang="en-US"/>
              <a:t>Core Git Commands</a:t>
            </a:r>
          </a:p>
        </p:txBody>
      </p:sp>
    </p:spTree>
    <p:extLst>
      <p:ext uri="{BB962C8B-B14F-4D97-AF65-F5344CB8AC3E}">
        <p14:creationId xmlns:p14="http://schemas.microsoft.com/office/powerpoint/2010/main" val="19255764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3DF84-DA9A-091F-B946-6EC78C577411}"/>
              </a:ext>
            </a:extLst>
          </p:cNvPr>
          <p:cNvSpPr>
            <a:spLocks noGrp="1"/>
          </p:cNvSpPr>
          <p:nvPr>
            <p:ph type="title"/>
          </p:nvPr>
        </p:nvSpPr>
        <p:spPr>
          <a:xfrm>
            <a:off x="178704" y="218113"/>
            <a:ext cx="3363393" cy="2345471"/>
          </a:xfrm>
        </p:spPr>
        <p:txBody>
          <a:bodyPr vert="horz" lIns="91440" tIns="45720" rIns="91440" bIns="45720" rtlCol="0" anchor="t">
            <a:normAutofit/>
          </a:bodyPr>
          <a:lstStyle/>
          <a:p>
            <a:r>
              <a:rPr lang="en-US" b="0" kern="1200" spc="-100" baseline="0">
                <a:latin typeface="+mj-lt"/>
                <a:ea typeface="+mj-ea"/>
                <a:cs typeface="+mj-cs"/>
              </a:rPr>
              <a:t>git init and git clone</a:t>
            </a:r>
          </a:p>
        </p:txBody>
      </p:sp>
      <p:sp>
        <p:nvSpPr>
          <p:cNvPr id="5" name="TextBox 4">
            <a:extLst>
              <a:ext uri="{FF2B5EF4-FFF2-40B4-BE49-F238E27FC236}">
                <a16:creationId xmlns:a16="http://schemas.microsoft.com/office/drawing/2014/main" id="{561EA2A4-7FB6-47F7-9ED1-6C65A43E889E}"/>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78704" y="2563586"/>
            <a:ext cx="3363393" cy="3708232"/>
          </a:xfrm>
          <a:prstGeom prst="rect">
            <a:avLst/>
          </a:prstGeom>
        </p:spPr>
        <p:txBody>
          <a:bodyPr>
            <a:normAutofit/>
          </a:bodyPr>
          <a:lstStyle/>
          <a:p>
            <a:pPr marL="0" indent="0">
              <a:lnSpc>
                <a:spcPct val="90000"/>
              </a:lnSpc>
              <a:spcBef>
                <a:spcPts val="2500"/>
              </a:spcBef>
              <a:spcAft>
                <a:spcPts val="600"/>
              </a:spcAft>
              <a:buNone/>
            </a:pPr>
            <a:r>
              <a:rPr lang="en-US" sz="1300" b="1"/>
              <a:t>git init command</a:t>
            </a:r>
          </a:p>
          <a:p>
            <a:pPr marL="0" lvl="1" indent="0">
              <a:lnSpc>
                <a:spcPct val="90000"/>
              </a:lnSpc>
              <a:spcBef>
                <a:spcPts val="1000"/>
              </a:spcBef>
              <a:spcAft>
                <a:spcPts val="600"/>
              </a:spcAft>
              <a:buNone/>
            </a:pPr>
            <a:r>
              <a:rPr lang="en-US" sz="1300"/>
              <a:t>Initializes a new Git repository locally to start tracking project changes from scratch.</a:t>
            </a:r>
          </a:p>
          <a:p>
            <a:pPr marL="0" indent="0">
              <a:lnSpc>
                <a:spcPct val="90000"/>
              </a:lnSpc>
              <a:spcBef>
                <a:spcPts val="2500"/>
              </a:spcBef>
              <a:spcAft>
                <a:spcPts val="600"/>
              </a:spcAft>
              <a:buNone/>
            </a:pPr>
            <a:r>
              <a:rPr lang="en-US" sz="1300" b="1"/>
              <a:t>git clone command</a:t>
            </a:r>
          </a:p>
          <a:p>
            <a:pPr marL="0" lvl="1" indent="0">
              <a:lnSpc>
                <a:spcPct val="90000"/>
              </a:lnSpc>
              <a:spcBef>
                <a:spcPts val="1000"/>
              </a:spcBef>
              <a:spcAft>
                <a:spcPts val="600"/>
              </a:spcAft>
              <a:buNone/>
            </a:pPr>
            <a:r>
              <a:rPr lang="en-US" sz="1300"/>
              <a:t>Copies an existing remote repository to the local machine including full project history.</a:t>
            </a:r>
          </a:p>
          <a:p>
            <a:pPr marL="0" indent="0">
              <a:lnSpc>
                <a:spcPct val="90000"/>
              </a:lnSpc>
              <a:spcBef>
                <a:spcPts val="2500"/>
              </a:spcBef>
              <a:spcAft>
                <a:spcPts val="600"/>
              </a:spcAft>
              <a:buNone/>
            </a:pPr>
            <a:r>
              <a:rPr lang="en-US" sz="1300" b="1"/>
              <a:t>Starting Git Workflow</a:t>
            </a:r>
          </a:p>
          <a:p>
            <a:pPr marL="0" lvl="1" indent="0">
              <a:lnSpc>
                <a:spcPct val="90000"/>
              </a:lnSpc>
              <a:spcBef>
                <a:spcPts val="1000"/>
              </a:spcBef>
              <a:spcAft>
                <a:spcPts val="600"/>
              </a:spcAft>
              <a:buNone/>
            </a:pPr>
            <a:r>
              <a:rPr lang="en-US" sz="1300"/>
              <a:t>These commands enable developers to create new projects or collaborate on existing codebases effectively.</a:t>
            </a:r>
          </a:p>
        </p:txBody>
      </p:sp>
      <p:pic>
        <p:nvPicPr>
          <p:cNvPr id="4" name="Content Placeholder 3" descr="Customer Satisfaction Survey on Laptop Screen">
            <a:extLst>
              <a:ext uri="{FF2B5EF4-FFF2-40B4-BE49-F238E27FC236}">
                <a16:creationId xmlns:a16="http://schemas.microsoft.com/office/drawing/2014/main" id="{2B99FCE1-19E1-4FBB-92B7-9B84ADDB1571}"/>
              </a:ext>
            </a:extLst>
          </p:cNvPr>
          <p:cNvPicPr>
            <a:picLocks noGrp="1" noChangeAspect="1"/>
          </p:cNvPicPr>
          <p:nvPr>
            <p:ph idx="1"/>
          </p:nvPr>
        </p:nvPicPr>
        <p:blipFill>
          <a:blip r:embed="rId3"/>
          <a:srcRect l="12476" r="14188" b="1"/>
          <a:stretch>
            <a:fillRect/>
          </a:stretch>
        </p:blipFill>
        <p:spPr>
          <a:xfrm>
            <a:off x="4914900" y="218114"/>
            <a:ext cx="6688836" cy="6088068"/>
          </a:xfrm>
          <a:prstGeom prst="rect">
            <a:avLst/>
          </a:prstGeom>
          <a:noFill/>
        </p:spPr>
      </p:pic>
    </p:spTree>
    <p:extLst>
      <p:ext uri="{BB962C8B-B14F-4D97-AF65-F5344CB8AC3E}">
        <p14:creationId xmlns:p14="http://schemas.microsoft.com/office/powerpoint/2010/main" val="2404519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ADB01-2423-C3A8-D3B8-934DEC3FD6C4}"/>
              </a:ext>
            </a:extLst>
          </p:cNvPr>
          <p:cNvSpPr>
            <a:spLocks noGrp="1"/>
          </p:cNvSpPr>
          <p:nvPr>
            <p:ph type="title"/>
          </p:nvPr>
        </p:nvSpPr>
        <p:spPr>
          <a:xfrm>
            <a:off x="178704" y="218113"/>
            <a:ext cx="3363393" cy="2345471"/>
          </a:xfrm>
        </p:spPr>
        <p:txBody>
          <a:bodyPr vert="horz" lIns="91440" tIns="45720" rIns="91440" bIns="45720" rtlCol="0" anchor="t">
            <a:normAutofit/>
          </a:bodyPr>
          <a:lstStyle/>
          <a:p>
            <a:r>
              <a:rPr lang="en-US" b="0" kern="1200" spc="-100" baseline="0">
                <a:latin typeface="+mj-lt"/>
                <a:ea typeface="+mj-ea"/>
                <a:cs typeface="+mj-cs"/>
              </a:rPr>
              <a:t>git add and git commit</a:t>
            </a:r>
          </a:p>
        </p:txBody>
      </p:sp>
      <p:sp>
        <p:nvSpPr>
          <p:cNvPr id="5" name="TextBox 4">
            <a:extLst>
              <a:ext uri="{FF2B5EF4-FFF2-40B4-BE49-F238E27FC236}">
                <a16:creationId xmlns:a16="http://schemas.microsoft.com/office/drawing/2014/main" id="{CCA286B1-B9A4-4121-BCDF-85DE2C919A10}"/>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78704" y="2563586"/>
            <a:ext cx="3363393" cy="3708232"/>
          </a:xfrm>
          <a:prstGeom prst="rect">
            <a:avLst/>
          </a:prstGeom>
        </p:spPr>
        <p:txBody>
          <a:bodyPr>
            <a:normAutofit/>
          </a:bodyPr>
          <a:lstStyle/>
          <a:p>
            <a:pPr marL="0" indent="0">
              <a:lnSpc>
                <a:spcPct val="90000"/>
              </a:lnSpc>
              <a:spcBef>
                <a:spcPts val="2500"/>
              </a:spcBef>
              <a:spcAft>
                <a:spcPts val="600"/>
              </a:spcAft>
              <a:buNone/>
            </a:pPr>
            <a:r>
              <a:rPr lang="en-US" sz="1300" b="1"/>
              <a:t>Staging Changes with git add</a:t>
            </a:r>
          </a:p>
          <a:p>
            <a:pPr marL="0" lvl="1" indent="0">
              <a:lnSpc>
                <a:spcPct val="90000"/>
              </a:lnSpc>
              <a:spcBef>
                <a:spcPts val="1000"/>
              </a:spcBef>
              <a:spcAft>
                <a:spcPts val="600"/>
              </a:spcAft>
              <a:buNone/>
            </a:pPr>
            <a:r>
              <a:rPr lang="en-US" sz="1300"/>
              <a:t>The git add command stages changes, moving them to the staging area for the next commit.</a:t>
            </a:r>
          </a:p>
          <a:p>
            <a:pPr marL="0" indent="0">
              <a:lnSpc>
                <a:spcPct val="90000"/>
              </a:lnSpc>
              <a:spcBef>
                <a:spcPts val="2500"/>
              </a:spcBef>
              <a:spcAft>
                <a:spcPts val="600"/>
              </a:spcAft>
              <a:buNone/>
            </a:pPr>
            <a:r>
              <a:rPr lang="en-US" sz="1300" b="1"/>
              <a:t>Recording Changes with git commit</a:t>
            </a:r>
          </a:p>
          <a:p>
            <a:pPr marL="0" lvl="1" indent="0">
              <a:lnSpc>
                <a:spcPct val="90000"/>
              </a:lnSpc>
              <a:spcBef>
                <a:spcPts val="1000"/>
              </a:spcBef>
              <a:spcAft>
                <a:spcPts val="600"/>
              </a:spcAft>
              <a:buNone/>
            </a:pPr>
            <a:r>
              <a:rPr lang="en-US" sz="1300"/>
              <a:t>The git commit command records staged changes into the repository history with a descriptive message.</a:t>
            </a:r>
          </a:p>
          <a:p>
            <a:pPr marL="0" indent="0">
              <a:lnSpc>
                <a:spcPct val="90000"/>
              </a:lnSpc>
              <a:spcBef>
                <a:spcPts val="2500"/>
              </a:spcBef>
              <a:spcAft>
                <a:spcPts val="600"/>
              </a:spcAft>
              <a:buNone/>
            </a:pPr>
            <a:r>
              <a:rPr lang="en-US" sz="1300" b="1"/>
              <a:t>Version Control Workflow</a:t>
            </a:r>
          </a:p>
          <a:p>
            <a:pPr marL="0" lvl="1" indent="0">
              <a:lnSpc>
                <a:spcPct val="90000"/>
              </a:lnSpc>
              <a:spcBef>
                <a:spcPts val="1000"/>
              </a:spcBef>
              <a:spcAft>
                <a:spcPts val="600"/>
              </a:spcAft>
              <a:buNone/>
            </a:pPr>
            <a:r>
              <a:rPr lang="en-US" sz="1300"/>
              <a:t>Together, git add and git commit track and document modifications systematically in version control.</a:t>
            </a:r>
          </a:p>
        </p:txBody>
      </p:sp>
      <p:pic>
        <p:nvPicPr>
          <p:cNvPr id="4" name="Content Placeholder 3" descr="a programmer is debugging his code (code is mirrored horizontally)&#10;&#10;view more similar files:&#10;[url=search/portfolio/248175/?facets={%2235%22:%5B%22technology%22,%22OR%20computer%22,%22OR%20camera%22,%22OR%20internet%22%5D,%229%22:0,%2230%22:%22100%22}][img]http://www.photonullplus.de/misc/istock/istock-thumb-tech.jpg[/img][/url] [url=search/portfolio/248175/?facets={%2235%22:%5B%22job%22,%22OR%20work%22,%22OR%20messenger%22%5D,%229%22:0,%2230%22:%22100%22}][img]http://www.photonullplus.de/misc/istock/istock-thumb-jobs.jpg[/img][/url]&#10;&#10;[url=file_closeup.php?id=9924417][img]file_thumbview_approve.php?size=1&amp;id=9924417[/img][/url] [url=file_closeup.php?id=9880384][img]file_thumbview_approve.php?size=1&amp;id=9880384[/img][/url] [url=file_closeup.php?id=9880369][img]file_thumbview_approve.php?size=1&amp;id=9880369[/img][/url] [url=file_closeup.php?id=9880343][img]file_thumbview_approve.php?size=1&amp;id=9880343[/img][/url] [url=file_closeup.php?id=9880317][img]file_thumbview_approve.php?size=1&amp;id=9880317[/img][/url] [url=file_closeup.php?id=9422617][img]file_thumbview_approve.php?size=1&amp;id=9422617[/img][/url] [url=file_closeup.php?id=9422623][img]file_thumbview_approve.php?size=1&amp;id=9422623[/img][/url] [url=file_closeup.php?id=16508469][img]file_thumbview_approve.php?size=1&amp;id=16508469[/img][/url] [url=file_closeup.php?id=16863859][img]file_thumbview_approve.php?size=1&amp;id=16863859[/img][/url] [url=file_closeup.php?id=16863845][img]file_thumbview_approve.php?size=1&amp;id=16863845[/img][/url] [url=file_closeup.php?id=17323807][img]file_thumbview_approve.php?size=1&amp;id=17323807[/img][/url] [url=file_closeup.php?id=17323693][img]file_thumbview_approve.php?size=1&amp;id=17323693[/img][/url] [url=file_closeup.php?id=18279006][img]file_thumbview_approve.php?size=1&amp;id=18279006[/img][/url] [url=file_closeup.php?id=18279019][img]file_thumbview_approve.php?size=1&amp;id=18279019[/img][/url]">
            <a:extLst>
              <a:ext uri="{FF2B5EF4-FFF2-40B4-BE49-F238E27FC236}">
                <a16:creationId xmlns:a16="http://schemas.microsoft.com/office/drawing/2014/main" id="{55E0600C-D234-40CB-A7E8-0432A5EFD61D}"/>
              </a:ext>
            </a:extLst>
          </p:cNvPr>
          <p:cNvPicPr>
            <a:picLocks noGrp="1" noChangeAspect="1"/>
          </p:cNvPicPr>
          <p:nvPr>
            <p:ph idx="1"/>
          </p:nvPr>
        </p:nvPicPr>
        <p:blipFill>
          <a:blip r:embed="rId3"/>
          <a:srcRect l="26663" r="1" b="1"/>
          <a:stretch>
            <a:fillRect/>
          </a:stretch>
        </p:blipFill>
        <p:spPr>
          <a:xfrm>
            <a:off x="4914900" y="218114"/>
            <a:ext cx="6688836" cy="6088068"/>
          </a:xfrm>
          <a:prstGeom prst="rect">
            <a:avLst/>
          </a:prstGeom>
          <a:noFill/>
        </p:spPr>
      </p:pic>
    </p:spTree>
    <p:extLst>
      <p:ext uri="{BB962C8B-B14F-4D97-AF65-F5344CB8AC3E}">
        <p14:creationId xmlns:p14="http://schemas.microsoft.com/office/powerpoint/2010/main" val="26498800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F1F69-CFFD-F6C2-8340-FDE490597A93}"/>
              </a:ext>
            </a:extLst>
          </p:cNvPr>
          <p:cNvSpPr>
            <a:spLocks noGrp="1"/>
          </p:cNvSpPr>
          <p:nvPr>
            <p:ph type="title"/>
          </p:nvPr>
        </p:nvSpPr>
        <p:spPr>
          <a:xfrm>
            <a:off x="178704" y="218113"/>
            <a:ext cx="3363393" cy="2345471"/>
          </a:xfrm>
        </p:spPr>
        <p:txBody>
          <a:bodyPr vert="horz" lIns="91440" tIns="45720" rIns="91440" bIns="45720" rtlCol="0" anchor="t">
            <a:normAutofit/>
          </a:bodyPr>
          <a:lstStyle/>
          <a:p>
            <a:r>
              <a:rPr lang="en-US" b="0" kern="1200" spc="-100" baseline="0">
                <a:latin typeface="+mj-lt"/>
                <a:ea typeface="+mj-ea"/>
                <a:cs typeface="+mj-cs"/>
              </a:rPr>
              <a:t>git push and git pull</a:t>
            </a:r>
          </a:p>
        </p:txBody>
      </p:sp>
      <p:sp>
        <p:nvSpPr>
          <p:cNvPr id="5" name="TextBox 4">
            <a:extLst>
              <a:ext uri="{FF2B5EF4-FFF2-40B4-BE49-F238E27FC236}">
                <a16:creationId xmlns:a16="http://schemas.microsoft.com/office/drawing/2014/main" id="{45A87FA9-779C-4B1C-AC9B-A6A1A1DEB842}"/>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78704" y="2563586"/>
            <a:ext cx="3363393" cy="3708232"/>
          </a:xfrm>
          <a:prstGeom prst="rect">
            <a:avLst/>
          </a:prstGeom>
        </p:spPr>
        <p:txBody>
          <a:bodyPr>
            <a:normAutofit/>
          </a:bodyPr>
          <a:lstStyle/>
          <a:p>
            <a:pPr marL="0" indent="0">
              <a:lnSpc>
                <a:spcPct val="90000"/>
              </a:lnSpc>
              <a:spcBef>
                <a:spcPts val="2500"/>
              </a:spcBef>
              <a:spcAft>
                <a:spcPts val="600"/>
              </a:spcAft>
              <a:buNone/>
            </a:pPr>
            <a:r>
              <a:rPr lang="en-US" sz="1300" b="1"/>
              <a:t>git push Functionality</a:t>
            </a:r>
          </a:p>
          <a:p>
            <a:pPr marL="0" lvl="1" indent="0">
              <a:lnSpc>
                <a:spcPct val="90000"/>
              </a:lnSpc>
              <a:spcBef>
                <a:spcPts val="1000"/>
              </a:spcBef>
              <a:spcAft>
                <a:spcPts val="600"/>
              </a:spcAft>
              <a:buNone/>
            </a:pPr>
            <a:r>
              <a:rPr lang="en-US" sz="1300"/>
              <a:t>Uploads local commits to a remote repository, sharing changes with collaborators effectively.</a:t>
            </a:r>
          </a:p>
          <a:p>
            <a:pPr marL="0" indent="0">
              <a:lnSpc>
                <a:spcPct val="90000"/>
              </a:lnSpc>
              <a:spcBef>
                <a:spcPts val="2500"/>
              </a:spcBef>
              <a:spcAft>
                <a:spcPts val="600"/>
              </a:spcAft>
              <a:buNone/>
            </a:pPr>
            <a:r>
              <a:rPr lang="en-US" sz="1300" b="1"/>
              <a:t>git pull Functionality</a:t>
            </a:r>
          </a:p>
          <a:p>
            <a:pPr marL="0" lvl="1" indent="0">
              <a:lnSpc>
                <a:spcPct val="90000"/>
              </a:lnSpc>
              <a:spcBef>
                <a:spcPts val="1000"/>
              </a:spcBef>
              <a:spcAft>
                <a:spcPts val="600"/>
              </a:spcAft>
              <a:buNone/>
            </a:pPr>
            <a:r>
              <a:rPr lang="en-US" sz="1300"/>
              <a:t>Fetches and merges changes from remote to local branch, keeping local copy up to date.</a:t>
            </a:r>
          </a:p>
          <a:p>
            <a:pPr marL="0" indent="0">
              <a:lnSpc>
                <a:spcPct val="90000"/>
              </a:lnSpc>
              <a:spcBef>
                <a:spcPts val="2500"/>
              </a:spcBef>
              <a:spcAft>
                <a:spcPts val="600"/>
              </a:spcAft>
              <a:buNone/>
            </a:pPr>
            <a:r>
              <a:rPr lang="en-US" sz="1300" b="1"/>
              <a:t>Team Collaboration</a:t>
            </a:r>
          </a:p>
          <a:p>
            <a:pPr marL="0" lvl="1" indent="0">
              <a:lnSpc>
                <a:spcPct val="90000"/>
              </a:lnSpc>
              <a:spcBef>
                <a:spcPts val="1000"/>
              </a:spcBef>
              <a:spcAft>
                <a:spcPts val="600"/>
              </a:spcAft>
              <a:buNone/>
            </a:pPr>
            <a:r>
              <a:rPr lang="en-US" sz="1300"/>
              <a:t>Regular use of git pull prevents conflicts and synchronizes work among team members.</a:t>
            </a:r>
          </a:p>
        </p:txBody>
      </p:sp>
      <p:pic>
        <p:nvPicPr>
          <p:cNvPr id="4" name="Content Placeholder 3" descr="Young Asian woman software developers mentor leader manager talking to executive team analyzing source code in office at night. Programmer development concept.">
            <a:extLst>
              <a:ext uri="{FF2B5EF4-FFF2-40B4-BE49-F238E27FC236}">
                <a16:creationId xmlns:a16="http://schemas.microsoft.com/office/drawing/2014/main" id="{EF00C29C-0F62-4865-A014-F96C44C873A7}"/>
              </a:ext>
            </a:extLst>
          </p:cNvPr>
          <p:cNvPicPr>
            <a:picLocks noGrp="1" noChangeAspect="1"/>
          </p:cNvPicPr>
          <p:nvPr>
            <p:ph idx="1"/>
          </p:nvPr>
        </p:nvPicPr>
        <p:blipFill>
          <a:blip r:embed="rId3"/>
          <a:stretch>
            <a:fillRect/>
          </a:stretch>
        </p:blipFill>
        <p:spPr>
          <a:xfrm>
            <a:off x="4914900" y="1380913"/>
            <a:ext cx="6688836" cy="3762470"/>
          </a:xfrm>
          <a:prstGeom prst="rect">
            <a:avLst/>
          </a:prstGeom>
          <a:noFill/>
        </p:spPr>
      </p:pic>
    </p:spTree>
    <p:extLst>
      <p:ext uri="{BB962C8B-B14F-4D97-AF65-F5344CB8AC3E}">
        <p14:creationId xmlns:p14="http://schemas.microsoft.com/office/powerpoint/2010/main" val="10802016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E2858-DCEE-CC38-4016-75FF2013521D}"/>
              </a:ext>
            </a:extLst>
          </p:cNvPr>
          <p:cNvSpPr>
            <a:spLocks noGrp="1"/>
          </p:cNvSpPr>
          <p:nvPr>
            <p:ph type="title"/>
          </p:nvPr>
        </p:nvSpPr>
        <p:spPr>
          <a:xfrm>
            <a:off x="178704" y="218113"/>
            <a:ext cx="3363393" cy="2345471"/>
          </a:xfrm>
        </p:spPr>
        <p:txBody>
          <a:bodyPr vert="horz" lIns="91440" tIns="45720" rIns="91440" bIns="45720" rtlCol="0" anchor="t">
            <a:normAutofit/>
          </a:bodyPr>
          <a:lstStyle/>
          <a:p>
            <a:r>
              <a:rPr lang="en-US" b="0" kern="1200" spc="-100" baseline="0">
                <a:latin typeface="+mj-lt"/>
                <a:ea typeface="+mj-ea"/>
                <a:cs typeface="+mj-cs"/>
              </a:rPr>
              <a:t>git status and git branch</a:t>
            </a:r>
          </a:p>
        </p:txBody>
      </p:sp>
      <p:sp>
        <p:nvSpPr>
          <p:cNvPr id="5" name="TextBox 4">
            <a:extLst>
              <a:ext uri="{FF2B5EF4-FFF2-40B4-BE49-F238E27FC236}">
                <a16:creationId xmlns:a16="http://schemas.microsoft.com/office/drawing/2014/main" id="{2E5BC3AB-0A2E-45C9-A177-6ED694770ABE}"/>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78704" y="2563586"/>
            <a:ext cx="3363393" cy="3708232"/>
          </a:xfrm>
          <a:prstGeom prst="rect">
            <a:avLst/>
          </a:prstGeom>
        </p:spPr>
        <p:txBody>
          <a:bodyPr>
            <a:normAutofit/>
          </a:bodyPr>
          <a:lstStyle/>
          <a:p>
            <a:pPr marL="0" indent="0">
              <a:lnSpc>
                <a:spcPct val="90000"/>
              </a:lnSpc>
              <a:spcBef>
                <a:spcPts val="2500"/>
              </a:spcBef>
              <a:spcAft>
                <a:spcPts val="600"/>
              </a:spcAft>
              <a:buNone/>
            </a:pPr>
            <a:r>
              <a:rPr lang="en-US" sz="1300" b="1"/>
              <a:t>Overview of git status</a:t>
            </a:r>
          </a:p>
          <a:p>
            <a:pPr marL="0" lvl="1" indent="0">
              <a:lnSpc>
                <a:spcPct val="90000"/>
              </a:lnSpc>
              <a:spcBef>
                <a:spcPts val="1000"/>
              </a:spcBef>
              <a:spcAft>
                <a:spcPts val="600"/>
              </a:spcAft>
              <a:buNone/>
            </a:pPr>
            <a:r>
              <a:rPr lang="en-US" sz="1300"/>
              <a:t>The git status command shows the current state of files as modified, staged, or untracked for next commits.</a:t>
            </a:r>
          </a:p>
          <a:p>
            <a:pPr marL="0" indent="0">
              <a:lnSpc>
                <a:spcPct val="90000"/>
              </a:lnSpc>
              <a:spcBef>
                <a:spcPts val="2500"/>
              </a:spcBef>
              <a:spcAft>
                <a:spcPts val="600"/>
              </a:spcAft>
              <a:buNone/>
            </a:pPr>
            <a:r>
              <a:rPr lang="en-US" sz="1300" b="1"/>
              <a:t>Managing branches with git branch</a:t>
            </a:r>
          </a:p>
          <a:p>
            <a:pPr marL="0" lvl="1" indent="0">
              <a:lnSpc>
                <a:spcPct val="90000"/>
              </a:lnSpc>
              <a:spcBef>
                <a:spcPts val="1000"/>
              </a:spcBef>
              <a:spcAft>
                <a:spcPts val="600"/>
              </a:spcAft>
              <a:buNone/>
            </a:pPr>
            <a:r>
              <a:rPr lang="en-US" sz="1300"/>
              <a:t>Git branch lists, creates, and manages separate development lines, enabling isolated feature or bug fix work.</a:t>
            </a:r>
          </a:p>
          <a:p>
            <a:pPr marL="0" indent="0">
              <a:lnSpc>
                <a:spcPct val="90000"/>
              </a:lnSpc>
              <a:spcBef>
                <a:spcPts val="2500"/>
              </a:spcBef>
              <a:spcAft>
                <a:spcPts val="600"/>
              </a:spcAft>
              <a:buNone/>
            </a:pPr>
            <a:r>
              <a:rPr lang="en-US" sz="1300" b="1"/>
              <a:t>Importance of branching</a:t>
            </a:r>
          </a:p>
          <a:p>
            <a:pPr marL="0" lvl="1" indent="0">
              <a:lnSpc>
                <a:spcPct val="90000"/>
              </a:lnSpc>
              <a:spcBef>
                <a:spcPts val="1000"/>
              </a:spcBef>
              <a:spcAft>
                <a:spcPts val="600"/>
              </a:spcAft>
              <a:buNone/>
            </a:pPr>
            <a:r>
              <a:rPr lang="en-US" sz="1300"/>
              <a:t>Branching helps maintain a clean main codebase by isolating new features or fixes until ready.</a:t>
            </a:r>
          </a:p>
        </p:txBody>
      </p:sp>
      <p:pic>
        <p:nvPicPr>
          <p:cNvPr id="4" name="Content Placeholder 3" descr="Shot of young woman programming at her home office.">
            <a:extLst>
              <a:ext uri="{FF2B5EF4-FFF2-40B4-BE49-F238E27FC236}">
                <a16:creationId xmlns:a16="http://schemas.microsoft.com/office/drawing/2014/main" id="{6E1F2A4A-5415-4DA7-9AEB-8691AF2BF46E}"/>
              </a:ext>
            </a:extLst>
          </p:cNvPr>
          <p:cNvPicPr>
            <a:picLocks noGrp="1" noChangeAspect="1"/>
          </p:cNvPicPr>
          <p:nvPr>
            <p:ph idx="1"/>
          </p:nvPr>
        </p:nvPicPr>
        <p:blipFill>
          <a:blip r:embed="rId3"/>
          <a:srcRect l="10651" r="16013" b="1"/>
          <a:stretch>
            <a:fillRect/>
          </a:stretch>
        </p:blipFill>
        <p:spPr>
          <a:xfrm>
            <a:off x="4914900" y="218114"/>
            <a:ext cx="6688836" cy="6088068"/>
          </a:xfrm>
          <a:prstGeom prst="rect">
            <a:avLst/>
          </a:prstGeom>
          <a:noFill/>
        </p:spPr>
      </p:pic>
    </p:spTree>
    <p:extLst>
      <p:ext uri="{BB962C8B-B14F-4D97-AF65-F5344CB8AC3E}">
        <p14:creationId xmlns:p14="http://schemas.microsoft.com/office/powerpoint/2010/main" val="16509111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36748-C59B-DFC9-C80B-75FCDEAE519B}"/>
              </a:ext>
            </a:extLst>
          </p:cNvPr>
          <p:cNvSpPr>
            <a:spLocks noGrp="1"/>
          </p:cNvSpPr>
          <p:nvPr>
            <p:ph type="title"/>
          </p:nvPr>
        </p:nvSpPr>
        <p:spPr>
          <a:xfrm>
            <a:off x="157729" y="3200400"/>
            <a:ext cx="9002895" cy="3582184"/>
          </a:xfrm>
        </p:spPr>
        <p:txBody>
          <a:bodyPr anchor="b">
            <a:normAutofit/>
          </a:bodyPr>
          <a:lstStyle/>
          <a:p>
            <a:r>
              <a:rPr lang="en-US"/>
              <a:t>Visual Workflow and Branching</a:t>
            </a:r>
          </a:p>
        </p:txBody>
      </p:sp>
    </p:spTree>
    <p:extLst>
      <p:ext uri="{BB962C8B-B14F-4D97-AF65-F5344CB8AC3E}">
        <p14:creationId xmlns:p14="http://schemas.microsoft.com/office/powerpoint/2010/main" val="21237623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BA234-F6A7-AA24-6155-D40E08F2A69C}"/>
              </a:ext>
            </a:extLst>
          </p:cNvPr>
          <p:cNvSpPr>
            <a:spLocks noGrp="1"/>
          </p:cNvSpPr>
          <p:nvPr>
            <p:ph type="title"/>
          </p:nvPr>
        </p:nvSpPr>
        <p:spPr>
          <a:xfrm>
            <a:off x="178704" y="218113"/>
            <a:ext cx="3363393" cy="2345471"/>
          </a:xfrm>
        </p:spPr>
        <p:txBody>
          <a:bodyPr vert="horz" lIns="91440" tIns="45720" rIns="91440" bIns="45720" rtlCol="0" anchor="t">
            <a:normAutofit/>
          </a:bodyPr>
          <a:lstStyle/>
          <a:p>
            <a:r>
              <a:rPr lang="en-US" b="0" kern="1200" spc="-100" baseline="0">
                <a:latin typeface="+mj-lt"/>
                <a:ea typeface="+mj-ea"/>
                <a:cs typeface="+mj-cs"/>
              </a:rPr>
              <a:t>Understanding Git Workflow</a:t>
            </a:r>
          </a:p>
        </p:txBody>
      </p:sp>
      <p:sp>
        <p:nvSpPr>
          <p:cNvPr id="5" name="TextBox 4">
            <a:extLst>
              <a:ext uri="{FF2B5EF4-FFF2-40B4-BE49-F238E27FC236}">
                <a16:creationId xmlns:a16="http://schemas.microsoft.com/office/drawing/2014/main" id="{9E396020-9DE6-4C84-A62A-BF0E4874022A}"/>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78704" y="2563586"/>
            <a:ext cx="3363393" cy="3708232"/>
          </a:xfrm>
          <a:prstGeom prst="rect">
            <a:avLst/>
          </a:prstGeom>
        </p:spPr>
        <p:txBody>
          <a:bodyPr>
            <a:normAutofit/>
          </a:bodyPr>
          <a:lstStyle/>
          <a:p>
            <a:pPr marL="0" indent="0">
              <a:lnSpc>
                <a:spcPct val="90000"/>
              </a:lnSpc>
              <a:spcBef>
                <a:spcPts val="2500"/>
              </a:spcBef>
              <a:spcAft>
                <a:spcPts val="600"/>
              </a:spcAft>
              <a:buNone/>
            </a:pPr>
            <a:r>
              <a:rPr lang="en-US" sz="1300" b="1"/>
              <a:t>Core Git Areas</a:t>
            </a:r>
          </a:p>
          <a:p>
            <a:pPr marL="0" lvl="1" indent="0">
              <a:lnSpc>
                <a:spcPct val="90000"/>
              </a:lnSpc>
              <a:spcBef>
                <a:spcPts val="1000"/>
              </a:spcBef>
              <a:spcAft>
                <a:spcPts val="600"/>
              </a:spcAft>
              <a:buNone/>
            </a:pPr>
            <a:r>
              <a:rPr lang="en-US" sz="1300"/>
              <a:t>Git workflow includes working directory, staging area, and repository for managing file changes effectively.</a:t>
            </a:r>
          </a:p>
          <a:p>
            <a:pPr marL="0" indent="0">
              <a:lnSpc>
                <a:spcPct val="90000"/>
              </a:lnSpc>
              <a:spcBef>
                <a:spcPts val="2500"/>
              </a:spcBef>
              <a:spcAft>
                <a:spcPts val="600"/>
              </a:spcAft>
              <a:buNone/>
            </a:pPr>
            <a:r>
              <a:rPr lang="en-US" sz="1300" b="1"/>
              <a:t>Staging and Committing</a:t>
            </a:r>
          </a:p>
          <a:p>
            <a:pPr marL="0" lvl="1" indent="0">
              <a:lnSpc>
                <a:spcPct val="90000"/>
              </a:lnSpc>
              <a:spcBef>
                <a:spcPts val="1000"/>
              </a:spcBef>
              <a:spcAft>
                <a:spcPts val="600"/>
              </a:spcAft>
              <a:buNone/>
            </a:pPr>
            <a:r>
              <a:rPr lang="en-US" sz="1300"/>
              <a:t>Use 'git add' to stage changes and 'git commit' to record them, ensuring organized version control.</a:t>
            </a:r>
          </a:p>
          <a:p>
            <a:pPr marL="0" indent="0">
              <a:lnSpc>
                <a:spcPct val="90000"/>
              </a:lnSpc>
              <a:spcBef>
                <a:spcPts val="2500"/>
              </a:spcBef>
              <a:spcAft>
                <a:spcPts val="600"/>
              </a:spcAft>
              <a:buNone/>
            </a:pPr>
            <a:r>
              <a:rPr lang="en-US" sz="1300" b="1"/>
              <a:t>Remote Synchronization</a:t>
            </a:r>
          </a:p>
          <a:p>
            <a:pPr marL="0" lvl="1" indent="0">
              <a:lnSpc>
                <a:spcPct val="90000"/>
              </a:lnSpc>
              <a:spcBef>
                <a:spcPts val="1000"/>
              </a:spcBef>
              <a:spcAft>
                <a:spcPts val="600"/>
              </a:spcAft>
              <a:buNone/>
            </a:pPr>
            <a:r>
              <a:rPr lang="en-US" sz="1300"/>
              <a:t>'git push' and 'git pull' synchronize local repository with remote, enabling collaborative workflows.</a:t>
            </a:r>
          </a:p>
        </p:txBody>
      </p:sp>
      <p:pic>
        <p:nvPicPr>
          <p:cNvPr id="4" name="Content Placeholder 3" descr="Desktop computers connected in a network.See all my">
            <a:extLst>
              <a:ext uri="{FF2B5EF4-FFF2-40B4-BE49-F238E27FC236}">
                <a16:creationId xmlns:a16="http://schemas.microsoft.com/office/drawing/2014/main" id="{9CE7128A-DB60-49BF-811A-AA49A01C64E4}"/>
              </a:ext>
            </a:extLst>
          </p:cNvPr>
          <p:cNvPicPr>
            <a:picLocks noGrp="1" noChangeAspect="1"/>
          </p:cNvPicPr>
          <p:nvPr>
            <p:ph idx="1"/>
          </p:nvPr>
        </p:nvPicPr>
        <p:blipFill>
          <a:blip r:embed="rId3"/>
          <a:stretch>
            <a:fillRect/>
          </a:stretch>
        </p:blipFill>
        <p:spPr>
          <a:xfrm>
            <a:off x="4914900" y="753834"/>
            <a:ext cx="6688836" cy="5016627"/>
          </a:xfrm>
          <a:prstGeom prst="rect">
            <a:avLst/>
          </a:prstGeom>
          <a:noFill/>
        </p:spPr>
      </p:pic>
    </p:spTree>
    <p:extLst>
      <p:ext uri="{BB962C8B-B14F-4D97-AF65-F5344CB8AC3E}">
        <p14:creationId xmlns:p14="http://schemas.microsoft.com/office/powerpoint/2010/main" val="4182369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EA069-0DE2-ED21-403C-F5BE1E9AF9F7}"/>
              </a:ext>
            </a:extLst>
          </p:cNvPr>
          <p:cNvSpPr>
            <a:spLocks noGrp="1"/>
          </p:cNvSpPr>
          <p:nvPr>
            <p:ph type="title"/>
          </p:nvPr>
        </p:nvSpPr>
        <p:spPr>
          <a:xfrm>
            <a:off x="4919525" y="219456"/>
            <a:ext cx="6376547" cy="1066006"/>
          </a:xfrm>
        </p:spPr>
        <p:txBody>
          <a:bodyPr vert="horz" lIns="91440" tIns="45720" rIns="91440" bIns="45720" rtlCol="0" anchor="t">
            <a:normAutofit/>
          </a:bodyPr>
          <a:lstStyle/>
          <a:p>
            <a:r>
              <a:rPr lang="en-US" b="0" kern="1200" spc="-100" baseline="0">
                <a:latin typeface="+mj-lt"/>
                <a:ea typeface="+mj-ea"/>
                <a:cs typeface="+mj-cs"/>
              </a:rPr>
              <a:t>Branching Strategies and Illustration</a:t>
            </a:r>
          </a:p>
        </p:txBody>
      </p:sp>
      <p:pic>
        <p:nvPicPr>
          <p:cNvPr id="4" name="Content Placeholder 3"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6767F349-66B6-4721-B959-0C6D4486E7B4}"/>
              </a:ext>
            </a:extLst>
          </p:cNvPr>
          <p:cNvPicPr>
            <a:picLocks noGrp="1" noChangeAspect="1"/>
          </p:cNvPicPr>
          <p:nvPr>
            <p:ph type="pic" sz="quarter" idx="13"/>
          </p:nvPr>
        </p:nvPicPr>
        <p:blipFill>
          <a:blip r:embed="rId3"/>
          <a:srcRect l="19794" r="33572" b="1"/>
          <a:stretch>
            <a:fillRect/>
          </a:stretch>
        </p:blipFill>
        <p:spPr>
          <a:xfrm>
            <a:off x="274320" y="268573"/>
            <a:ext cx="4419600" cy="6325969"/>
          </a:xfrm>
          <a:prstGeom prst="rect">
            <a:avLst/>
          </a:prstGeom>
          <a:noFill/>
        </p:spPr>
      </p:pic>
      <p:sp>
        <p:nvSpPr>
          <p:cNvPr id="5" name="TextBox 4">
            <a:extLst>
              <a:ext uri="{FF2B5EF4-FFF2-40B4-BE49-F238E27FC236}">
                <a16:creationId xmlns:a16="http://schemas.microsoft.com/office/drawing/2014/main" id="{0031984B-913F-4391-9CD3-8DA37D09B170}"/>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19526" y="1285462"/>
            <a:ext cx="6376546" cy="4986355"/>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Independent Feature Development</a:t>
            </a:r>
          </a:p>
          <a:p>
            <a:pPr marL="0" lvl="1" indent="0">
              <a:spcBef>
                <a:spcPts val="1000"/>
              </a:spcBef>
              <a:spcAft>
                <a:spcPts val="600"/>
              </a:spcAft>
              <a:buFont typeface="Arial" panose="020B0604020202020204" pitchFamily="34" charset="0"/>
              <a:buNone/>
            </a:pPr>
            <a:r>
              <a:rPr lang="en-US" sz="1400"/>
              <a:t>Branching lets developers work on features or fixes separately from the main codebase, ensuring isolated progress.</a:t>
            </a:r>
          </a:p>
          <a:p>
            <a:pPr marL="0" indent="0">
              <a:spcBef>
                <a:spcPts val="2500"/>
              </a:spcBef>
              <a:spcAft>
                <a:spcPts val="600"/>
              </a:spcAft>
              <a:buFont typeface="Arial" panose="020B0604020202020204" pitchFamily="34" charset="0"/>
              <a:buNone/>
            </a:pPr>
            <a:r>
              <a:rPr lang="en-US" sz="1400" b="1"/>
              <a:t>Merging and Branch Deletion</a:t>
            </a:r>
          </a:p>
          <a:p>
            <a:pPr marL="0" lvl="1" indent="0">
              <a:spcBef>
                <a:spcPts val="1000"/>
              </a:spcBef>
              <a:spcAft>
                <a:spcPts val="600"/>
              </a:spcAft>
              <a:buFont typeface="Arial" panose="020B0604020202020204" pitchFamily="34" charset="0"/>
              <a:buNone/>
            </a:pPr>
            <a:r>
              <a:rPr lang="en-US" sz="1400"/>
              <a:t>Completed branches merge back into the main branch, and then are deleted to keep the codebase organized.</a:t>
            </a:r>
          </a:p>
          <a:p>
            <a:pPr marL="0" indent="0">
              <a:spcBef>
                <a:spcPts val="2500"/>
              </a:spcBef>
              <a:spcAft>
                <a:spcPts val="600"/>
              </a:spcAft>
              <a:buFont typeface="Arial" panose="020B0604020202020204" pitchFamily="34" charset="0"/>
              <a:buNone/>
            </a:pPr>
            <a:r>
              <a:rPr lang="en-US" sz="1400" b="1"/>
              <a:t>Visual Branching Illustration</a:t>
            </a:r>
          </a:p>
          <a:p>
            <a:pPr marL="0" lvl="1" indent="0">
              <a:spcBef>
                <a:spcPts val="1000"/>
              </a:spcBef>
              <a:spcAft>
                <a:spcPts val="600"/>
              </a:spcAft>
              <a:buFont typeface="Arial" panose="020B0604020202020204" pitchFamily="34" charset="0"/>
              <a:buNone/>
            </a:pPr>
            <a:r>
              <a:rPr lang="en-US" sz="1400"/>
              <a:t>Tree-like visuals show the main branch as trunk and feature branches as offshoots, clarifying development flow.</a:t>
            </a:r>
          </a:p>
          <a:p>
            <a:pPr marL="0" indent="0">
              <a:spcBef>
                <a:spcPts val="2500"/>
              </a:spcBef>
              <a:spcAft>
                <a:spcPts val="600"/>
              </a:spcAft>
              <a:buFont typeface="Arial" panose="020B0604020202020204" pitchFamily="34" charset="0"/>
              <a:buNone/>
            </a:pPr>
            <a:r>
              <a:rPr lang="en-US" sz="1400" b="1"/>
              <a:t>Benefits of Branching</a:t>
            </a:r>
          </a:p>
          <a:p>
            <a:pPr marL="0" lvl="1" indent="0">
              <a:spcBef>
                <a:spcPts val="1000"/>
              </a:spcBef>
              <a:spcAft>
                <a:spcPts val="600"/>
              </a:spcAft>
              <a:buFont typeface="Arial" panose="020B0604020202020204" pitchFamily="34" charset="0"/>
              <a:buNone/>
            </a:pPr>
            <a:r>
              <a:rPr lang="en-US" sz="1400"/>
              <a:t>Branching reduces conflicts, supports experimentation, and enables organized workflows for collaborative projects.</a:t>
            </a:r>
          </a:p>
        </p:txBody>
      </p:sp>
    </p:spTree>
    <p:extLst>
      <p:ext uri="{BB962C8B-B14F-4D97-AF65-F5344CB8AC3E}">
        <p14:creationId xmlns:p14="http://schemas.microsoft.com/office/powerpoint/2010/main" val="8297955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A2A1A-253A-90F6-C540-E66B21D42797}"/>
              </a:ext>
            </a:extLst>
          </p:cNvPr>
          <p:cNvSpPr>
            <a:spLocks noGrp="1"/>
          </p:cNvSpPr>
          <p:nvPr>
            <p:ph type="title"/>
          </p:nvPr>
        </p:nvSpPr>
        <p:spPr>
          <a:xfrm>
            <a:off x="157729" y="3200400"/>
            <a:ext cx="9002895" cy="3582184"/>
          </a:xfrm>
        </p:spPr>
        <p:txBody>
          <a:bodyPr anchor="b">
            <a:normAutofit/>
          </a:bodyPr>
          <a:lstStyle/>
          <a:p>
            <a:r>
              <a:rPr lang="en-US"/>
              <a:t>Conclusion</a:t>
            </a:r>
          </a:p>
        </p:txBody>
      </p:sp>
    </p:spTree>
    <p:extLst>
      <p:ext uri="{BB962C8B-B14F-4D97-AF65-F5344CB8AC3E}">
        <p14:creationId xmlns:p14="http://schemas.microsoft.com/office/powerpoint/2010/main" val="15937476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3A7E4-36C5-D3EC-D753-D208E74780F1}"/>
              </a:ext>
            </a:extLst>
          </p:cNvPr>
          <p:cNvSpPr>
            <a:spLocks noGrp="1"/>
          </p:cNvSpPr>
          <p:nvPr>
            <p:ph type="title"/>
          </p:nvPr>
        </p:nvSpPr>
        <p:spPr>
          <a:xfrm>
            <a:off x="178704" y="218113"/>
            <a:ext cx="3363393" cy="2345471"/>
          </a:xfrm>
        </p:spPr>
        <p:txBody>
          <a:bodyPr vert="horz" lIns="91440" tIns="45720" rIns="91440" bIns="45720" rtlCol="0" anchor="t">
            <a:normAutofit/>
          </a:bodyPr>
          <a:lstStyle/>
          <a:p>
            <a:r>
              <a:rPr lang="en-US" b="0" kern="1200" spc="-100" baseline="0">
                <a:latin typeface="+mj-lt"/>
                <a:ea typeface="+mj-ea"/>
                <a:cs typeface="+mj-cs"/>
              </a:rPr>
              <a:t>Key Takeaways and Next Steps</a:t>
            </a:r>
          </a:p>
        </p:txBody>
      </p:sp>
      <p:sp>
        <p:nvSpPr>
          <p:cNvPr id="5" name="TextBox 4">
            <a:extLst>
              <a:ext uri="{FF2B5EF4-FFF2-40B4-BE49-F238E27FC236}">
                <a16:creationId xmlns:a16="http://schemas.microsoft.com/office/drawing/2014/main" id="{C2C09C4A-0660-49E7-A963-71EF9F2AF111}"/>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78704" y="2563586"/>
            <a:ext cx="3363393" cy="3708232"/>
          </a:xfrm>
          <a:prstGeom prst="rect">
            <a:avLst/>
          </a:prstGeom>
        </p:spPr>
        <p:txBody>
          <a:bodyPr>
            <a:normAutofit/>
          </a:bodyPr>
          <a:lstStyle/>
          <a:p>
            <a:pPr marL="0" indent="0">
              <a:lnSpc>
                <a:spcPct val="90000"/>
              </a:lnSpc>
              <a:spcBef>
                <a:spcPts val="2500"/>
              </a:spcBef>
              <a:spcAft>
                <a:spcPts val="600"/>
              </a:spcAft>
              <a:buNone/>
            </a:pPr>
            <a:r>
              <a:rPr lang="en-US" sz="900" b="1"/>
              <a:t>Core Git Commands</a:t>
            </a:r>
          </a:p>
          <a:p>
            <a:pPr marL="0" lvl="1" indent="0">
              <a:lnSpc>
                <a:spcPct val="90000"/>
              </a:lnSpc>
              <a:spcBef>
                <a:spcPts val="1000"/>
              </a:spcBef>
              <a:spcAft>
                <a:spcPts val="600"/>
              </a:spcAft>
              <a:buNone/>
            </a:pPr>
            <a:r>
              <a:rPr lang="en-US" sz="900"/>
              <a:t>Understand essential Git commands that form the foundation of version control workflows.</a:t>
            </a:r>
          </a:p>
          <a:p>
            <a:pPr marL="0" indent="0">
              <a:lnSpc>
                <a:spcPct val="90000"/>
              </a:lnSpc>
              <a:spcBef>
                <a:spcPts val="2500"/>
              </a:spcBef>
              <a:spcAft>
                <a:spcPts val="600"/>
              </a:spcAft>
              <a:buNone/>
            </a:pPr>
            <a:r>
              <a:rPr lang="en-US" sz="900" b="1"/>
              <a:t>Workflows and Branching</a:t>
            </a:r>
          </a:p>
          <a:p>
            <a:pPr marL="0" lvl="1" indent="0">
              <a:lnSpc>
                <a:spcPct val="90000"/>
              </a:lnSpc>
              <a:spcBef>
                <a:spcPts val="1000"/>
              </a:spcBef>
              <a:spcAft>
                <a:spcPts val="600"/>
              </a:spcAft>
              <a:buNone/>
            </a:pPr>
            <a:r>
              <a:rPr lang="en-US" sz="900"/>
              <a:t>Visualize workflows and branching strategies to improve comprehension and reduce errors.</a:t>
            </a:r>
          </a:p>
          <a:p>
            <a:pPr marL="0" indent="0">
              <a:lnSpc>
                <a:spcPct val="90000"/>
              </a:lnSpc>
              <a:spcBef>
                <a:spcPts val="2500"/>
              </a:spcBef>
              <a:spcAft>
                <a:spcPts val="600"/>
              </a:spcAft>
              <a:buNone/>
            </a:pPr>
            <a:r>
              <a:rPr lang="en-US" sz="900" b="1"/>
              <a:t>Practice and Advanced Features</a:t>
            </a:r>
          </a:p>
          <a:p>
            <a:pPr marL="0" lvl="1" indent="0">
              <a:lnSpc>
                <a:spcPct val="90000"/>
              </a:lnSpc>
              <a:spcBef>
                <a:spcPts val="1000"/>
              </a:spcBef>
              <a:spcAft>
                <a:spcPts val="600"/>
              </a:spcAft>
              <a:buNone/>
            </a:pPr>
            <a:r>
              <a:rPr lang="en-US" sz="900"/>
              <a:t>Apply Git commands in projects and explore advanced features like merging and rebasing.</a:t>
            </a:r>
          </a:p>
          <a:p>
            <a:pPr marL="0" indent="0">
              <a:lnSpc>
                <a:spcPct val="90000"/>
              </a:lnSpc>
              <a:spcBef>
                <a:spcPts val="2500"/>
              </a:spcBef>
              <a:spcAft>
                <a:spcPts val="600"/>
              </a:spcAft>
              <a:buNone/>
            </a:pPr>
            <a:r>
              <a:rPr lang="en-US" sz="900" b="1"/>
              <a:t>Best Practices and Continuous Learning</a:t>
            </a:r>
          </a:p>
          <a:p>
            <a:pPr marL="0" lvl="1" indent="0">
              <a:lnSpc>
                <a:spcPct val="90000"/>
              </a:lnSpc>
              <a:spcBef>
                <a:spcPts val="1000"/>
              </a:spcBef>
              <a:spcAft>
                <a:spcPts val="600"/>
              </a:spcAft>
              <a:buNone/>
            </a:pPr>
            <a:r>
              <a:rPr lang="en-US" sz="900"/>
              <a:t>Adopt best practices for commit messages and branch naming to enable efficient collaboration.</a:t>
            </a:r>
          </a:p>
        </p:txBody>
      </p:sp>
      <p:pic>
        <p:nvPicPr>
          <p:cNvPr id="4" name="Content Placeholder 3" descr="Internet Network of Connected Devices and Apps.">
            <a:extLst>
              <a:ext uri="{FF2B5EF4-FFF2-40B4-BE49-F238E27FC236}">
                <a16:creationId xmlns:a16="http://schemas.microsoft.com/office/drawing/2014/main" id="{C092752B-C060-4B7B-920B-7D0370772108}"/>
              </a:ext>
            </a:extLst>
          </p:cNvPr>
          <p:cNvPicPr>
            <a:picLocks noGrp="1" noChangeAspect="1"/>
          </p:cNvPicPr>
          <p:nvPr>
            <p:ph idx="1"/>
          </p:nvPr>
        </p:nvPicPr>
        <p:blipFill>
          <a:blip r:embed="rId3"/>
          <a:stretch>
            <a:fillRect/>
          </a:stretch>
        </p:blipFill>
        <p:spPr>
          <a:xfrm>
            <a:off x="4914900" y="1029749"/>
            <a:ext cx="6688836" cy="4464798"/>
          </a:xfrm>
          <a:prstGeom prst="rect">
            <a:avLst/>
          </a:prstGeom>
          <a:noFill/>
        </p:spPr>
      </p:pic>
    </p:spTree>
    <p:extLst>
      <p:ext uri="{BB962C8B-B14F-4D97-AF65-F5344CB8AC3E}">
        <p14:creationId xmlns:p14="http://schemas.microsoft.com/office/powerpoint/2010/main" val="26984139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Dune">
  <a:themeElements>
    <a:clrScheme name="Dune">
      <a:dk1>
        <a:srgbClr val="131313"/>
      </a:dk1>
      <a:lt1>
        <a:sysClr val="window" lastClr="FFFFFF"/>
      </a:lt1>
      <a:dk2>
        <a:srgbClr val="272D2B"/>
      </a:dk2>
      <a:lt2>
        <a:srgbClr val="F0EDE6"/>
      </a:lt2>
      <a:accent1>
        <a:srgbClr val="647E6B"/>
      </a:accent1>
      <a:accent2>
        <a:srgbClr val="476262"/>
      </a:accent2>
      <a:accent3>
        <a:srgbClr val="9B8C69"/>
      </a:accent3>
      <a:accent4>
        <a:srgbClr val="BA988C"/>
      </a:accent4>
      <a:accent5>
        <a:srgbClr val="A27C7C"/>
      </a:accent5>
      <a:accent6>
        <a:srgbClr val="79958B"/>
      </a:accent6>
      <a:hlink>
        <a:srgbClr val="476262"/>
      </a:hlink>
      <a:folHlink>
        <a:srgbClr val="A27C7C"/>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 id="{826328CA-5F67-4711-B85D-145ABD90F0C2}" vid="{19057A55-7D5A-4630-9E53-CA5ED64477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69C16DF-FD5D-45EB-A5D0-4ED61432363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9BD7DE58-0BE1-4C71-B87C-2A79B7BE4426}">
  <ds:schemaRefs>
    <ds:schemaRef ds:uri="http://schemas.microsoft.com/sharepoint/v3/contenttype/forms"/>
  </ds:schemaRefs>
</ds:datastoreItem>
</file>

<file path=customXml/itemProps3.xml><?xml version="1.0" encoding="utf-8"?>
<ds:datastoreItem xmlns:ds="http://schemas.openxmlformats.org/officeDocument/2006/customXml" ds:itemID="{8C940ACA-6755-480B-98F2-5699A89626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Dune</Template>
  <TotalTime>3</TotalTime>
  <Words>4</Words>
  <Application>Microsoft Office PowerPoint</Application>
  <PresentationFormat>Widescreen</PresentationFormat>
  <Paragraphs>2</Paragraphs>
  <Slides>13</Slides>
  <Notes>13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Dune</vt:lpstr>
      <vt:lpstr>GitHub Basic Commands Tutorial</vt:lpstr>
      <vt:lpstr>Introduction to GitHub and Git</vt:lpstr>
      <vt:lpstr>Overview of GitHub and Version Control</vt:lpstr>
      <vt:lpstr>Core Git Commands</vt:lpstr>
      <vt:lpstr>git init and git clone</vt:lpstr>
      <vt:lpstr>git add and git commit</vt:lpstr>
      <vt:lpstr>git push and git pull</vt:lpstr>
      <vt:lpstr>git status and git branch</vt:lpstr>
      <vt:lpstr>Visual Workflow and Branching</vt:lpstr>
      <vt:lpstr>Understanding Git Workflow</vt:lpstr>
      <vt:lpstr>Branching Strategies and Illustration</vt:lpstr>
      <vt:lpstr>Conclusion</vt:lpstr>
      <vt:lpstr>Key Takeaways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1</cp:revision>
  <dcterms:created xsi:type="dcterms:W3CDTF">2025-08-21T23:11:21Z</dcterms:created>
  <dcterms:modified xsi:type="dcterms:W3CDTF">2025-12-02T15:17:05Z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