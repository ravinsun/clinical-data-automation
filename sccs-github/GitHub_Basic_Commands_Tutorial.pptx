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2" r:id="rId4"/>
  </p:sldMasterIdLst>
  <p:notesMasterIdLst>
    <p:notesMasterId r:id="rId15"/>
  </p:notesMasterIdLst>
  <p:handoutMasterIdLst>
    <p:handoutMasterId r:id="rId16"/>
  </p:handoutMasterIdLst>
  <p:sldIdLst>
    <p:sldId id="2561" r:id="rId5"/>
    <p:sldId id="2562" r:id="rId6"/>
    <p:sldId id="2563" r:id="rId7"/>
    <p:sldId id="2564" r:id="rId8"/>
    <p:sldId id="2565" r:id="rId9"/>
    <p:sldId id="2566" r:id="rId10"/>
    <p:sldId id="2567" r:id="rId11"/>
    <p:sldId id="2568" r:id="rId12"/>
    <p:sldId id="2569" r:id="rId13"/>
    <p:sldId id="25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tHub Basic Commands Tutorial" id="{28E90328-AA4C-4552-BA90-FEF835481470}">
          <p14:sldIdLst>
            <p14:sldId id="2561"/>
          </p14:sldIdLst>
        </p14:section>
        <p14:section name="Introduction to GitHub and Git" id="{20A4C5C1-7CCF-42BD-B6EA-58F552F96A50}">
          <p14:sldIdLst>
            <p14:sldId id="2562"/>
            <p14:sldId id="2563"/>
          </p14:sldIdLst>
        </p14:section>
        <p14:section name="Core Git Commands" id="{E53C9B1C-CB93-48AF-B042-083009C8E5DC}">
          <p14:sldIdLst>
            <p14:sldId id="2564"/>
            <p14:sldId id="2565"/>
            <p14:sldId id="2566"/>
            <p14:sldId id="2567"/>
            <p14:sldId id="2568"/>
          </p14:sldIdLst>
        </p14:section>
        <p14:section name="Conclusion and Best Practices" id="{74F9BEE3-D52E-4BF2-92CE-B729D26E0532}">
          <p14:sldIdLst>
            <p14:sldId id="2569"/>
            <p14:sldId id="257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EC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970104-7549-59EB-DE14-82C9C168D7D6}" v="13" dt="2025-12-02T14:48:37.1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30"/>
  </p:normalViewPr>
  <p:slideViewPr>
    <p:cSldViewPr snapToGrid="0">
      <p:cViewPr>
        <p:scale>
          <a:sx n="100" d="100"/>
          <a:sy n="100" d="100"/>
        </p:scale>
        <p:origin x="58" y="-547"/>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D9970104-7549-59EB-DE14-82C9C168D7D6}"/>
    <pc:docChg chg="addSld delSld modSld addSection">
      <pc:chgData name="" userId="" providerId="" clId="Web-{D9970104-7549-59EB-DE14-82C9C168D7D6}" dt="2025-12-02T14:48:37.115" v="13" actId="34807"/>
      <pc:docMkLst>
        <pc:docMk/>
      </pc:docMkLst>
      <pc:sldChg chg="del">
        <pc:chgData name="" userId="" providerId="" clId="Web-{D9970104-7549-59EB-DE14-82C9C168D7D6}" dt="2025-12-02T14:48:37.053" v="0" actId="34807"/>
        <pc:sldMkLst>
          <pc:docMk/>
          <pc:sldMk cId="2329614230" sldId="260"/>
        </pc:sldMkLst>
      </pc:sldChg>
      <pc:sldChg chg="modSp add mod modClrScheme addAnim chgLayout">
        <pc:chgData name="" userId="" providerId="" clId="Web-{D9970104-7549-59EB-DE14-82C9C168D7D6}" dt="2025-12-02T14:48:37.100" v="4" actId="34807"/>
        <pc:sldMkLst>
          <pc:docMk/>
          <pc:sldMk cId="2311486970" sldId="2561"/>
        </pc:sldMkLst>
        <pc:spChg chg="mod">
          <ac:chgData name="" userId="" providerId="" clId="Web-{D9970104-7549-59EB-DE14-82C9C168D7D6}" dt="2025-12-02T14:48:37.100" v="1" actId="34807"/>
          <ac:spMkLst>
            <pc:docMk/>
            <pc:sldMk cId="2311486970" sldId="2561"/>
            <ac:spMk id="2" creationId="{19ED65D7-5AB0-4740-AACA-575C20C3436B}"/>
          </ac:spMkLst>
        </pc:spChg>
        <pc:spChg chg="mod">
          <ac:chgData name="" userId="" providerId="" clId="Web-{D9970104-7549-59EB-DE14-82C9C168D7D6}" dt="2025-12-02T14:48:37.100" v="1" actId="34807"/>
          <ac:spMkLst>
            <pc:docMk/>
            <pc:sldMk cId="2311486970" sldId="2561"/>
            <ac:spMk id="3" creationId="{0F6345D1-582D-DE32-28E1-A40B1FF951BE}"/>
          </ac:spMkLst>
        </pc:spChg>
        <pc:picChg chg="mod">
          <ac:chgData name="" userId="" providerId="" clId="Web-{D9970104-7549-59EB-DE14-82C9C168D7D6}" dt="2025-12-02T14:48:37.100" v="1" actId="34807"/>
          <ac:picMkLst>
            <pc:docMk/>
            <pc:sldMk cId="2311486970" sldId="2561"/>
            <ac:picMk id="4" creationId="{31C2BE12-F8DA-436B-B233-AA6B2DEBBEB1}"/>
          </ac:picMkLst>
        </pc:picChg>
      </pc:sldChg>
      <pc:sldChg chg="modSp add mod modTransition addAnim chgLayout">
        <pc:chgData name="" userId="" providerId="" clId="Web-{D9970104-7549-59EB-DE14-82C9C168D7D6}" dt="2025-12-02T14:48:37.115" v="5" actId="34807"/>
        <pc:sldMkLst>
          <pc:docMk/>
          <pc:sldMk cId="1842655094" sldId="2562"/>
        </pc:sldMkLst>
        <pc:spChg chg="mod">
          <ac:chgData name="" userId="" providerId="" clId="Web-{D9970104-7549-59EB-DE14-82C9C168D7D6}" dt="2025-12-02T14:48:37.100" v="1" actId="34807"/>
          <ac:spMkLst>
            <pc:docMk/>
            <pc:sldMk cId="1842655094" sldId="2562"/>
            <ac:spMk id="2" creationId="{EC2A5019-0FA9-946B-EA41-8372D066F009}"/>
          </ac:spMkLst>
        </pc:spChg>
      </pc:sldChg>
      <pc:sldChg chg="modSp add mod modTransition modClrScheme addAnim chgLayout">
        <pc:chgData name="" userId="" providerId="" clId="Web-{D9970104-7549-59EB-DE14-82C9C168D7D6}" dt="2025-12-02T14:48:37.115" v="6" actId="34807"/>
        <pc:sldMkLst>
          <pc:docMk/>
          <pc:sldMk cId="488243185" sldId="2563"/>
        </pc:sldMkLst>
        <pc:spChg chg="mod">
          <ac:chgData name="" userId="" providerId="" clId="Web-{D9970104-7549-59EB-DE14-82C9C168D7D6}" dt="2025-12-02T14:48:37.100" v="1" actId="34807"/>
          <ac:spMkLst>
            <pc:docMk/>
            <pc:sldMk cId="488243185" sldId="2563"/>
            <ac:spMk id="2" creationId="{1F451BF9-D70C-EF8F-4D87-16C082B6D66B}"/>
          </ac:spMkLst>
        </pc:spChg>
        <pc:spChg chg="mod">
          <ac:chgData name="" userId="" providerId="" clId="Web-{D9970104-7549-59EB-DE14-82C9C168D7D6}" dt="2025-12-02T14:48:37.100" v="1" actId="34807"/>
          <ac:spMkLst>
            <pc:docMk/>
            <pc:sldMk cId="488243185" sldId="2563"/>
            <ac:spMk id="4" creationId="{3E796538-463D-597B-BE32-AC01DCE572A5}"/>
          </ac:spMkLst>
        </pc:spChg>
        <pc:picChg chg="mod">
          <ac:chgData name="" userId="" providerId="" clId="Web-{D9970104-7549-59EB-DE14-82C9C168D7D6}" dt="2025-12-02T14:48:37.100" v="1" actId="34807"/>
          <ac:picMkLst>
            <pc:docMk/>
            <pc:sldMk cId="488243185" sldId="2563"/>
            <ac:picMk id="5" creationId="{A15EB8A8-4C0C-4F87-869F-3C69AD9EF59E}"/>
          </ac:picMkLst>
        </pc:picChg>
      </pc:sldChg>
      <pc:sldChg chg="modSp add mod modTransition addAnim chgLayout">
        <pc:chgData name="" userId="" providerId="" clId="Web-{D9970104-7549-59EB-DE14-82C9C168D7D6}" dt="2025-12-02T14:48:37.115" v="7" actId="34807"/>
        <pc:sldMkLst>
          <pc:docMk/>
          <pc:sldMk cId="3412137334" sldId="2564"/>
        </pc:sldMkLst>
        <pc:spChg chg="mod">
          <ac:chgData name="" userId="" providerId="" clId="Web-{D9970104-7549-59EB-DE14-82C9C168D7D6}" dt="2025-12-02T14:48:37.100" v="1" actId="34807"/>
          <ac:spMkLst>
            <pc:docMk/>
            <pc:sldMk cId="3412137334" sldId="2564"/>
            <ac:spMk id="2" creationId="{95AC3C0E-4FC8-7A77-49EE-C42D45F54F54}"/>
          </ac:spMkLst>
        </pc:spChg>
      </pc:sldChg>
      <pc:sldChg chg="modSp add mod modTransition modClrScheme addAnim chgLayout">
        <pc:chgData name="" userId="" providerId="" clId="Web-{D9970104-7549-59EB-DE14-82C9C168D7D6}" dt="2025-12-02T14:48:37.115" v="8" actId="34807"/>
        <pc:sldMkLst>
          <pc:docMk/>
          <pc:sldMk cId="493372297" sldId="2565"/>
        </pc:sldMkLst>
        <pc:spChg chg="mod">
          <ac:chgData name="" userId="" providerId="" clId="Web-{D9970104-7549-59EB-DE14-82C9C168D7D6}" dt="2025-12-02T14:48:37.100" v="1" actId="34807"/>
          <ac:spMkLst>
            <pc:docMk/>
            <pc:sldMk cId="493372297" sldId="2565"/>
            <ac:spMk id="2" creationId="{B4B8A25D-0F0D-DCBC-7194-5DC65C0E8B60}"/>
          </ac:spMkLst>
        </pc:spChg>
        <pc:spChg chg="mod">
          <ac:chgData name="" userId="" providerId="" clId="Web-{D9970104-7549-59EB-DE14-82C9C168D7D6}" dt="2025-12-02T14:48:37.100" v="1" actId="34807"/>
          <ac:spMkLst>
            <pc:docMk/>
            <pc:sldMk cId="493372297" sldId="2565"/>
            <ac:spMk id="4" creationId="{11878E3D-ACFD-7BDB-FFA6-5A7D6AD5A4AE}"/>
          </ac:spMkLst>
        </pc:spChg>
        <pc:picChg chg="mod">
          <ac:chgData name="" userId="" providerId="" clId="Web-{D9970104-7549-59EB-DE14-82C9C168D7D6}" dt="2025-12-02T14:48:37.100" v="1" actId="34807"/>
          <ac:picMkLst>
            <pc:docMk/>
            <pc:sldMk cId="493372297" sldId="2565"/>
            <ac:picMk id="5" creationId="{67A5826B-0730-4935-87A6-73C29F3B81EF}"/>
          </ac:picMkLst>
        </pc:picChg>
      </pc:sldChg>
      <pc:sldChg chg="modSp add mod modTransition addAnim">
        <pc:chgData name="" userId="" providerId="" clId="Web-{D9970104-7549-59EB-DE14-82C9C168D7D6}" dt="2025-12-02T14:48:37.115" v="9" actId="34807"/>
        <pc:sldMkLst>
          <pc:docMk/>
          <pc:sldMk cId="1808859612" sldId="2566"/>
        </pc:sldMkLst>
        <pc:spChg chg="mod">
          <ac:chgData name="" userId="" providerId="" clId="Web-{D9970104-7549-59EB-DE14-82C9C168D7D6}" dt="2025-12-02T14:48:37.100" v="1" actId="34807"/>
          <ac:spMkLst>
            <pc:docMk/>
            <pc:sldMk cId="1808859612" sldId="2566"/>
            <ac:spMk id="2" creationId="{FBA06ACC-0DA2-4E21-C3CB-E030A122E041}"/>
          </ac:spMkLst>
        </pc:spChg>
        <pc:spChg chg="mod">
          <ac:chgData name="" userId="" providerId="" clId="Web-{D9970104-7549-59EB-DE14-82C9C168D7D6}" dt="2025-12-02T14:48:37.100" v="1" actId="34807"/>
          <ac:spMkLst>
            <pc:docMk/>
            <pc:sldMk cId="1808859612" sldId="2566"/>
            <ac:spMk id="4" creationId="{A7DE1EB1-0796-1622-8730-BEB2C5979DAB}"/>
          </ac:spMkLst>
        </pc:spChg>
        <pc:picChg chg="mod">
          <ac:chgData name="" userId="" providerId="" clId="Web-{D9970104-7549-59EB-DE14-82C9C168D7D6}" dt="2025-12-02T14:48:37.100" v="1" actId="34807"/>
          <ac:picMkLst>
            <pc:docMk/>
            <pc:sldMk cId="1808859612" sldId="2566"/>
            <ac:picMk id="5" creationId="{CEF31B97-5317-433C-9E3B-236D5E183FEE}"/>
          </ac:picMkLst>
        </pc:picChg>
      </pc:sldChg>
      <pc:sldChg chg="modSp add mod modTransition addAnim">
        <pc:chgData name="" userId="" providerId="" clId="Web-{D9970104-7549-59EB-DE14-82C9C168D7D6}" dt="2025-12-02T14:48:37.115" v="10" actId="34807"/>
        <pc:sldMkLst>
          <pc:docMk/>
          <pc:sldMk cId="3198913935" sldId="2567"/>
        </pc:sldMkLst>
        <pc:spChg chg="mod">
          <ac:chgData name="" userId="" providerId="" clId="Web-{D9970104-7549-59EB-DE14-82C9C168D7D6}" dt="2025-12-02T14:48:37.100" v="1" actId="34807"/>
          <ac:spMkLst>
            <pc:docMk/>
            <pc:sldMk cId="3198913935" sldId="2567"/>
            <ac:spMk id="2" creationId="{AF781B34-8896-1131-F254-63885E35E1C9}"/>
          </ac:spMkLst>
        </pc:spChg>
        <pc:spChg chg="mod">
          <ac:chgData name="" userId="" providerId="" clId="Web-{D9970104-7549-59EB-DE14-82C9C168D7D6}" dt="2025-12-02T14:48:37.100" v="1" actId="34807"/>
          <ac:spMkLst>
            <pc:docMk/>
            <pc:sldMk cId="3198913935" sldId="2567"/>
            <ac:spMk id="4" creationId="{9E789E80-8E01-2F34-DF15-2E267A1534EE}"/>
          </ac:spMkLst>
        </pc:spChg>
        <pc:picChg chg="mod">
          <ac:chgData name="" userId="" providerId="" clId="Web-{D9970104-7549-59EB-DE14-82C9C168D7D6}" dt="2025-12-02T14:48:37.100" v="1" actId="34807"/>
          <ac:picMkLst>
            <pc:docMk/>
            <pc:sldMk cId="3198913935" sldId="2567"/>
            <ac:picMk id="5" creationId="{B47F82C4-A4D8-4541-AC1A-616ED1B128AC}"/>
          </ac:picMkLst>
        </pc:picChg>
      </pc:sldChg>
      <pc:sldChg chg="modSp add mod modTransition modClrScheme addAnim chgLayout">
        <pc:chgData name="" userId="" providerId="" clId="Web-{D9970104-7549-59EB-DE14-82C9C168D7D6}" dt="2025-12-02T14:48:37.115" v="11" actId="34807"/>
        <pc:sldMkLst>
          <pc:docMk/>
          <pc:sldMk cId="274408330" sldId="2568"/>
        </pc:sldMkLst>
        <pc:spChg chg="mod">
          <ac:chgData name="" userId="" providerId="" clId="Web-{D9970104-7549-59EB-DE14-82C9C168D7D6}" dt="2025-12-02T14:48:37.100" v="1" actId="34807"/>
          <ac:spMkLst>
            <pc:docMk/>
            <pc:sldMk cId="274408330" sldId="2568"/>
            <ac:spMk id="2" creationId="{52287572-8827-0BD9-C4C5-7E88A748C034}"/>
          </ac:spMkLst>
        </pc:spChg>
        <pc:spChg chg="mod">
          <ac:chgData name="" userId="" providerId="" clId="Web-{D9970104-7549-59EB-DE14-82C9C168D7D6}" dt="2025-12-02T14:48:37.100" v="1" actId="34807"/>
          <ac:spMkLst>
            <pc:docMk/>
            <pc:sldMk cId="274408330" sldId="2568"/>
            <ac:spMk id="4" creationId="{7E0AF9F5-11B1-20CF-BABF-E31F6DCC0897}"/>
          </ac:spMkLst>
        </pc:spChg>
        <pc:picChg chg="mod">
          <ac:chgData name="" userId="" providerId="" clId="Web-{D9970104-7549-59EB-DE14-82C9C168D7D6}" dt="2025-12-02T14:48:37.100" v="1" actId="34807"/>
          <ac:picMkLst>
            <pc:docMk/>
            <pc:sldMk cId="274408330" sldId="2568"/>
            <ac:picMk id="5" creationId="{F141EF5C-1F68-4A3F-B83A-26A05DCEF0A9}"/>
          </ac:picMkLst>
        </pc:picChg>
      </pc:sldChg>
      <pc:sldChg chg="modSp add mod modTransition addAnim chgLayout">
        <pc:chgData name="" userId="" providerId="" clId="Web-{D9970104-7549-59EB-DE14-82C9C168D7D6}" dt="2025-12-02T14:48:37.115" v="12" actId="34807"/>
        <pc:sldMkLst>
          <pc:docMk/>
          <pc:sldMk cId="256095555" sldId="2569"/>
        </pc:sldMkLst>
        <pc:spChg chg="mod">
          <ac:chgData name="" userId="" providerId="" clId="Web-{D9970104-7549-59EB-DE14-82C9C168D7D6}" dt="2025-12-02T14:48:37.100" v="1" actId="34807"/>
          <ac:spMkLst>
            <pc:docMk/>
            <pc:sldMk cId="256095555" sldId="2569"/>
            <ac:spMk id="2" creationId="{7BFFFA44-BC80-2267-38B7-E656136563FA}"/>
          </ac:spMkLst>
        </pc:spChg>
      </pc:sldChg>
      <pc:sldChg chg="modSp add mod modTransition modClrScheme addAnim chgLayout">
        <pc:chgData name="" userId="" providerId="" clId="Web-{D9970104-7549-59EB-DE14-82C9C168D7D6}" dt="2025-12-02T14:48:37.115" v="13" actId="34807"/>
        <pc:sldMkLst>
          <pc:docMk/>
          <pc:sldMk cId="2268362543" sldId="2570"/>
        </pc:sldMkLst>
        <pc:spChg chg="mod">
          <ac:chgData name="" userId="" providerId="" clId="Web-{D9970104-7549-59EB-DE14-82C9C168D7D6}" dt="2025-12-02T14:48:37.100" v="1" actId="34807"/>
          <ac:spMkLst>
            <pc:docMk/>
            <pc:sldMk cId="2268362543" sldId="2570"/>
            <ac:spMk id="2" creationId="{9C228B2E-92FA-D86D-E9BA-F20D89382F78}"/>
          </ac:spMkLst>
        </pc:spChg>
        <pc:spChg chg="mod">
          <ac:chgData name="" userId="" providerId="" clId="Web-{D9970104-7549-59EB-DE14-82C9C168D7D6}" dt="2025-12-02T14:48:37.100" v="1" actId="34807"/>
          <ac:spMkLst>
            <pc:docMk/>
            <pc:sldMk cId="2268362543" sldId="2570"/>
            <ac:spMk id="4" creationId="{234F193A-0C49-4B01-329F-D6568D9E9097}"/>
          </ac:spMkLst>
        </pc:spChg>
        <pc:picChg chg="mod">
          <ac:chgData name="" userId="" providerId="" clId="Web-{D9970104-7549-59EB-DE14-82C9C168D7D6}" dt="2025-12-02T14:48:37.100" v="1" actId="34807"/>
          <ac:picMkLst>
            <pc:docMk/>
            <pc:sldMk cId="2268362543" sldId="2570"/>
            <ac:picMk id="5" creationId="{51B8A5BF-769A-407D-AF83-E0DDB5027C89}"/>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12/2/2025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31454553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Overview of GitHub and Version Control</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3450651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GitHub is a widely used platform that enables developers to collaborate on projects using Git, a distributed version control system. Version control allows teams to track changes in code, manage multiple versions, and work together without overwriting each other's contributions. GitHub provides a remote repository hosting service, making it easier to share code and maintain project history. Beginners should understand that GitHub is not Git itself but a service built on top of Git to facilitate collaboration. This tutorial introduces essential Git commands that form the foundation of working with GitHub. These commands help you initialize repositories, clone existing projects, stage and commit changes, and synchronize your work with remote repositories. By mastering these basics, you will be able to manage your code effectively, collaborate with others, and maintain a clean project history. The commands covered include git init, git clone, git add, git commit, git push, git pull, git status, and git branch. Each command will be explained with its use case and practical example so that you can apply them confidently in real-world scenarios.</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29124115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Initializing and Cloning Repositories, Staging and Committing Changes, Synchronizing with Remote Repositories, Checking Status and Managing Branches</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2889170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first step in using Git is to create a repository. The command `git init` initializes a new Git repository in your local directory, creating a hidden `.git` folder that stores all version control information. This is useful when starting a new project from scratch. For example, running `git init` in your project folder sets up the environment for tracking changes. On the other hand, if you want to work on an existing project hosted on GitHub, you use `git clone`. This command copies the entire repository, including its history, to your local machine. For instance, `git clone https://github.com/user/repo.git` downloads the repository so you can start contributing immediately. These two commands form the foundation of working with Git: one for starting fresh and the other for joining ongoing projects. Understanding when to use each is crucial for beginners.</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4263608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After making changes to your files, you need to stage them before committing. The `git add` command is used to add files to the staging area, which prepares them for the next commit. You can add a single file using `git add file.txt` or all changes using `git add .`. Once staged, you use `git commit` to save these changes in the local repository. A commit represents a snapshot of your project at a specific point in time. For example, `git commit -m 'Initial commit'` records the changes with a descriptive message. This process ensures that your work is tracked and can be reverted or reviewed later. Staging and committing are essential steps in maintaining a clean and organized project history.</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418336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collaborate effectively, you need to synchronize your local repository with a remote one on GitHub. The `git push` command uploads your local commits to the remote repository, making them available to others. For example, `git push origin main` sends your changes to the main branch on GitHub. Conversely, `git pull` fetches and merges changes from the remote repository into your local branch. This ensures that your local copy is up-to-date with the latest contributions. For instance, `git pull origin main` retrieves updates from the main branch and integrates them into your work. These commands are vital for teamwork, as they keep everyone aligned and prevent conflicts.</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2915606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`git status` command provides an overview of your working directory, showing which files are staged, unstaged, or untracked. This helps you keep track of what needs to be committed. For example, running `git status` after editing files will display their current state. Branching is another powerful feature in Git, allowing you to work on new features without affecting the main codebase. The `git branch` command lists existing branches or creates a new one. For instance, `git branch new-feature` creates a branch named 'new-feature' for isolated development. Branching enables parallel work and simplifies merging changes later, making it an essential tool for collaborative projects.</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5848215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 and Next Steps</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3178482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this tutorial, you learned the fundamental Git commands required to work with GitHub: `git init`, `git clone`, `git add`, `git commit`, `git push`, `git pull`, `git status`, and `git branch`. These commands form the backbone of version control and collaboration. By practicing these commands, you will gain confidence in managing your code and contributing to projects effectively. As you progress, explore advanced topics such as merging branches, resolving conflicts, and using pull requests on GitHub. Remember to write clear commit messages, regularly pull updates from the remote repository, and use branches for new features to maintain a clean workflow. Mastering these basics will set you on the path to becoming proficient in Git and GitHub.</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1531800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881E108-F384-A315-D627-5984C66ED5C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11" name="Group 10">
              <a:extLst>
                <a:ext uri="{FF2B5EF4-FFF2-40B4-BE49-F238E27FC236}">
                  <a16:creationId xmlns:a16="http://schemas.microsoft.com/office/drawing/2014/main" id="{87C1CCF7-5B2C-35CC-DBB9-2CE06DC4AC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90" name="Freeform 68">
                <a:extLst>
                  <a:ext uri="{FF2B5EF4-FFF2-40B4-BE49-F238E27FC236}">
                    <a16:creationId xmlns:a16="http://schemas.microsoft.com/office/drawing/2014/main" id="{18C15660-4DED-02FA-9562-504977CD68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69">
                <a:extLst>
                  <a:ext uri="{FF2B5EF4-FFF2-40B4-BE49-F238E27FC236}">
                    <a16:creationId xmlns:a16="http://schemas.microsoft.com/office/drawing/2014/main" id="{072BDACB-931A-F55A-B289-32AFDCB9E5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Line 70">
                <a:extLst>
                  <a:ext uri="{FF2B5EF4-FFF2-40B4-BE49-F238E27FC236}">
                    <a16:creationId xmlns:a16="http://schemas.microsoft.com/office/drawing/2014/main" id="{A34FD5E0-67CD-A986-9673-4DEDB837A3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0DFF58B2-6BF5-7AA2-99C7-8C899768492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52" name="Oval 51">
                <a:extLst>
                  <a:ext uri="{FF2B5EF4-FFF2-40B4-BE49-F238E27FC236}">
                    <a16:creationId xmlns:a16="http://schemas.microsoft.com/office/drawing/2014/main" id="{4184B759-837D-B79D-8489-BF2033D794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53" name="Group 52">
                <a:extLst>
                  <a:ext uri="{FF2B5EF4-FFF2-40B4-BE49-F238E27FC236}">
                    <a16:creationId xmlns:a16="http://schemas.microsoft.com/office/drawing/2014/main" id="{66F7D36D-4939-33BD-C165-7116F0B982B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8" name="Freeform 64">
                  <a:extLst>
                    <a:ext uri="{FF2B5EF4-FFF2-40B4-BE49-F238E27FC236}">
                      <a16:creationId xmlns:a16="http://schemas.microsoft.com/office/drawing/2014/main" id="{39CF26D7-6B87-3153-4F82-3642929F2CA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81">
                  <a:extLst>
                    <a:ext uri="{FF2B5EF4-FFF2-40B4-BE49-F238E27FC236}">
                      <a16:creationId xmlns:a16="http://schemas.microsoft.com/office/drawing/2014/main" id="{60E9FE59-21FD-F26A-8B04-F00B513D9B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61">
                  <a:extLst>
                    <a:ext uri="{FF2B5EF4-FFF2-40B4-BE49-F238E27FC236}">
                      <a16:creationId xmlns:a16="http://schemas.microsoft.com/office/drawing/2014/main" id="{76E57C18-1792-97B2-3EA4-2227216ACA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78">
                  <a:extLst>
                    <a:ext uri="{FF2B5EF4-FFF2-40B4-BE49-F238E27FC236}">
                      <a16:creationId xmlns:a16="http://schemas.microsoft.com/office/drawing/2014/main" id="{3FAD6F0C-C11A-8E35-6E49-CC816C97834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84">
                  <a:extLst>
                    <a:ext uri="{FF2B5EF4-FFF2-40B4-BE49-F238E27FC236}">
                      <a16:creationId xmlns:a16="http://schemas.microsoft.com/office/drawing/2014/main" id="{9F5A8A2A-D14B-7B3F-5837-0C5DDD9E80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7">
                  <a:extLst>
                    <a:ext uri="{FF2B5EF4-FFF2-40B4-BE49-F238E27FC236}">
                      <a16:creationId xmlns:a16="http://schemas.microsoft.com/office/drawing/2014/main" id="{04A52456-CA7C-B910-7DD3-FDF3F02234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0">
                  <a:extLst>
                    <a:ext uri="{FF2B5EF4-FFF2-40B4-BE49-F238E27FC236}">
                      <a16:creationId xmlns:a16="http://schemas.microsoft.com/office/drawing/2014/main" id="{8415C7E0-168E-583A-3D8E-13A0BECB6E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59">
                  <a:extLst>
                    <a:ext uri="{FF2B5EF4-FFF2-40B4-BE49-F238E27FC236}">
                      <a16:creationId xmlns:a16="http://schemas.microsoft.com/office/drawing/2014/main" id="{E84EF13A-F9BF-D114-CB2F-BAD322E48AF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2">
                  <a:extLst>
                    <a:ext uri="{FF2B5EF4-FFF2-40B4-BE49-F238E27FC236}">
                      <a16:creationId xmlns:a16="http://schemas.microsoft.com/office/drawing/2014/main" id="{7635AFC9-6470-8D17-0699-3241CE2DE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5">
                  <a:extLst>
                    <a:ext uri="{FF2B5EF4-FFF2-40B4-BE49-F238E27FC236}">
                      <a16:creationId xmlns:a16="http://schemas.microsoft.com/office/drawing/2014/main" id="{791500EF-3034-425E-4CB3-882A7C2D0F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79">
                  <a:extLst>
                    <a:ext uri="{FF2B5EF4-FFF2-40B4-BE49-F238E27FC236}">
                      <a16:creationId xmlns:a16="http://schemas.microsoft.com/office/drawing/2014/main" id="{302E1F2F-459F-7DDA-362C-03E7EE4BCB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82">
                  <a:extLst>
                    <a:ext uri="{FF2B5EF4-FFF2-40B4-BE49-F238E27FC236}">
                      <a16:creationId xmlns:a16="http://schemas.microsoft.com/office/drawing/2014/main" id="{39D9EE3B-A0D7-E4FC-9046-5C97668711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5">
                  <a:extLst>
                    <a:ext uri="{FF2B5EF4-FFF2-40B4-BE49-F238E27FC236}">
                      <a16:creationId xmlns:a16="http://schemas.microsoft.com/office/drawing/2014/main" id="{BB7ED61D-F228-3585-0563-330602FFB3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8">
                  <a:extLst>
                    <a:ext uri="{FF2B5EF4-FFF2-40B4-BE49-F238E27FC236}">
                      <a16:creationId xmlns:a16="http://schemas.microsoft.com/office/drawing/2014/main" id="{8D6D1F50-C458-93FE-2C29-73F04AAF39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2" name="Group 81">
                  <a:extLst>
                    <a:ext uri="{FF2B5EF4-FFF2-40B4-BE49-F238E27FC236}">
                      <a16:creationId xmlns:a16="http://schemas.microsoft.com/office/drawing/2014/main" id="{7C2B1F16-E91E-EEEA-3C21-7B069CE00B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751BADD6-70CB-D6E4-DE92-76B1A4C2E7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Line 66">
                    <a:extLst>
                      <a:ext uri="{FF2B5EF4-FFF2-40B4-BE49-F238E27FC236}">
                        <a16:creationId xmlns:a16="http://schemas.microsoft.com/office/drawing/2014/main" id="{859ECE72-C252-77AA-D9A2-9BA1D9A645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7">
                    <a:extLst>
                      <a:ext uri="{FF2B5EF4-FFF2-40B4-BE49-F238E27FC236}">
                        <a16:creationId xmlns:a16="http://schemas.microsoft.com/office/drawing/2014/main" id="{DBABDC38-A611-E865-1F52-62CA48E76F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80">
                    <a:extLst>
                      <a:ext uri="{FF2B5EF4-FFF2-40B4-BE49-F238E27FC236}">
                        <a16:creationId xmlns:a16="http://schemas.microsoft.com/office/drawing/2014/main" id="{FC53D630-F42E-2033-5860-1939673F72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3">
                    <a:extLst>
                      <a:ext uri="{FF2B5EF4-FFF2-40B4-BE49-F238E27FC236}">
                        <a16:creationId xmlns:a16="http://schemas.microsoft.com/office/drawing/2014/main" id="{EC021795-C29B-11C0-E5B2-AF136EE09B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6">
                    <a:extLst>
                      <a:ext uri="{FF2B5EF4-FFF2-40B4-BE49-F238E27FC236}">
                        <a16:creationId xmlns:a16="http://schemas.microsoft.com/office/drawing/2014/main" id="{89127066-0EC1-E69B-2763-17EF53F77D4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9">
                    <a:extLst>
                      <a:ext uri="{FF2B5EF4-FFF2-40B4-BE49-F238E27FC236}">
                        <a16:creationId xmlns:a16="http://schemas.microsoft.com/office/drawing/2014/main" id="{6B6CD59F-3CDF-DC2F-7629-7D25456A1A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4" name="Group 53">
                <a:extLst>
                  <a:ext uri="{FF2B5EF4-FFF2-40B4-BE49-F238E27FC236}">
                    <a16:creationId xmlns:a16="http://schemas.microsoft.com/office/drawing/2014/main" id="{1AEC402E-386A-ABCA-FAED-AC35560FFD1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60" name="Group 59">
                  <a:extLst>
                    <a:ext uri="{FF2B5EF4-FFF2-40B4-BE49-F238E27FC236}">
                      <a16:creationId xmlns:a16="http://schemas.microsoft.com/office/drawing/2014/main" id="{D05B1D61-BF79-CE17-3316-E22D6375DD6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Straight Connector 63">
                    <a:extLst>
                      <a:ext uri="{FF2B5EF4-FFF2-40B4-BE49-F238E27FC236}">
                        <a16:creationId xmlns:a16="http://schemas.microsoft.com/office/drawing/2014/main" id="{3C1121DD-6D2D-F6DD-13EB-5BA4FEEC669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916FB59-99AD-CD5D-43A7-7DFCE4405C2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D65EFF6D-F07E-8BD8-4231-62761F20D5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0">
                    <a:extLst>
                      <a:ext uri="{FF2B5EF4-FFF2-40B4-BE49-F238E27FC236}">
                        <a16:creationId xmlns:a16="http://schemas.microsoft.com/office/drawing/2014/main" id="{288BBD12-64D8-2967-BD02-82576A7A73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F4834E8D-D6E4-CAB3-9A98-0065273DA50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57">
                    <a:extLst>
                      <a:ext uri="{FF2B5EF4-FFF2-40B4-BE49-F238E27FC236}">
                        <a16:creationId xmlns:a16="http://schemas.microsoft.com/office/drawing/2014/main" id="{81F30DBC-DD75-CAAB-A919-54CD8C595B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3" name="Freeform: Shape 58">
                    <a:extLst>
                      <a:ext uri="{FF2B5EF4-FFF2-40B4-BE49-F238E27FC236}">
                        <a16:creationId xmlns:a16="http://schemas.microsoft.com/office/drawing/2014/main" id="{5622C940-8B4B-FCC6-D6C5-C3A5B5887A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5" name="Group 54">
                <a:extLst>
                  <a:ext uri="{FF2B5EF4-FFF2-40B4-BE49-F238E27FC236}">
                    <a16:creationId xmlns:a16="http://schemas.microsoft.com/office/drawing/2014/main" id="{170620AC-69C7-F05B-0FE6-F2A7B369742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6" name="Group 55">
                  <a:extLst>
                    <a:ext uri="{FF2B5EF4-FFF2-40B4-BE49-F238E27FC236}">
                      <a16:creationId xmlns:a16="http://schemas.microsoft.com/office/drawing/2014/main" id="{A866B0E7-3452-342A-E947-5D1B43B5385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8" name="Freeform 68">
                    <a:extLst>
                      <a:ext uri="{FF2B5EF4-FFF2-40B4-BE49-F238E27FC236}">
                        <a16:creationId xmlns:a16="http://schemas.microsoft.com/office/drawing/2014/main" id="{F0A66C71-2E93-8634-693C-65995DDB8C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69">
                    <a:extLst>
                      <a:ext uri="{FF2B5EF4-FFF2-40B4-BE49-F238E27FC236}">
                        <a16:creationId xmlns:a16="http://schemas.microsoft.com/office/drawing/2014/main" id="{B3DCBCA0-C178-92E8-D0AE-6C88604CA4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57" name="Line 70">
                  <a:extLst>
                    <a:ext uri="{FF2B5EF4-FFF2-40B4-BE49-F238E27FC236}">
                      <a16:creationId xmlns:a16="http://schemas.microsoft.com/office/drawing/2014/main" id="{54962A78-719A-152A-D66A-645612403E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3" name="Group 12">
              <a:extLst>
                <a:ext uri="{FF2B5EF4-FFF2-40B4-BE49-F238E27FC236}">
                  <a16:creationId xmlns:a16="http://schemas.microsoft.com/office/drawing/2014/main" id="{0DD8826F-87D1-0808-28F0-C30249A4D8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4" name="Oval 13">
                <a:extLst>
                  <a:ext uri="{FF2B5EF4-FFF2-40B4-BE49-F238E27FC236}">
                    <a16:creationId xmlns:a16="http://schemas.microsoft.com/office/drawing/2014/main" id="{3C5D1AE4-7639-F7C4-B0F2-6DC1C6D53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15" name="Group 14">
                <a:extLst>
                  <a:ext uri="{FF2B5EF4-FFF2-40B4-BE49-F238E27FC236}">
                    <a16:creationId xmlns:a16="http://schemas.microsoft.com/office/drawing/2014/main" id="{5B31C545-6261-4C90-7449-B0FA0F14B17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30" name="Freeform 64">
                  <a:extLst>
                    <a:ext uri="{FF2B5EF4-FFF2-40B4-BE49-F238E27FC236}">
                      <a16:creationId xmlns:a16="http://schemas.microsoft.com/office/drawing/2014/main" id="{CCFF55EE-F463-5AA3-EA8E-FC71AD5E59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1">
                  <a:extLst>
                    <a:ext uri="{FF2B5EF4-FFF2-40B4-BE49-F238E27FC236}">
                      <a16:creationId xmlns:a16="http://schemas.microsoft.com/office/drawing/2014/main" id="{8A64BA49-D64D-5135-432E-F837497AD3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1">
                  <a:extLst>
                    <a:ext uri="{FF2B5EF4-FFF2-40B4-BE49-F238E27FC236}">
                      <a16:creationId xmlns:a16="http://schemas.microsoft.com/office/drawing/2014/main" id="{53E1B766-53A4-5272-89AA-5097B67ED7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78">
                  <a:extLst>
                    <a:ext uri="{FF2B5EF4-FFF2-40B4-BE49-F238E27FC236}">
                      <a16:creationId xmlns:a16="http://schemas.microsoft.com/office/drawing/2014/main" id="{B9E623EF-3B1E-5902-5A98-8B0276FEED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84">
                  <a:extLst>
                    <a:ext uri="{FF2B5EF4-FFF2-40B4-BE49-F238E27FC236}">
                      <a16:creationId xmlns:a16="http://schemas.microsoft.com/office/drawing/2014/main" id="{A5E08108-7FFE-988A-27B4-42DC2081A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7">
                  <a:extLst>
                    <a:ext uri="{FF2B5EF4-FFF2-40B4-BE49-F238E27FC236}">
                      <a16:creationId xmlns:a16="http://schemas.microsoft.com/office/drawing/2014/main" id="{773E0169-06B0-CD91-ED69-C5FFA3ABA3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0">
                  <a:extLst>
                    <a:ext uri="{FF2B5EF4-FFF2-40B4-BE49-F238E27FC236}">
                      <a16:creationId xmlns:a16="http://schemas.microsoft.com/office/drawing/2014/main" id="{32E5E29B-D991-75B8-F1CC-E87F58BE97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9">
                  <a:extLst>
                    <a:ext uri="{FF2B5EF4-FFF2-40B4-BE49-F238E27FC236}">
                      <a16:creationId xmlns:a16="http://schemas.microsoft.com/office/drawing/2014/main" id="{DAC2C0F6-D327-B680-AD0E-29DEFE82D5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2">
                  <a:extLst>
                    <a:ext uri="{FF2B5EF4-FFF2-40B4-BE49-F238E27FC236}">
                      <a16:creationId xmlns:a16="http://schemas.microsoft.com/office/drawing/2014/main" id="{DCFACFB9-BC70-8E9B-94B0-EC3990E331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5">
                  <a:extLst>
                    <a:ext uri="{FF2B5EF4-FFF2-40B4-BE49-F238E27FC236}">
                      <a16:creationId xmlns:a16="http://schemas.microsoft.com/office/drawing/2014/main" id="{0C0243D7-FD13-096E-A535-BCB0E882F0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79">
                  <a:extLst>
                    <a:ext uri="{FF2B5EF4-FFF2-40B4-BE49-F238E27FC236}">
                      <a16:creationId xmlns:a16="http://schemas.microsoft.com/office/drawing/2014/main" id="{E40ADF36-29F2-197F-CA56-7F3C21A9E5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82">
                  <a:extLst>
                    <a:ext uri="{FF2B5EF4-FFF2-40B4-BE49-F238E27FC236}">
                      <a16:creationId xmlns:a16="http://schemas.microsoft.com/office/drawing/2014/main" id="{D4040157-022D-D2D3-BA51-FF1AC48D0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5">
                  <a:extLst>
                    <a:ext uri="{FF2B5EF4-FFF2-40B4-BE49-F238E27FC236}">
                      <a16:creationId xmlns:a16="http://schemas.microsoft.com/office/drawing/2014/main" id="{D5D04681-B3BF-355E-9F72-D6D5C61470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8">
                  <a:extLst>
                    <a:ext uri="{FF2B5EF4-FFF2-40B4-BE49-F238E27FC236}">
                      <a16:creationId xmlns:a16="http://schemas.microsoft.com/office/drawing/2014/main" id="{F5274D01-718C-8DAB-E10E-EAA275C140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4" name="Group 43">
                  <a:extLst>
                    <a:ext uri="{FF2B5EF4-FFF2-40B4-BE49-F238E27FC236}">
                      <a16:creationId xmlns:a16="http://schemas.microsoft.com/office/drawing/2014/main" id="{2A7203C8-6D5A-D15D-479C-B62F49E395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5" name="Line 63">
                    <a:extLst>
                      <a:ext uri="{FF2B5EF4-FFF2-40B4-BE49-F238E27FC236}">
                        <a16:creationId xmlns:a16="http://schemas.microsoft.com/office/drawing/2014/main" id="{F2A721C4-BB1C-B475-8E9F-0E532E92B8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66">
                    <a:extLst>
                      <a:ext uri="{FF2B5EF4-FFF2-40B4-BE49-F238E27FC236}">
                        <a16:creationId xmlns:a16="http://schemas.microsoft.com/office/drawing/2014/main" id="{A4D10222-27E8-65CC-D891-16EC7A9F19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7">
                    <a:extLst>
                      <a:ext uri="{FF2B5EF4-FFF2-40B4-BE49-F238E27FC236}">
                        <a16:creationId xmlns:a16="http://schemas.microsoft.com/office/drawing/2014/main" id="{FF2F28B6-2337-C329-446A-56A59192E6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0">
                    <a:extLst>
                      <a:ext uri="{FF2B5EF4-FFF2-40B4-BE49-F238E27FC236}">
                        <a16:creationId xmlns:a16="http://schemas.microsoft.com/office/drawing/2014/main" id="{446022E5-729D-E059-0EFB-60DCD3D206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3">
                    <a:extLst>
                      <a:ext uri="{FF2B5EF4-FFF2-40B4-BE49-F238E27FC236}">
                        <a16:creationId xmlns:a16="http://schemas.microsoft.com/office/drawing/2014/main" id="{34B448DD-DB51-4BFE-7391-F0E77F0D1A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6">
                    <a:extLst>
                      <a:ext uri="{FF2B5EF4-FFF2-40B4-BE49-F238E27FC236}">
                        <a16:creationId xmlns:a16="http://schemas.microsoft.com/office/drawing/2014/main" id="{C4ECBED7-4DF3-07D4-C903-0C3466F436E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9">
                    <a:extLst>
                      <a:ext uri="{FF2B5EF4-FFF2-40B4-BE49-F238E27FC236}">
                        <a16:creationId xmlns:a16="http://schemas.microsoft.com/office/drawing/2014/main" id="{17BEFC7B-EF7B-E701-5F94-14A5003FA1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6" name="Group 15">
                <a:extLst>
                  <a:ext uri="{FF2B5EF4-FFF2-40B4-BE49-F238E27FC236}">
                    <a16:creationId xmlns:a16="http://schemas.microsoft.com/office/drawing/2014/main" id="{00A31DDE-6294-E350-9B31-BB2AED729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AC308B80-05DF-C878-E68E-CA949D8CBF0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17C14F70-099F-64BE-337A-A8DEA8609BC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302A6CE-C651-7A36-FDA2-A75E7A144AC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39947FB4-DB7C-9FAD-FE53-C3E8C9938B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C8624528-A8A2-42DC-9965-2F3A1539C8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16FC009-ECC3-11A8-69FC-5F228B3DB1E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9">
                    <a:extLst>
                      <a:ext uri="{FF2B5EF4-FFF2-40B4-BE49-F238E27FC236}">
                        <a16:creationId xmlns:a16="http://schemas.microsoft.com/office/drawing/2014/main" id="{5B77C78C-0E98-59B7-DCF8-A595970FF5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20">
                    <a:extLst>
                      <a:ext uri="{FF2B5EF4-FFF2-40B4-BE49-F238E27FC236}">
                        <a16:creationId xmlns:a16="http://schemas.microsoft.com/office/drawing/2014/main" id="{AC070F26-D4E6-B35D-46F5-C2314E2A2D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8FC4E3AA-C659-9DCF-D8B3-5B1DA915187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8" name="Group 17">
                  <a:extLst>
                    <a:ext uri="{FF2B5EF4-FFF2-40B4-BE49-F238E27FC236}">
                      <a16:creationId xmlns:a16="http://schemas.microsoft.com/office/drawing/2014/main" id="{99E5D597-F494-4B41-736C-52EB1CB893D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61A2931B-FF2A-975B-AB37-71DF0F3418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AA86D59E-5FB1-7C95-B65B-A960F5A903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D4441001-2EF5-3871-F7E0-4165E5A190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93" name="Straight Connector 92">
            <a:extLst>
              <a:ext uri="{FF2B5EF4-FFF2-40B4-BE49-F238E27FC236}">
                <a16:creationId xmlns:a16="http://schemas.microsoft.com/office/drawing/2014/main" id="{3E6F731B-8969-3200-B9DB-3E8612A79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264408" y="3883294"/>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B95CA7-7C33-82C1-25FB-B083614FA283}"/>
              </a:ext>
            </a:extLst>
          </p:cNvPr>
          <p:cNvSpPr>
            <a:spLocks noGrp="1"/>
          </p:cNvSpPr>
          <p:nvPr>
            <p:ph type="ctrTitle"/>
          </p:nvPr>
        </p:nvSpPr>
        <p:spPr>
          <a:xfrm>
            <a:off x="612648" y="697234"/>
            <a:ext cx="5852160" cy="2925456"/>
          </a:xfrm>
          <a:prstGeom prst="rect">
            <a:avLst/>
          </a:prstGeom>
        </p:spPr>
        <p:txBody>
          <a:bodyPr anchor="b" anchorCtr="0">
            <a:noAutofit/>
          </a:bodyPr>
          <a:lstStyle>
            <a:lvl1pPr algn="ctr">
              <a:defRPr sz="4000"/>
            </a:lvl1pPr>
          </a:lstStyle>
          <a:p>
            <a:r>
              <a:rPr lang="en-US"/>
              <a:t>Click to edit Master title style</a:t>
            </a:r>
          </a:p>
        </p:txBody>
      </p:sp>
      <p:sp>
        <p:nvSpPr>
          <p:cNvPr id="8" name="Subtitle 2">
            <a:extLst>
              <a:ext uri="{FF2B5EF4-FFF2-40B4-BE49-F238E27FC236}">
                <a16:creationId xmlns:a16="http://schemas.microsoft.com/office/drawing/2014/main" id="{E8955AA8-3423-1402-F58D-56D367DC7544}"/>
              </a:ext>
            </a:extLst>
          </p:cNvPr>
          <p:cNvSpPr>
            <a:spLocks noGrp="1"/>
          </p:cNvSpPr>
          <p:nvPr>
            <p:ph type="subTitle" idx="1"/>
          </p:nvPr>
        </p:nvSpPr>
        <p:spPr>
          <a:xfrm>
            <a:off x="612648" y="4143898"/>
            <a:ext cx="5852160" cy="1545336"/>
          </a:xfrm>
        </p:spPr>
        <p:txBody>
          <a:bodyPr anchor="t" anchorCtr="0">
            <a:noAutofit/>
          </a:bodyPr>
          <a:lstStyle>
            <a:lvl1pPr marL="0" indent="0" algn="ctr">
              <a:lnSpc>
                <a:spcPct val="100000"/>
              </a:lnSpc>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035586"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06128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737706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D5D837-2FD3-B65B-B967-2A54F9ECAB65}"/>
              </a:ext>
            </a:extLst>
          </p:cNvPr>
          <p:cNvCxnSpPr>
            <a:cxnSpLocks/>
          </p:cNvCxnSpPr>
          <p:nvPr userDrawn="1"/>
        </p:nvCxnSpPr>
        <p:spPr>
          <a:xfrm>
            <a:off x="714375" y="185993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6D89D7DB-954A-9C21-F4F8-096B5AF8FA2F}"/>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2119673"/>
            <a:ext cx="10963656" cy="40572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700094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grpSp>
        <p:nvGrpSpPr>
          <p:cNvPr id="7" name="Vector">
            <a:extLst>
              <a:ext uri="{FF2B5EF4-FFF2-40B4-BE49-F238E27FC236}">
                <a16:creationId xmlns:a16="http://schemas.microsoft.com/office/drawing/2014/main" id="{00CDC658-A6F6-5658-3A53-5BC88F7EF3AC}"/>
              </a:ext>
            </a:extLst>
          </p:cNvPr>
          <p:cNvGrpSpPr/>
          <p:nvPr/>
        </p:nvGrpSpPr>
        <p:grpSpPr>
          <a:xfrm>
            <a:off x="268449" y="457964"/>
            <a:ext cx="2227875" cy="5970551"/>
            <a:chOff x="268449" y="457964"/>
            <a:chExt cx="2227875" cy="5970551"/>
          </a:xfrm>
        </p:grpSpPr>
        <p:grpSp>
          <p:nvGrpSpPr>
            <p:cNvPr id="8" name="Group 7">
              <a:extLst>
                <a:ext uri="{FF2B5EF4-FFF2-40B4-BE49-F238E27FC236}">
                  <a16:creationId xmlns:a16="http://schemas.microsoft.com/office/drawing/2014/main" id="{E558385A-FBF5-E7C2-C216-0F09392A44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285095" y="457964"/>
              <a:ext cx="2211229" cy="2707415"/>
              <a:chOff x="9728105" y="457964"/>
              <a:chExt cx="2211229" cy="2707415"/>
            </a:xfrm>
          </p:grpSpPr>
          <p:grpSp>
            <p:nvGrpSpPr>
              <p:cNvPr id="24" name="Group 23">
                <a:extLst>
                  <a:ext uri="{FF2B5EF4-FFF2-40B4-BE49-F238E27FC236}">
                    <a16:creationId xmlns:a16="http://schemas.microsoft.com/office/drawing/2014/main" id="{A930D5B6-DFED-B550-7D11-39B0DE497DC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3360DDD4-298A-89DE-FA5D-979D3715980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5D2DB3B7-52E8-5842-C5B4-CC2A04A40F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89BB2BB-80C0-BAEB-0FAB-E2D6CBA39FF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7B112078-076C-C536-76D4-324507E725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6029C372-14FB-3B0B-F1BE-DA206A2BE1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9C5A5830-350B-9CD2-8321-8E2D47A2E95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101">
                    <a:extLst>
                      <a:ext uri="{FF2B5EF4-FFF2-40B4-BE49-F238E27FC236}">
                        <a16:creationId xmlns:a16="http://schemas.microsoft.com/office/drawing/2014/main" id="{86E560FA-66CD-71F7-71FB-5624F4606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102">
                    <a:extLst>
                      <a:ext uri="{FF2B5EF4-FFF2-40B4-BE49-F238E27FC236}">
                        <a16:creationId xmlns:a16="http://schemas.microsoft.com/office/drawing/2014/main" id="{7AB96093-1181-E260-C34F-0575B79407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48D173A6-B48F-E510-1D43-D816184D374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86225E14-5F55-FABA-8A8F-EB2FAE361C1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3194F6C1-E4B7-0E2B-733A-24891B05AF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13982ED7-7305-6127-8E74-7A0D424DD7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E9F9315-2552-CFF1-3A8D-089F1163E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1BEC0931-A9B9-CE3B-EB79-20CE3DA7B1B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flipV="1">
              <a:off x="268449" y="3721100"/>
              <a:ext cx="2211229" cy="2707415"/>
              <a:chOff x="9728105" y="457964"/>
              <a:chExt cx="2211229" cy="2707415"/>
            </a:xfrm>
          </p:grpSpPr>
          <p:grpSp>
            <p:nvGrpSpPr>
              <p:cNvPr id="10" name="Group 9">
                <a:extLst>
                  <a:ext uri="{FF2B5EF4-FFF2-40B4-BE49-F238E27FC236}">
                    <a16:creationId xmlns:a16="http://schemas.microsoft.com/office/drawing/2014/main" id="{142CFB89-2BD1-A481-A47A-0AA2686982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19725E02-6FCE-0485-9FD9-29C78765D4B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AE0C473C-2E38-911B-354B-7EA8C7DDFF5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DEC9451-A999-C0B6-E336-87087AC21EF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C93C83FF-ED97-CB06-8900-778CE38D88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3F73A54B-E99C-76B0-C985-5CDFAF27B8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E4FFA0E4-5AD0-A26D-201A-FD581F0F635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16">
                    <a:extLst>
                      <a:ext uri="{FF2B5EF4-FFF2-40B4-BE49-F238E27FC236}">
                        <a16:creationId xmlns:a16="http://schemas.microsoft.com/office/drawing/2014/main" id="{1B881B1E-6677-15E6-67D6-A9E3DE2CEB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17">
                    <a:extLst>
                      <a:ext uri="{FF2B5EF4-FFF2-40B4-BE49-F238E27FC236}">
                        <a16:creationId xmlns:a16="http://schemas.microsoft.com/office/drawing/2014/main" id="{DEB9A344-C951-EEA7-CEDD-11F0006B30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7E5A2BEE-0017-56AA-A161-97325E22713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F2906AFB-F142-CCE3-1225-D96320E803A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0190AEE6-A40F-489A-BCFF-239BE1F1C9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40A8EBB4-6E26-5A52-78D9-B2C48CB712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C34A4D87-0628-3673-1195-2A7C3B50D8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40" name="Straight Connector 39">
            <a:extLst>
              <a:ext uri="{FF2B5EF4-FFF2-40B4-BE49-F238E27FC236}">
                <a16:creationId xmlns:a16="http://schemas.microsoft.com/office/drawing/2014/main" id="{C3B3D5AA-9117-2202-5527-3F96C9B9EC72}"/>
              </a:ext>
            </a:extLst>
          </p:cNvPr>
          <p:cNvCxnSpPr>
            <a:cxnSpLocks/>
          </p:cNvCxnSpPr>
          <p:nvPr userDrawn="1"/>
        </p:nvCxnSpPr>
        <p:spPr>
          <a:xfrm>
            <a:off x="3478911" y="502240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Title 1">
            <a:extLst>
              <a:ext uri="{FF2B5EF4-FFF2-40B4-BE49-F238E27FC236}">
                <a16:creationId xmlns:a16="http://schemas.microsoft.com/office/drawing/2014/main" id="{A4F08EBF-F0D1-CCB7-DDF6-D764A2A57010}"/>
              </a:ext>
            </a:extLst>
          </p:cNvPr>
          <p:cNvSpPr>
            <a:spLocks noGrp="1"/>
          </p:cNvSpPr>
          <p:nvPr>
            <p:ph type="ctrTitle"/>
          </p:nvPr>
        </p:nvSpPr>
        <p:spPr>
          <a:xfrm>
            <a:off x="3383279" y="2025536"/>
            <a:ext cx="8193023" cy="2731076"/>
          </a:xfrm>
          <a:prstGeom prst="rect">
            <a:avLst/>
          </a:prstGeom>
        </p:spPr>
        <p:txBody>
          <a:bodyPr vert="horz" lIns="91440" tIns="45720" rIns="91440" bIns="45720" rtlCol="0" anchor="b">
            <a:noAutofit/>
          </a:bodyPr>
          <a:lstStyle>
            <a:lvl1pPr>
              <a:defRPr lang="en-US" sz="4000" dirty="0"/>
            </a:lvl1pPr>
          </a:lstStyle>
          <a:p>
            <a:pPr lvl="0"/>
            <a:r>
              <a:rPr lang="en-US" dirty="0"/>
              <a:t>Click to edit Master title style</a:t>
            </a:r>
          </a:p>
        </p:txBody>
      </p:sp>
      <p:sp>
        <p:nvSpPr>
          <p:cNvPr id="39" name="Subtitle 2">
            <a:extLst>
              <a:ext uri="{FF2B5EF4-FFF2-40B4-BE49-F238E27FC236}">
                <a16:creationId xmlns:a16="http://schemas.microsoft.com/office/drawing/2014/main" id="{B343A649-C74E-CCE7-1671-661F9E232866}"/>
              </a:ext>
            </a:extLst>
          </p:cNvPr>
          <p:cNvSpPr>
            <a:spLocks noGrp="1"/>
          </p:cNvSpPr>
          <p:nvPr>
            <p:ph type="subTitle" idx="1"/>
          </p:nvPr>
        </p:nvSpPr>
        <p:spPr>
          <a:xfrm>
            <a:off x="3374136" y="5288204"/>
            <a:ext cx="8193022" cy="883996"/>
          </a:xfrm>
        </p:spPr>
        <p:txBody>
          <a:bodyPr vert="horz" lIns="91440" tIns="45720" rIns="91440" bIns="45720" rtlCol="0">
            <a:noAutofit/>
          </a:bodyPr>
          <a:lstStyle>
            <a:lvl1pPr marL="0" indent="0">
              <a:buNone/>
              <a:defRPr lang="en-US" sz="1800" cap="all" spc="100"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383280" y="6343955"/>
            <a:ext cx="2805405"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a:prstGeom prst="rect">
            <a:avLst/>
          </a:prstGeom>
        </p:spPr>
        <p:txBody>
          <a:bodyPr>
            <a:noAutofit/>
          </a:body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039015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56BB11B9-372A-7694-DCC9-D2EAC0010299}"/>
              </a:ext>
            </a:extLst>
          </p:cNvPr>
          <p:cNvGrpSpPr/>
          <p:nvPr/>
        </p:nvGrpSpPr>
        <p:grpSpPr>
          <a:xfrm>
            <a:off x="192855" y="716800"/>
            <a:ext cx="11799379" cy="5583025"/>
            <a:chOff x="192855" y="716800"/>
            <a:chExt cx="11799379" cy="5583025"/>
          </a:xfrm>
        </p:grpSpPr>
        <p:grpSp>
          <p:nvGrpSpPr>
            <p:cNvPr id="7" name="Group 6">
              <a:extLst>
                <a:ext uri="{FF2B5EF4-FFF2-40B4-BE49-F238E27FC236}">
                  <a16:creationId xmlns:a16="http://schemas.microsoft.com/office/drawing/2014/main" id="{320A40BD-F8D2-F282-13BB-306A913BBBC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8" name="Group 7">
                <a:extLst>
                  <a:ext uri="{FF2B5EF4-FFF2-40B4-BE49-F238E27FC236}">
                    <a16:creationId xmlns:a16="http://schemas.microsoft.com/office/drawing/2014/main" id="{F03A1BFD-4772-AE80-4F72-B32F57AA69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7" name="Freeform 64">
                  <a:extLst>
                    <a:ext uri="{FF2B5EF4-FFF2-40B4-BE49-F238E27FC236}">
                      <a16:creationId xmlns:a16="http://schemas.microsoft.com/office/drawing/2014/main" id="{4CA44DE9-4715-DB9A-4407-27CA47BBA9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81">
                  <a:extLst>
                    <a:ext uri="{FF2B5EF4-FFF2-40B4-BE49-F238E27FC236}">
                      <a16:creationId xmlns:a16="http://schemas.microsoft.com/office/drawing/2014/main" id="{8FB0B57F-F79C-DF29-D814-FB5BBB0935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1">
                  <a:extLst>
                    <a:ext uri="{FF2B5EF4-FFF2-40B4-BE49-F238E27FC236}">
                      <a16:creationId xmlns:a16="http://schemas.microsoft.com/office/drawing/2014/main" id="{38C417AC-EEDA-7214-7EF9-55C3401E9D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78">
                  <a:extLst>
                    <a:ext uri="{FF2B5EF4-FFF2-40B4-BE49-F238E27FC236}">
                      <a16:creationId xmlns:a16="http://schemas.microsoft.com/office/drawing/2014/main" id="{934A7662-27CB-6A3F-5A35-045E6D9AF7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4">
                  <a:extLst>
                    <a:ext uri="{FF2B5EF4-FFF2-40B4-BE49-F238E27FC236}">
                      <a16:creationId xmlns:a16="http://schemas.microsoft.com/office/drawing/2014/main" id="{1F246DC5-C736-70AF-B92E-10E5EF0076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7">
                  <a:extLst>
                    <a:ext uri="{FF2B5EF4-FFF2-40B4-BE49-F238E27FC236}">
                      <a16:creationId xmlns:a16="http://schemas.microsoft.com/office/drawing/2014/main" id="{1D952251-4F18-A3F2-2F78-9CB936B2213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0">
                  <a:extLst>
                    <a:ext uri="{FF2B5EF4-FFF2-40B4-BE49-F238E27FC236}">
                      <a16:creationId xmlns:a16="http://schemas.microsoft.com/office/drawing/2014/main" id="{FAB88E72-0832-91C9-B982-18783360C7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59">
                  <a:extLst>
                    <a:ext uri="{FF2B5EF4-FFF2-40B4-BE49-F238E27FC236}">
                      <a16:creationId xmlns:a16="http://schemas.microsoft.com/office/drawing/2014/main" id="{B3ECA1C8-AE6D-0714-75CB-92CA39198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2">
                  <a:extLst>
                    <a:ext uri="{FF2B5EF4-FFF2-40B4-BE49-F238E27FC236}">
                      <a16:creationId xmlns:a16="http://schemas.microsoft.com/office/drawing/2014/main" id="{EA4A4AA4-385D-2FC5-911D-936CAF2479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5">
                  <a:extLst>
                    <a:ext uri="{FF2B5EF4-FFF2-40B4-BE49-F238E27FC236}">
                      <a16:creationId xmlns:a16="http://schemas.microsoft.com/office/drawing/2014/main" id="{94161EB1-FFB5-E3AE-8F39-3D9DF55801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79">
                  <a:extLst>
                    <a:ext uri="{FF2B5EF4-FFF2-40B4-BE49-F238E27FC236}">
                      <a16:creationId xmlns:a16="http://schemas.microsoft.com/office/drawing/2014/main" id="{CD385C1C-5C8C-6DD6-F6BC-D7A5E3A6CB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82">
                  <a:extLst>
                    <a:ext uri="{FF2B5EF4-FFF2-40B4-BE49-F238E27FC236}">
                      <a16:creationId xmlns:a16="http://schemas.microsoft.com/office/drawing/2014/main" id="{F7F8D284-2564-ADA8-CCFB-D40D283FB89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85">
                  <a:extLst>
                    <a:ext uri="{FF2B5EF4-FFF2-40B4-BE49-F238E27FC236}">
                      <a16:creationId xmlns:a16="http://schemas.microsoft.com/office/drawing/2014/main" id="{56FD208F-F6F2-58BD-18AC-C98726C1C1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88">
                  <a:extLst>
                    <a:ext uri="{FF2B5EF4-FFF2-40B4-BE49-F238E27FC236}">
                      <a16:creationId xmlns:a16="http://schemas.microsoft.com/office/drawing/2014/main" id="{DD5DC7A2-CA18-B810-E6AE-D6BEB583E3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1" name="Group 40">
                  <a:extLst>
                    <a:ext uri="{FF2B5EF4-FFF2-40B4-BE49-F238E27FC236}">
                      <a16:creationId xmlns:a16="http://schemas.microsoft.com/office/drawing/2014/main" id="{4B1C5344-E309-9ED7-5AFE-D0058B17519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2" name="Line 63">
                    <a:extLst>
                      <a:ext uri="{FF2B5EF4-FFF2-40B4-BE49-F238E27FC236}">
                        <a16:creationId xmlns:a16="http://schemas.microsoft.com/office/drawing/2014/main" id="{CCFD1A7E-FCAE-931E-44E7-0044CC2A9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Line 66">
                    <a:extLst>
                      <a:ext uri="{FF2B5EF4-FFF2-40B4-BE49-F238E27FC236}">
                        <a16:creationId xmlns:a16="http://schemas.microsoft.com/office/drawing/2014/main" id="{F702C9C8-F1B4-CD10-C93E-D30DD38896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Line 67">
                    <a:extLst>
                      <a:ext uri="{FF2B5EF4-FFF2-40B4-BE49-F238E27FC236}">
                        <a16:creationId xmlns:a16="http://schemas.microsoft.com/office/drawing/2014/main" id="{ADB22918-AC26-BA11-A7D1-BC5DB0084F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Line 80">
                    <a:extLst>
                      <a:ext uri="{FF2B5EF4-FFF2-40B4-BE49-F238E27FC236}">
                        <a16:creationId xmlns:a16="http://schemas.microsoft.com/office/drawing/2014/main" id="{CF488AB0-F5C3-BD78-0C35-98CD3B426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83">
                    <a:extLst>
                      <a:ext uri="{FF2B5EF4-FFF2-40B4-BE49-F238E27FC236}">
                        <a16:creationId xmlns:a16="http://schemas.microsoft.com/office/drawing/2014/main" id="{740468E0-31D1-8F29-1253-3187F704ED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86">
                    <a:extLst>
                      <a:ext uri="{FF2B5EF4-FFF2-40B4-BE49-F238E27FC236}">
                        <a16:creationId xmlns:a16="http://schemas.microsoft.com/office/drawing/2014/main" id="{DD94DEBD-9341-A102-EC18-FE31F1349A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9">
                    <a:extLst>
                      <a:ext uri="{FF2B5EF4-FFF2-40B4-BE49-F238E27FC236}">
                        <a16:creationId xmlns:a16="http://schemas.microsoft.com/office/drawing/2014/main" id="{4F0B3B12-2EEC-DB76-CE9D-810C4DAB9D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C0E7144E-F346-2CFE-E6AA-63D90C953F0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9" name="Group 18">
                  <a:extLst>
                    <a:ext uri="{FF2B5EF4-FFF2-40B4-BE49-F238E27FC236}">
                      <a16:creationId xmlns:a16="http://schemas.microsoft.com/office/drawing/2014/main" id="{0D702975-A312-EBC1-E800-7AA06103476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3" name="Straight Connector 22">
                    <a:extLst>
                      <a:ext uri="{FF2B5EF4-FFF2-40B4-BE49-F238E27FC236}">
                        <a16:creationId xmlns:a16="http://schemas.microsoft.com/office/drawing/2014/main" id="{B7F767C7-DFA4-5BBF-EF9D-E8D1E6B32B9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955F9B2-A030-962F-1BAE-B58B61979B3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5" name="Rectangle 30">
                    <a:extLst>
                      <a:ext uri="{FF2B5EF4-FFF2-40B4-BE49-F238E27FC236}">
                        <a16:creationId xmlns:a16="http://schemas.microsoft.com/office/drawing/2014/main" id="{8F780DAC-C41B-DA71-D2EC-DBB289BD0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30">
                    <a:extLst>
                      <a:ext uri="{FF2B5EF4-FFF2-40B4-BE49-F238E27FC236}">
                        <a16:creationId xmlns:a16="http://schemas.microsoft.com/office/drawing/2014/main" id="{D545B700-275F-8699-1AB7-D5658B57FA6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A5C71E3A-AACB-7543-C066-E5E08A3D86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1" name="Freeform: Shape 31">
                    <a:extLst>
                      <a:ext uri="{FF2B5EF4-FFF2-40B4-BE49-F238E27FC236}">
                        <a16:creationId xmlns:a16="http://schemas.microsoft.com/office/drawing/2014/main" id="{3E792813-0120-511D-6470-1B18DEC4D28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2" name="Freeform: Shape 32">
                    <a:extLst>
                      <a:ext uri="{FF2B5EF4-FFF2-40B4-BE49-F238E27FC236}">
                        <a16:creationId xmlns:a16="http://schemas.microsoft.com/office/drawing/2014/main" id="{724092AC-2CBF-C282-3C4F-DD5773C693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0" name="Group 9">
                <a:extLst>
                  <a:ext uri="{FF2B5EF4-FFF2-40B4-BE49-F238E27FC236}">
                    <a16:creationId xmlns:a16="http://schemas.microsoft.com/office/drawing/2014/main" id="{059F83C9-0A5D-BF1A-5168-EDFC1B23A1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1" name="Group 10">
                  <a:extLst>
                    <a:ext uri="{FF2B5EF4-FFF2-40B4-BE49-F238E27FC236}">
                      <a16:creationId xmlns:a16="http://schemas.microsoft.com/office/drawing/2014/main" id="{ADDEE125-06A8-7FDB-CE6C-1C4571961F2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9655199D-C580-D300-4346-AFB84AE5660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A27841E-334C-CFAE-C202-1B07F8760C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069DBE-BE90-163C-58C9-42B7D6F5AF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83204CF4-C1F6-5287-4B85-DAD482ABA50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3" name="Freeform 68">
                    <a:extLst>
                      <a:ext uri="{FF2B5EF4-FFF2-40B4-BE49-F238E27FC236}">
                        <a16:creationId xmlns:a16="http://schemas.microsoft.com/office/drawing/2014/main" id="{00FE9438-1AA6-9090-B2B2-FFF88A770B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91110486-BF9A-B529-6328-7F21CC075B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F9E8B96-29B1-C539-4BBF-D8F345246F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49" name="Group 48">
              <a:extLst>
                <a:ext uri="{FF2B5EF4-FFF2-40B4-BE49-F238E27FC236}">
                  <a16:creationId xmlns:a16="http://schemas.microsoft.com/office/drawing/2014/main" id="{95BCF94E-9410-1CC3-0BA8-3976FBF4A0C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50" name="Group 49">
                <a:extLst>
                  <a:ext uri="{FF2B5EF4-FFF2-40B4-BE49-F238E27FC236}">
                    <a16:creationId xmlns:a16="http://schemas.microsoft.com/office/drawing/2014/main" id="{FD1748FA-D9B5-D410-EF4A-55BF1D4796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9" name="Freeform 64">
                  <a:extLst>
                    <a:ext uri="{FF2B5EF4-FFF2-40B4-BE49-F238E27FC236}">
                      <a16:creationId xmlns:a16="http://schemas.microsoft.com/office/drawing/2014/main" id="{EC93AB80-BDD2-72DD-3082-3D06868458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81">
                  <a:extLst>
                    <a:ext uri="{FF2B5EF4-FFF2-40B4-BE49-F238E27FC236}">
                      <a16:creationId xmlns:a16="http://schemas.microsoft.com/office/drawing/2014/main" id="{EEBA8184-8F2B-423A-9CEA-D80BF5377D7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61">
                  <a:extLst>
                    <a:ext uri="{FF2B5EF4-FFF2-40B4-BE49-F238E27FC236}">
                      <a16:creationId xmlns:a16="http://schemas.microsoft.com/office/drawing/2014/main" id="{57CD8E89-1931-0D68-8186-15C3C12B89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78">
                  <a:extLst>
                    <a:ext uri="{FF2B5EF4-FFF2-40B4-BE49-F238E27FC236}">
                      <a16:creationId xmlns:a16="http://schemas.microsoft.com/office/drawing/2014/main" id="{45838F4A-36A1-D9B5-2FBC-DED01766E87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4">
                  <a:extLst>
                    <a:ext uri="{FF2B5EF4-FFF2-40B4-BE49-F238E27FC236}">
                      <a16:creationId xmlns:a16="http://schemas.microsoft.com/office/drawing/2014/main" id="{9EB03CBB-7D35-F7F9-EFCA-64013052E2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87">
                  <a:extLst>
                    <a:ext uri="{FF2B5EF4-FFF2-40B4-BE49-F238E27FC236}">
                      <a16:creationId xmlns:a16="http://schemas.microsoft.com/office/drawing/2014/main" id="{B1EA8790-B106-BB33-48DC-8312CF3B95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60">
                  <a:extLst>
                    <a:ext uri="{FF2B5EF4-FFF2-40B4-BE49-F238E27FC236}">
                      <a16:creationId xmlns:a16="http://schemas.microsoft.com/office/drawing/2014/main" id="{5073EF68-F164-3422-9AA9-6919213FEF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59">
                  <a:extLst>
                    <a:ext uri="{FF2B5EF4-FFF2-40B4-BE49-F238E27FC236}">
                      <a16:creationId xmlns:a16="http://schemas.microsoft.com/office/drawing/2014/main" id="{F37811F5-3EC5-40C9-633C-02E546E0AF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2">
                  <a:extLst>
                    <a:ext uri="{FF2B5EF4-FFF2-40B4-BE49-F238E27FC236}">
                      <a16:creationId xmlns:a16="http://schemas.microsoft.com/office/drawing/2014/main" id="{FC54BE48-9456-0F2A-6D77-DAF0C33909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65">
                  <a:extLst>
                    <a:ext uri="{FF2B5EF4-FFF2-40B4-BE49-F238E27FC236}">
                      <a16:creationId xmlns:a16="http://schemas.microsoft.com/office/drawing/2014/main" id="{045A3A08-95BE-9A60-B1E6-408F268F60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79">
                  <a:extLst>
                    <a:ext uri="{FF2B5EF4-FFF2-40B4-BE49-F238E27FC236}">
                      <a16:creationId xmlns:a16="http://schemas.microsoft.com/office/drawing/2014/main" id="{273D807B-0C13-E019-C76E-053F825395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2">
                  <a:extLst>
                    <a:ext uri="{FF2B5EF4-FFF2-40B4-BE49-F238E27FC236}">
                      <a16:creationId xmlns:a16="http://schemas.microsoft.com/office/drawing/2014/main" id="{27C8BF0E-E071-3B44-0B21-2E8C089247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5">
                  <a:extLst>
                    <a:ext uri="{FF2B5EF4-FFF2-40B4-BE49-F238E27FC236}">
                      <a16:creationId xmlns:a16="http://schemas.microsoft.com/office/drawing/2014/main" id="{CEB31528-676E-9829-C8AB-A5B24C91F9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88">
                  <a:extLst>
                    <a:ext uri="{FF2B5EF4-FFF2-40B4-BE49-F238E27FC236}">
                      <a16:creationId xmlns:a16="http://schemas.microsoft.com/office/drawing/2014/main" id="{CEE71D73-D61B-AFB9-14A9-57462C398A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3" name="Group 82">
                  <a:extLst>
                    <a:ext uri="{FF2B5EF4-FFF2-40B4-BE49-F238E27FC236}">
                      <a16:creationId xmlns:a16="http://schemas.microsoft.com/office/drawing/2014/main" id="{716FA03C-E43A-EB9D-6B5E-9B5A55701B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4" name="Line 63">
                    <a:extLst>
                      <a:ext uri="{FF2B5EF4-FFF2-40B4-BE49-F238E27FC236}">
                        <a16:creationId xmlns:a16="http://schemas.microsoft.com/office/drawing/2014/main" id="{86BEB1B4-8B13-EC11-C48A-9C6E7A31F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6">
                    <a:extLst>
                      <a:ext uri="{FF2B5EF4-FFF2-40B4-BE49-F238E27FC236}">
                        <a16:creationId xmlns:a16="http://schemas.microsoft.com/office/drawing/2014/main" id="{C9AF7F7E-AABE-3FF9-56AC-FA8EC4D099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67">
                    <a:extLst>
                      <a:ext uri="{FF2B5EF4-FFF2-40B4-BE49-F238E27FC236}">
                        <a16:creationId xmlns:a16="http://schemas.microsoft.com/office/drawing/2014/main" id="{CE7F9262-F1AF-97AE-8F2B-909B1821F4F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0">
                    <a:extLst>
                      <a:ext uri="{FF2B5EF4-FFF2-40B4-BE49-F238E27FC236}">
                        <a16:creationId xmlns:a16="http://schemas.microsoft.com/office/drawing/2014/main" id="{0348AAF7-B764-CEC7-C9D8-1F8A830B3C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3">
                    <a:extLst>
                      <a:ext uri="{FF2B5EF4-FFF2-40B4-BE49-F238E27FC236}">
                        <a16:creationId xmlns:a16="http://schemas.microsoft.com/office/drawing/2014/main" id="{C94002DB-71DF-D555-73AA-FB36950CFD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6">
                    <a:extLst>
                      <a:ext uri="{FF2B5EF4-FFF2-40B4-BE49-F238E27FC236}">
                        <a16:creationId xmlns:a16="http://schemas.microsoft.com/office/drawing/2014/main" id="{B057645C-FAE7-DAA0-7065-406885CA28C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Line 89">
                    <a:extLst>
                      <a:ext uri="{FF2B5EF4-FFF2-40B4-BE49-F238E27FC236}">
                        <a16:creationId xmlns:a16="http://schemas.microsoft.com/office/drawing/2014/main" id="{A56A6525-832E-5D90-C98A-C6063F5AE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421C0FE1-7D43-A6CB-B707-1E63308859D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1" name="Group 60">
                  <a:extLst>
                    <a:ext uri="{FF2B5EF4-FFF2-40B4-BE49-F238E27FC236}">
                      <a16:creationId xmlns:a16="http://schemas.microsoft.com/office/drawing/2014/main" id="{CB3C26E9-857B-E9A7-7751-50AC8B93B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5" name="Straight Connector 64">
                    <a:extLst>
                      <a:ext uri="{FF2B5EF4-FFF2-40B4-BE49-F238E27FC236}">
                        <a16:creationId xmlns:a16="http://schemas.microsoft.com/office/drawing/2014/main" id="{72BD28F9-469C-22AF-7C8F-758989829B1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61E3726-FE4D-39B5-5FDD-11AECB1B517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7" name="Rectangle 30">
                    <a:extLst>
                      <a:ext uri="{FF2B5EF4-FFF2-40B4-BE49-F238E27FC236}">
                        <a16:creationId xmlns:a16="http://schemas.microsoft.com/office/drawing/2014/main" id="{55D3AD5E-F699-B39E-1ACD-31FE8B9496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30">
                    <a:extLst>
                      <a:ext uri="{FF2B5EF4-FFF2-40B4-BE49-F238E27FC236}">
                        <a16:creationId xmlns:a16="http://schemas.microsoft.com/office/drawing/2014/main" id="{14A3AC03-73A8-179B-0255-F6595B030F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a:extLst>
                    <a:ext uri="{FF2B5EF4-FFF2-40B4-BE49-F238E27FC236}">
                      <a16:creationId xmlns:a16="http://schemas.microsoft.com/office/drawing/2014/main" id="{5BC7721D-A36D-C25E-F2FF-B08899CD462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3" name="Freeform: Shape 73">
                    <a:extLst>
                      <a:ext uri="{FF2B5EF4-FFF2-40B4-BE49-F238E27FC236}">
                        <a16:creationId xmlns:a16="http://schemas.microsoft.com/office/drawing/2014/main" id="{24FE16C1-456C-BE45-0DC5-B0632951C4E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4" name="Freeform: Shape 74">
                    <a:extLst>
                      <a:ext uri="{FF2B5EF4-FFF2-40B4-BE49-F238E27FC236}">
                        <a16:creationId xmlns:a16="http://schemas.microsoft.com/office/drawing/2014/main" id="{E3694B78-817C-725C-E3FA-0EBB270DAA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2" name="Group 51">
                <a:extLst>
                  <a:ext uri="{FF2B5EF4-FFF2-40B4-BE49-F238E27FC236}">
                    <a16:creationId xmlns:a16="http://schemas.microsoft.com/office/drawing/2014/main" id="{D28E1246-F52C-0640-95BD-015F886124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3" name="Group 52">
                  <a:extLst>
                    <a:ext uri="{FF2B5EF4-FFF2-40B4-BE49-F238E27FC236}">
                      <a16:creationId xmlns:a16="http://schemas.microsoft.com/office/drawing/2014/main" id="{654CE322-1ED4-48F8-A09B-F4D21B1524B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8" name="Freeform 57">
                    <a:extLst>
                      <a:ext uri="{FF2B5EF4-FFF2-40B4-BE49-F238E27FC236}">
                        <a16:creationId xmlns:a16="http://schemas.microsoft.com/office/drawing/2014/main" id="{8B84CF30-E3E9-C0A1-D1EF-BCE3C73EE1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58">
                    <a:extLst>
                      <a:ext uri="{FF2B5EF4-FFF2-40B4-BE49-F238E27FC236}">
                        <a16:creationId xmlns:a16="http://schemas.microsoft.com/office/drawing/2014/main" id="{53D1F963-F022-6FD5-F242-4EBFF537CC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0" name="Line 70">
                    <a:extLst>
                      <a:ext uri="{FF2B5EF4-FFF2-40B4-BE49-F238E27FC236}">
                        <a16:creationId xmlns:a16="http://schemas.microsoft.com/office/drawing/2014/main" id="{CF67ABB8-6B94-86EA-239A-03986A9690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4" name="Group 53">
                  <a:extLst>
                    <a:ext uri="{FF2B5EF4-FFF2-40B4-BE49-F238E27FC236}">
                      <a16:creationId xmlns:a16="http://schemas.microsoft.com/office/drawing/2014/main" id="{1A7A8F26-FCAA-BA92-E5E8-4CC86F715F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5" name="Freeform 68">
                    <a:extLst>
                      <a:ext uri="{FF2B5EF4-FFF2-40B4-BE49-F238E27FC236}">
                        <a16:creationId xmlns:a16="http://schemas.microsoft.com/office/drawing/2014/main" id="{0F8531EE-3F08-B345-5629-D105362C1E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69">
                    <a:extLst>
                      <a:ext uri="{FF2B5EF4-FFF2-40B4-BE49-F238E27FC236}">
                        <a16:creationId xmlns:a16="http://schemas.microsoft.com/office/drawing/2014/main" id="{0A2F137C-AAF4-114A-2ACB-21D28BCDAE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7" name="Line 70">
                    <a:extLst>
                      <a:ext uri="{FF2B5EF4-FFF2-40B4-BE49-F238E27FC236}">
                        <a16:creationId xmlns:a16="http://schemas.microsoft.com/office/drawing/2014/main" id="{9651D6D7-979D-F020-51EC-50B39BF8F8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cxnSp>
        <p:nvCxnSpPr>
          <p:cNvPr id="94" name="Straight Connector 93">
            <a:extLst>
              <a:ext uri="{FF2B5EF4-FFF2-40B4-BE49-F238E27FC236}">
                <a16:creationId xmlns:a16="http://schemas.microsoft.com/office/drawing/2014/main" id="{FE833E4E-4232-FFDA-5020-37E4AD56D9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13987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Title 1">
            <a:extLst>
              <a:ext uri="{FF2B5EF4-FFF2-40B4-BE49-F238E27FC236}">
                <a16:creationId xmlns:a16="http://schemas.microsoft.com/office/drawing/2014/main" id="{C69B35B4-8267-15C0-DBC8-85F19005E59C}"/>
              </a:ext>
            </a:extLst>
          </p:cNvPr>
          <p:cNvSpPr>
            <a:spLocks noGrp="1"/>
          </p:cNvSpPr>
          <p:nvPr>
            <p:ph type="ctrTitle"/>
          </p:nvPr>
        </p:nvSpPr>
        <p:spPr>
          <a:xfrm>
            <a:off x="3627120" y="1143006"/>
            <a:ext cx="4937760" cy="2731076"/>
          </a:xfrm>
          <a:prstGeom prst="rect">
            <a:avLst/>
          </a:prstGeom>
        </p:spPr>
        <p:txBody>
          <a:bodyPr vert="horz" lIns="91440" tIns="45720" rIns="91440" bIns="45720" rtlCol="0" anchor="b">
            <a:noAutofit/>
          </a:bodyPr>
          <a:lstStyle>
            <a:lvl1pPr algn="ctr">
              <a:defRPr lang="en-US" sz="4000" dirty="0"/>
            </a:lvl1pPr>
          </a:lstStyle>
          <a:p>
            <a:pPr lvl="0"/>
            <a:r>
              <a:rPr lang="en-US" dirty="0"/>
              <a:t>Click to edit Master title style</a:t>
            </a:r>
          </a:p>
        </p:txBody>
      </p:sp>
      <p:sp>
        <p:nvSpPr>
          <p:cNvPr id="93" name="Subtitle 2">
            <a:extLst>
              <a:ext uri="{FF2B5EF4-FFF2-40B4-BE49-F238E27FC236}">
                <a16:creationId xmlns:a16="http://schemas.microsoft.com/office/drawing/2014/main" id="{2F1F49DF-E0A4-2236-FD46-ECB7130CBBCA}"/>
              </a:ext>
            </a:extLst>
          </p:cNvPr>
          <p:cNvSpPr>
            <a:spLocks noGrp="1"/>
          </p:cNvSpPr>
          <p:nvPr>
            <p:ph type="subTitle" idx="1"/>
          </p:nvPr>
        </p:nvSpPr>
        <p:spPr>
          <a:xfrm>
            <a:off x="2895600" y="4405673"/>
            <a:ext cx="6400800" cy="1309327"/>
          </a:xfrm>
        </p:spPr>
        <p:txBody>
          <a:bodyPr vert="horz" lIns="91440" tIns="45720" rIns="91440" bIns="45720" rtlCol="0">
            <a:noAutofit/>
          </a:bodyPr>
          <a:lstStyle>
            <a:lvl1pPr marL="0" indent="0" algn="ctr">
              <a:buNone/>
              <a:defRPr lang="en-US" sz="1800" cap="all" spc="100" baseline="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546269" y="6343955"/>
            <a:ext cx="1349331"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216524"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0044568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4653F0-6B33-4C71-828A-C82AA65592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12188952" cy="434340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73DFE91C-7345-DD86-AFC2-44F578231F50}"/>
              </a:ext>
            </a:extLst>
          </p:cNvPr>
          <p:cNvSpPr>
            <a:spLocks noGrp="1"/>
          </p:cNvSpPr>
          <p:nvPr>
            <p:ph type="ctrTitle"/>
          </p:nvPr>
        </p:nvSpPr>
        <p:spPr>
          <a:xfrm>
            <a:off x="612648" y="4665421"/>
            <a:ext cx="10972800" cy="786384"/>
          </a:xfrm>
          <a:prstGeom prst="rect">
            <a:avLst/>
          </a:prstGeom>
        </p:spPr>
        <p:txBody>
          <a:bodyPr anchor="b">
            <a:noAutofit/>
          </a:bodyPr>
          <a:lstStyle>
            <a:lvl1pPr algn="ctr">
              <a:defRPr sz="4000"/>
            </a:lvl1pPr>
          </a:lstStyle>
          <a:p>
            <a:r>
              <a:rPr lang="en-US" dirty="0"/>
              <a:t>Click to edit Master title style</a:t>
            </a:r>
          </a:p>
        </p:txBody>
      </p:sp>
      <p:sp>
        <p:nvSpPr>
          <p:cNvPr id="14" name="Subtitle 2">
            <a:extLst>
              <a:ext uri="{FF2B5EF4-FFF2-40B4-BE49-F238E27FC236}">
                <a16:creationId xmlns:a16="http://schemas.microsoft.com/office/drawing/2014/main" id="{AB35AACE-B44B-CA08-96C2-71DD9C864615}"/>
              </a:ext>
            </a:extLst>
          </p:cNvPr>
          <p:cNvSpPr>
            <a:spLocks noGrp="1"/>
          </p:cNvSpPr>
          <p:nvPr>
            <p:ph type="subTitle" idx="1"/>
          </p:nvPr>
        </p:nvSpPr>
        <p:spPr>
          <a:xfrm>
            <a:off x="612648" y="5623560"/>
            <a:ext cx="10972800" cy="548640"/>
          </a:xfrm>
        </p:spPr>
        <p:txBody>
          <a:bodyPr anchor="t">
            <a:noAutofit/>
          </a:bodyPr>
          <a:lstStyle>
            <a:lvl1pPr marL="0" indent="0" algn="ctr">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7" name="Picture Placeholder 16">
            <a:extLst>
              <a:ext uri="{FF2B5EF4-FFF2-40B4-BE49-F238E27FC236}">
                <a16:creationId xmlns:a16="http://schemas.microsoft.com/office/drawing/2014/main" id="{653CEB38-7674-CDA0-DA5F-9C3CB1645A07}"/>
              </a:ext>
            </a:extLst>
          </p:cNvPr>
          <p:cNvSpPr>
            <a:spLocks noGrp="1"/>
          </p:cNvSpPr>
          <p:nvPr>
            <p:ph type="pic" sz="quarter" idx="17" hasCustomPrompt="1"/>
          </p:nvPr>
        </p:nvSpPr>
        <p:spPr>
          <a:xfrm>
            <a:off x="275844" y="274319"/>
            <a:ext cx="11640312" cy="3794760"/>
          </a:xfrm>
          <a:blipFill>
            <a:blip r:embed="rId2">
              <a:alphaModFix amt="60000"/>
            </a:blip>
            <a:stretch>
              <a:fillRect/>
            </a:stretch>
          </a:blipFill>
        </p:spPr>
        <p:txBody>
          <a:bodyPr/>
          <a:lstStyle>
            <a:lvl1pPr>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612647" y="6343955"/>
            <a:ext cx="2202644"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20xx</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4693298" y="6343955"/>
            <a:ext cx="2805405"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147096" y="6343955"/>
            <a:ext cx="429207" cy="365125"/>
          </a:xfrm>
          <a:prstGeom prst="rect">
            <a:avLst/>
          </a:prstGeom>
        </p:spPr>
        <p:txBody>
          <a:bodyPr>
            <a:noAutofit/>
          </a:bodyPr>
          <a:lstStyle>
            <a:lvl1pPr>
              <a:defRPr b="0" i="0" cap="all" baseline="0">
                <a:latin typeface="Avenir Next LT Pro Light" panose="020B0304020202020204" pitchFamily="34" charset="77"/>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167405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grpSp>
        <p:nvGrpSpPr>
          <p:cNvPr id="3" name="Vector">
            <a:extLst>
              <a:ext uri="{FF2B5EF4-FFF2-40B4-BE49-F238E27FC236}">
                <a16:creationId xmlns:a16="http://schemas.microsoft.com/office/drawing/2014/main" id="{05BC5FEA-7AAF-F0C6-F596-0A63B82981B9}"/>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8034190" y="858838"/>
            <a:ext cx="2216150" cy="1177924"/>
            <a:chOff x="4987925" y="2840038"/>
            <a:chExt cx="2216150" cy="1177924"/>
          </a:xfrm>
        </p:grpSpPr>
        <p:sp>
          <p:nvSpPr>
            <p:cNvPr id="4" name="Rectangle 3">
              <a:extLst>
                <a:ext uri="{FF2B5EF4-FFF2-40B4-BE49-F238E27FC236}">
                  <a16:creationId xmlns:a16="http://schemas.microsoft.com/office/drawing/2014/main" id="{4F0F91CF-DA5C-92E6-E259-06EB35D02DBA}"/>
                </a:ext>
                <a:ext uri="{C183D7F6-B498-43B3-948B-1728B52AA6E4}">
                  <adec:decorative xmlns:adec="http://schemas.microsoft.com/office/drawing/2017/decorative" val="1"/>
                </a:ext>
              </a:extLst>
            </p:cNvPr>
            <p:cNvSpPr>
              <a:spLocks/>
            </p:cNvSpPr>
            <p:nvPr userDrawn="1">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90A6D5C-58C6-FEAD-68C8-24D2A3D56E23}"/>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6" name="Group 5">
                <a:extLst>
                  <a:ext uri="{FF2B5EF4-FFF2-40B4-BE49-F238E27FC236}">
                    <a16:creationId xmlns:a16="http://schemas.microsoft.com/office/drawing/2014/main" id="{A90926D2-838C-FBAD-9106-B5A110A5B61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9" name="Freeform 68">
                  <a:extLst>
                    <a:ext uri="{FF2B5EF4-FFF2-40B4-BE49-F238E27FC236}">
                      <a16:creationId xmlns:a16="http://schemas.microsoft.com/office/drawing/2014/main" id="{CCAB97FA-3590-3E85-EC04-2D8629BF66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69">
                  <a:extLst>
                    <a:ext uri="{FF2B5EF4-FFF2-40B4-BE49-F238E27FC236}">
                      <a16:creationId xmlns:a16="http://schemas.microsoft.com/office/drawing/2014/main" id="{857AF2EC-F313-8348-C809-8177932736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Line 70">
                  <a:extLst>
                    <a:ext uri="{FF2B5EF4-FFF2-40B4-BE49-F238E27FC236}">
                      <a16:creationId xmlns:a16="http://schemas.microsoft.com/office/drawing/2014/main" id="{BBDA2187-09E1-36CB-CC34-C2A68B7444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 name="Group 13">
                <a:extLst>
                  <a:ext uri="{FF2B5EF4-FFF2-40B4-BE49-F238E27FC236}">
                    <a16:creationId xmlns:a16="http://schemas.microsoft.com/office/drawing/2014/main" id="{C2789EB6-B58C-B0A4-96BE-1114C7775A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3" name="Freeform 68">
                  <a:extLst>
                    <a:ext uri="{FF2B5EF4-FFF2-40B4-BE49-F238E27FC236}">
                      <a16:creationId xmlns:a16="http://schemas.microsoft.com/office/drawing/2014/main" id="{52069191-F544-13F2-C808-AA9DE0883B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886F9107-7BA2-7341-3D65-956BBB0D5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5D813785-2AF4-1081-B91E-8A290C54B6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Rectangle 1">
            <a:extLst>
              <a:ext uri="{FF2B5EF4-FFF2-40B4-BE49-F238E27FC236}">
                <a16:creationId xmlns:a16="http://schemas.microsoft.com/office/drawing/2014/main" id="{055E2131-6122-D702-6ACB-2368A1E59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7" name="Title 1">
            <a:extLst>
              <a:ext uri="{FF2B5EF4-FFF2-40B4-BE49-F238E27FC236}">
                <a16:creationId xmlns:a16="http://schemas.microsoft.com/office/drawing/2014/main" id="{747188C3-B888-04ED-88FD-00077E25ED67}"/>
              </a:ext>
            </a:extLst>
          </p:cNvPr>
          <p:cNvSpPr>
            <a:spLocks noGrp="1"/>
          </p:cNvSpPr>
          <p:nvPr>
            <p:ph type="ctrTitle"/>
          </p:nvPr>
        </p:nvSpPr>
        <p:spPr>
          <a:xfrm>
            <a:off x="6704598" y="2339742"/>
            <a:ext cx="4856348" cy="1546458"/>
          </a:xfrm>
          <a:prstGeom prst="rect">
            <a:avLst/>
          </a:prstGeom>
        </p:spPr>
        <p:txBody>
          <a:bodyPr vert="horz" lIns="91440" tIns="45720" rIns="91440" bIns="45720" rtlCol="0" anchor="b">
            <a:noAutofit/>
          </a:bodyPr>
          <a:lstStyle>
            <a:lvl1pPr algn="ctr">
              <a:defRPr lang="en-US" sz="4000" dirty="0"/>
            </a:lvl1pPr>
          </a:lstStyle>
          <a:p>
            <a:pPr lvl="0"/>
            <a:r>
              <a:rPr lang="en-US" dirty="0"/>
              <a:t>Click to edit Master title style</a:t>
            </a:r>
          </a:p>
        </p:txBody>
      </p:sp>
      <p:sp>
        <p:nvSpPr>
          <p:cNvPr id="18" name="Subtitle 2">
            <a:extLst>
              <a:ext uri="{FF2B5EF4-FFF2-40B4-BE49-F238E27FC236}">
                <a16:creationId xmlns:a16="http://schemas.microsoft.com/office/drawing/2014/main" id="{A7603D50-928A-CF87-EECC-DA89E7864746}"/>
              </a:ext>
            </a:extLst>
          </p:cNvPr>
          <p:cNvSpPr>
            <a:spLocks noGrp="1"/>
          </p:cNvSpPr>
          <p:nvPr>
            <p:ph type="subTitle" idx="1"/>
          </p:nvPr>
        </p:nvSpPr>
        <p:spPr>
          <a:xfrm>
            <a:off x="6704598"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dirty="0"/>
              <a:t>Click to edit Master subtitle style</a:t>
            </a:r>
          </a:p>
        </p:txBody>
      </p:sp>
      <p:sp>
        <p:nvSpPr>
          <p:cNvPr id="8" name="Picture Placeholder 24">
            <a:extLst>
              <a:ext uri="{FF2B5EF4-FFF2-40B4-BE49-F238E27FC236}">
                <a16:creationId xmlns:a16="http://schemas.microsoft.com/office/drawing/2014/main" id="{ECD41283-05EB-5E8A-99FA-EF1E9F10D257}"/>
              </a:ext>
            </a:extLst>
          </p:cNvPr>
          <p:cNvSpPr>
            <a:spLocks noGrp="1"/>
          </p:cNvSpPr>
          <p:nvPr>
            <p:ph type="pic" sz="quarter" idx="17" hasCustomPrompt="1"/>
          </p:nvPr>
        </p:nvSpPr>
        <p:spPr>
          <a:xfrm>
            <a:off x="272796" y="233172"/>
            <a:ext cx="5550408" cy="6391656"/>
          </a:xfrm>
          <a:blipFill>
            <a:blip r:embed="rId2">
              <a:alphaModFix amt="60000"/>
            </a:blip>
            <a:stretch>
              <a:fillRect/>
            </a:stretch>
          </a:blipFill>
        </p:spPr>
        <p:txBody>
          <a:bodyPr/>
          <a:lstStyle>
            <a:lvl1pPr>
              <a:defRPr/>
            </a:lvl1pPr>
          </a:lstStyle>
          <a:p>
            <a:r>
              <a:rPr lang="en-US" dirty="0"/>
              <a:t> </a:t>
            </a:r>
          </a:p>
        </p:txBody>
      </p:sp>
      <p:sp>
        <p:nvSpPr>
          <p:cNvPr id="26" name="Footer Placeholder 7">
            <a:extLst>
              <a:ext uri="{FF2B5EF4-FFF2-40B4-BE49-F238E27FC236}">
                <a16:creationId xmlns:a16="http://schemas.microsoft.com/office/drawing/2014/main" id="{98746AF5-45F6-8A1D-B9A2-A5E96DA07A89}"/>
              </a:ext>
            </a:extLst>
          </p:cNvPr>
          <p:cNvSpPr>
            <a:spLocks noGrp="1"/>
          </p:cNvSpPr>
          <p:nvPr>
            <p:ph type="ftr" sz="quarter" idx="15"/>
          </p:nvPr>
        </p:nvSpPr>
        <p:spPr>
          <a:xfrm>
            <a:off x="6704598" y="6338703"/>
            <a:ext cx="2070484" cy="365125"/>
          </a:xfrm>
          <a:prstGeom prst="rect">
            <a:avLst/>
          </a:prstGeom>
        </p:spPr>
        <p:txBody>
          <a:bodyPr>
            <a:noAutofit/>
          </a:bodyPr>
          <a:lstStyle/>
          <a:p>
            <a:r>
              <a:rPr lang="en-US"/>
              <a:t>Sample Footer Text</a:t>
            </a:r>
          </a:p>
        </p:txBody>
      </p:sp>
      <p:sp>
        <p:nvSpPr>
          <p:cNvPr id="27" name="Date Placeholder 6">
            <a:extLst>
              <a:ext uri="{FF2B5EF4-FFF2-40B4-BE49-F238E27FC236}">
                <a16:creationId xmlns:a16="http://schemas.microsoft.com/office/drawing/2014/main" id="{3CDB4CF3-D437-A576-6D88-391341E6619F}"/>
              </a:ext>
            </a:extLst>
          </p:cNvPr>
          <p:cNvSpPr>
            <a:spLocks noGrp="1"/>
          </p:cNvSpPr>
          <p:nvPr>
            <p:ph type="dt" sz="half" idx="14"/>
          </p:nvPr>
        </p:nvSpPr>
        <p:spPr>
          <a:xfrm>
            <a:off x="9739161" y="6338703"/>
            <a:ext cx="1392578" cy="365125"/>
          </a:xfrm>
          <a:prstGeom prst="rect">
            <a:avLst/>
          </a:prstGeom>
        </p:spPr>
        <p:txBody>
          <a:bodyPr>
            <a:noAutofit/>
          </a:bodyPr>
          <a:lstStyle/>
          <a:p>
            <a:r>
              <a:rPr lang="en-US"/>
              <a:t>20xx</a:t>
            </a:r>
          </a:p>
        </p:txBody>
      </p:sp>
      <p:sp>
        <p:nvSpPr>
          <p:cNvPr id="28" name="Slide Number Placeholder 8">
            <a:extLst>
              <a:ext uri="{FF2B5EF4-FFF2-40B4-BE49-F238E27FC236}">
                <a16:creationId xmlns:a16="http://schemas.microsoft.com/office/drawing/2014/main" id="{D691BA2D-39A6-C5EA-8537-54C0F1EDC193}"/>
              </a:ext>
            </a:extLst>
          </p:cNvPr>
          <p:cNvSpPr>
            <a:spLocks noGrp="1"/>
          </p:cNvSpPr>
          <p:nvPr>
            <p:ph type="sldNum" sz="quarter" idx="16"/>
          </p:nvPr>
        </p:nvSpPr>
        <p:spPr>
          <a:xfrm>
            <a:off x="11131739" y="6342301"/>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61858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303A30A-E163-EC69-BC74-DBBB57D2DF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0"/>
            <a:ext cx="521286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824728" y="685805"/>
            <a:ext cx="5760720" cy="2925456"/>
          </a:xfrm>
          <a:prstGeom prst="rect">
            <a:avLst/>
          </a:prstGeom>
        </p:spPr>
        <p:txBody>
          <a:bodyPr vert="horz" lIns="91440" tIns="45720" rIns="91440" bIns="45720" rtlCol="0" anchor="b">
            <a:noAutofit/>
          </a:bodyPr>
          <a:lstStyle>
            <a:lvl1pP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815584" y="4142852"/>
            <a:ext cx="5760719" cy="2029344"/>
          </a:xfrm>
        </p:spPr>
        <p:txBody>
          <a:bodyPr vert="horz" lIns="91440" tIns="45720" rIns="91440" bIns="45720" rtlCol="0">
            <a:noAutofit/>
          </a:bodyPr>
          <a:lstStyle>
            <a:lvl1pPr marL="0" indent="0">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5" name="Picture Placeholder 24">
            <a:extLst>
              <a:ext uri="{FF2B5EF4-FFF2-40B4-BE49-F238E27FC236}">
                <a16:creationId xmlns:a16="http://schemas.microsoft.com/office/drawing/2014/main" id="{CEBB28F2-4B93-B449-3651-1A13235A406A}"/>
              </a:ext>
            </a:extLst>
          </p:cNvPr>
          <p:cNvSpPr>
            <a:spLocks noGrp="1"/>
          </p:cNvSpPr>
          <p:nvPr>
            <p:ph type="pic" sz="quarter" idx="17" hasCustomPrompt="1"/>
          </p:nvPr>
        </p:nvSpPr>
        <p:spPr>
          <a:xfrm>
            <a:off x="272796" y="233172"/>
            <a:ext cx="4663440" cy="6391656"/>
          </a:xfrm>
          <a:blipFill>
            <a:blip r:embed="rId2">
              <a:alphaModFix amt="60000"/>
            </a:blip>
            <a:stretch>
              <a:fillRect/>
            </a:stretch>
          </a:blipFill>
        </p:spPr>
        <p:txBody>
          <a:bodyPr/>
          <a:lstStyle>
            <a:lvl1pPr>
              <a:defRPr/>
            </a:lvl1pPr>
          </a:lstStyle>
          <a:p>
            <a:r>
              <a:rPr lang="en-US" dirty="0"/>
              <a:t> </a:t>
            </a:r>
          </a:p>
        </p:txBody>
      </p:sp>
      <p:cxnSp>
        <p:nvCxnSpPr>
          <p:cNvPr id="19" name="Straight Connector 18">
            <a:extLst>
              <a:ext uri="{FF2B5EF4-FFF2-40B4-BE49-F238E27FC236}">
                <a16:creationId xmlns:a16="http://schemas.microsoft.com/office/drawing/2014/main" id="{EA012170-4B32-903F-0861-DB263F28C32E}"/>
              </a:ext>
            </a:extLst>
          </p:cNvPr>
          <p:cNvCxnSpPr>
            <a:cxnSpLocks/>
          </p:cNvCxnSpPr>
          <p:nvPr userDrawn="1"/>
        </p:nvCxnSpPr>
        <p:spPr>
          <a:xfrm>
            <a:off x="5929503" y="387705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4728" y="6343955"/>
            <a:ext cx="3014472"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884284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grpSp>
        <p:nvGrpSpPr>
          <p:cNvPr id="4" name="Vector">
            <a:extLst>
              <a:ext uri="{FF2B5EF4-FFF2-40B4-BE49-F238E27FC236}">
                <a16:creationId xmlns:a16="http://schemas.microsoft.com/office/drawing/2014/main" id="{2D6E1CE8-4390-5ACE-1DD7-69C044B389C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1973453" y="49440"/>
            <a:ext cx="2216150" cy="1177924"/>
            <a:chOff x="4987925" y="2840038"/>
            <a:chExt cx="2216150" cy="1177924"/>
          </a:xfrm>
        </p:grpSpPr>
        <p:sp>
          <p:nvSpPr>
            <p:cNvPr id="5" name="Rectangle 4">
              <a:extLst>
                <a:ext uri="{FF2B5EF4-FFF2-40B4-BE49-F238E27FC236}">
                  <a16:creationId xmlns:a16="http://schemas.microsoft.com/office/drawing/2014/main" id="{7229E3A5-61F4-8686-47E6-23AA4BA88D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7E856271-928E-846B-40C6-6722B0F7124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DAAEDEF-71AF-EADA-0548-E25C605A8FE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6" name="Freeform 68">
                  <a:extLst>
                    <a:ext uri="{FF2B5EF4-FFF2-40B4-BE49-F238E27FC236}">
                      <a16:creationId xmlns:a16="http://schemas.microsoft.com/office/drawing/2014/main" id="{5EE50072-C4FB-0181-60E5-434A03ED13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8EBE8D7-3188-E72D-5F72-28D808D755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EF8C51-DD1D-E2EF-691E-3A7AF07DD4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32DB78EC-1B67-FA19-9EC4-3F3CCB2547F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3" name="Freeform 68">
                  <a:extLst>
                    <a:ext uri="{FF2B5EF4-FFF2-40B4-BE49-F238E27FC236}">
                      <a16:creationId xmlns:a16="http://schemas.microsoft.com/office/drawing/2014/main" id="{4E17A2ED-C8D3-9216-DC04-61913804B8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55D467ED-D0EE-8D50-0125-5B3493E6E8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D34E8D5-1825-4F71-AD4E-312BFCBBA6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9" name="Rectangle 18">
            <a:extLst>
              <a:ext uri="{FF2B5EF4-FFF2-40B4-BE49-F238E27FC236}">
                <a16:creationId xmlns:a16="http://schemas.microsoft.com/office/drawing/2014/main" id="{AD866302-BF6C-48AB-E342-8566591465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3372"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5659DA3C-D7CD-154F-F462-687885B1F50B}"/>
              </a:ext>
            </a:extLst>
          </p:cNvPr>
          <p:cNvSpPr>
            <a:spLocks noGrp="1"/>
          </p:cNvSpPr>
          <p:nvPr>
            <p:ph type="ctrTitle"/>
          </p:nvPr>
        </p:nvSpPr>
        <p:spPr>
          <a:xfrm>
            <a:off x="609600" y="2154268"/>
            <a:ext cx="4856348" cy="1731932"/>
          </a:xfrm>
          <a:prstGeom prst="rect">
            <a:avLst/>
          </a:prstGeom>
        </p:spPr>
        <p:txBody>
          <a:bodyPr vert="horz" lIns="91440" tIns="45720" rIns="91440" bIns="45720" rtlCol="0" anchor="b">
            <a:noAutofit/>
          </a:bodyPr>
          <a:lstStyle>
            <a:lvl1pPr algn="ctr">
              <a:defRPr lang="en-US" sz="4000" dirty="0"/>
            </a:lvl1pPr>
          </a:lstStyle>
          <a:p>
            <a:pPr lvl="0"/>
            <a:r>
              <a:rPr lang="en-US" dirty="0"/>
              <a:t>Click to edit Master title style</a:t>
            </a:r>
          </a:p>
        </p:txBody>
      </p:sp>
      <p:sp>
        <p:nvSpPr>
          <p:cNvPr id="30" name="Subtitle 2">
            <a:extLst>
              <a:ext uri="{FF2B5EF4-FFF2-40B4-BE49-F238E27FC236}">
                <a16:creationId xmlns:a16="http://schemas.microsoft.com/office/drawing/2014/main" id="{9D145525-9A2E-54DF-B47A-74AFF1644A46}"/>
              </a:ext>
            </a:extLst>
          </p:cNvPr>
          <p:cNvSpPr>
            <a:spLocks noGrp="1"/>
          </p:cNvSpPr>
          <p:nvPr>
            <p:ph type="subTitle" idx="1"/>
          </p:nvPr>
        </p:nvSpPr>
        <p:spPr>
          <a:xfrm>
            <a:off x="609600"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dirty="0"/>
              <a:t>Click to edit Master subtitle style</a:t>
            </a:r>
          </a:p>
        </p:txBody>
      </p:sp>
      <p:sp>
        <p:nvSpPr>
          <p:cNvPr id="11" name="Footer Placeholder 7">
            <a:extLst>
              <a:ext uri="{FF2B5EF4-FFF2-40B4-BE49-F238E27FC236}">
                <a16:creationId xmlns:a16="http://schemas.microsoft.com/office/drawing/2014/main" id="{B06B9EBB-080E-1157-1D8D-295A6B243162}"/>
              </a:ext>
            </a:extLst>
          </p:cNvPr>
          <p:cNvSpPr>
            <a:spLocks noGrp="1"/>
          </p:cNvSpPr>
          <p:nvPr>
            <p:ph type="ftr" sz="quarter" idx="15"/>
          </p:nvPr>
        </p:nvSpPr>
        <p:spPr>
          <a:xfrm>
            <a:off x="609600" y="6338703"/>
            <a:ext cx="2070484" cy="365125"/>
          </a:xfrm>
          <a:prstGeom prst="rect">
            <a:avLst/>
          </a:prstGeom>
        </p:spPr>
        <p:txBody>
          <a:bodyPr>
            <a:noAutofit/>
          </a:bodyPr>
          <a:lstStyle/>
          <a:p>
            <a:r>
              <a:rPr lang="en-US"/>
              <a:t>Sample Footer Text</a:t>
            </a:r>
          </a:p>
        </p:txBody>
      </p:sp>
      <p:sp>
        <p:nvSpPr>
          <p:cNvPr id="20" name="Date Placeholder 6">
            <a:extLst>
              <a:ext uri="{FF2B5EF4-FFF2-40B4-BE49-F238E27FC236}">
                <a16:creationId xmlns:a16="http://schemas.microsoft.com/office/drawing/2014/main" id="{0286A2F7-FABC-71C8-AB4B-75C59CDB94A3}"/>
              </a:ext>
            </a:extLst>
          </p:cNvPr>
          <p:cNvSpPr>
            <a:spLocks noGrp="1"/>
          </p:cNvSpPr>
          <p:nvPr>
            <p:ph type="dt" sz="half" idx="14"/>
          </p:nvPr>
        </p:nvSpPr>
        <p:spPr>
          <a:xfrm>
            <a:off x="3644163" y="6338703"/>
            <a:ext cx="1392578" cy="365125"/>
          </a:xfrm>
          <a:prstGeom prst="rect">
            <a:avLst/>
          </a:prstGeom>
        </p:spPr>
        <p:txBody>
          <a:bodyPr>
            <a:noAutofit/>
          </a:bodyPr>
          <a:lstStyle/>
          <a:p>
            <a:r>
              <a:rPr lang="en-US"/>
              <a:t>20xx</a:t>
            </a:r>
          </a:p>
        </p:txBody>
      </p:sp>
      <p:sp>
        <p:nvSpPr>
          <p:cNvPr id="23" name="Slide Number Placeholder 8">
            <a:extLst>
              <a:ext uri="{FF2B5EF4-FFF2-40B4-BE49-F238E27FC236}">
                <a16:creationId xmlns:a16="http://schemas.microsoft.com/office/drawing/2014/main" id="{C7D89BBA-1AAB-50AB-2746-4785C0852466}"/>
              </a:ext>
            </a:extLst>
          </p:cNvPr>
          <p:cNvSpPr>
            <a:spLocks noGrp="1"/>
          </p:cNvSpPr>
          <p:nvPr>
            <p:ph type="sldNum" sz="quarter" idx="16"/>
          </p:nvPr>
        </p:nvSpPr>
        <p:spPr>
          <a:xfrm>
            <a:off x="5036741" y="6342301"/>
            <a:ext cx="429207" cy="365125"/>
          </a:xfrm>
          <a:prstGeom prst="rect">
            <a:avLst/>
          </a:prstGeom>
        </p:spPr>
        <p:txBody>
          <a:bodyPr>
            <a:noAutofit/>
          </a:bodyPr>
          <a:lstStyle/>
          <a:p>
            <a:fld id="{AEAA3239-9EA4-4A65-A281-97F994456D9F}" type="slidenum">
              <a:rPr lang="en-US" smtClean="0"/>
              <a:t>‹#›</a:t>
            </a:fld>
            <a:endParaRPr lang="en-US"/>
          </a:p>
        </p:txBody>
      </p:sp>
      <p:sp>
        <p:nvSpPr>
          <p:cNvPr id="25" name="Picture Placeholder 24">
            <a:extLst>
              <a:ext uri="{FF2B5EF4-FFF2-40B4-BE49-F238E27FC236}">
                <a16:creationId xmlns:a16="http://schemas.microsoft.com/office/drawing/2014/main" id="{C24EDDD8-4D74-1A47-643C-D82EABD1F2E1}"/>
              </a:ext>
            </a:extLst>
          </p:cNvPr>
          <p:cNvSpPr>
            <a:spLocks noGrp="1"/>
          </p:cNvSpPr>
          <p:nvPr>
            <p:ph type="pic" sz="quarter" idx="17" hasCustomPrompt="1"/>
          </p:nvPr>
        </p:nvSpPr>
        <p:spPr>
          <a:xfrm>
            <a:off x="6366168" y="233172"/>
            <a:ext cx="5550408" cy="6391656"/>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8397197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48936A6-5AD1-3BAA-0E1C-26F101C0CE57}"/>
              </a:ext>
            </a:extLst>
          </p:cNvPr>
          <p:cNvGrpSpPr/>
          <p:nvPr/>
        </p:nvGrpSpPr>
        <p:grpSpPr>
          <a:xfrm flipH="1">
            <a:off x="8353425" y="531607"/>
            <a:ext cx="3838575" cy="6520778"/>
            <a:chOff x="192855" y="531607"/>
            <a:chExt cx="3838575" cy="6520778"/>
          </a:xfrm>
        </p:grpSpPr>
        <p:grpSp>
          <p:nvGrpSpPr>
            <p:cNvPr id="7" name="Group 6">
              <a:extLst>
                <a:ext uri="{FF2B5EF4-FFF2-40B4-BE49-F238E27FC236}">
                  <a16:creationId xmlns:a16="http://schemas.microsoft.com/office/drawing/2014/main" id="{AE3A6E3B-83BB-9A86-3792-EE398831126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1" name="Freeform 64">
                <a:extLst>
                  <a:ext uri="{FF2B5EF4-FFF2-40B4-BE49-F238E27FC236}">
                    <a16:creationId xmlns:a16="http://schemas.microsoft.com/office/drawing/2014/main" id="{974A589A-E9FD-5B47-24E6-9BBF097848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1">
                <a:extLst>
                  <a:ext uri="{FF2B5EF4-FFF2-40B4-BE49-F238E27FC236}">
                    <a16:creationId xmlns:a16="http://schemas.microsoft.com/office/drawing/2014/main" id="{CD25188F-AFA7-9958-58C3-5D5C4D93F1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1">
                <a:extLst>
                  <a:ext uri="{FF2B5EF4-FFF2-40B4-BE49-F238E27FC236}">
                    <a16:creationId xmlns:a16="http://schemas.microsoft.com/office/drawing/2014/main" id="{C0A6B43C-99E8-59DC-14CF-A2CB6D968A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33">
                <a:extLst>
                  <a:ext uri="{FF2B5EF4-FFF2-40B4-BE49-F238E27FC236}">
                    <a16:creationId xmlns:a16="http://schemas.microsoft.com/office/drawing/2014/main" id="{043F61E2-B983-1873-3BD6-12FE80D8D0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4">
                <a:extLst>
                  <a:ext uri="{FF2B5EF4-FFF2-40B4-BE49-F238E27FC236}">
                    <a16:creationId xmlns:a16="http://schemas.microsoft.com/office/drawing/2014/main" id="{AB510376-B3F7-1709-3EEC-61F10B96F0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7">
                <a:extLst>
                  <a:ext uri="{FF2B5EF4-FFF2-40B4-BE49-F238E27FC236}">
                    <a16:creationId xmlns:a16="http://schemas.microsoft.com/office/drawing/2014/main" id="{03C9E100-1903-DC94-F8B6-170F94C004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60">
                <a:extLst>
                  <a:ext uri="{FF2B5EF4-FFF2-40B4-BE49-F238E27FC236}">
                    <a16:creationId xmlns:a16="http://schemas.microsoft.com/office/drawing/2014/main" id="{4FE5C4D6-B1C4-491E-FB04-BA2C91FC77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59">
                <a:extLst>
                  <a:ext uri="{FF2B5EF4-FFF2-40B4-BE49-F238E27FC236}">
                    <a16:creationId xmlns:a16="http://schemas.microsoft.com/office/drawing/2014/main" id="{40EADD1D-D5C1-863A-4D81-803E7CF10E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2">
                <a:extLst>
                  <a:ext uri="{FF2B5EF4-FFF2-40B4-BE49-F238E27FC236}">
                    <a16:creationId xmlns:a16="http://schemas.microsoft.com/office/drawing/2014/main" id="{43EC2631-7DF3-3965-621D-9DAC97A273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5">
                <a:extLst>
                  <a:ext uri="{FF2B5EF4-FFF2-40B4-BE49-F238E27FC236}">
                    <a16:creationId xmlns:a16="http://schemas.microsoft.com/office/drawing/2014/main" id="{7E73645E-6884-1473-72C1-BEA214C54E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79">
                <a:extLst>
                  <a:ext uri="{FF2B5EF4-FFF2-40B4-BE49-F238E27FC236}">
                    <a16:creationId xmlns:a16="http://schemas.microsoft.com/office/drawing/2014/main" id="{4DF9F96A-CD0D-6405-8DCC-34A8C55182F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2">
                <a:extLst>
                  <a:ext uri="{FF2B5EF4-FFF2-40B4-BE49-F238E27FC236}">
                    <a16:creationId xmlns:a16="http://schemas.microsoft.com/office/drawing/2014/main" id="{BFBBE1C9-059F-AD9A-9C52-B2C9319785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5">
                <a:extLst>
                  <a:ext uri="{FF2B5EF4-FFF2-40B4-BE49-F238E27FC236}">
                    <a16:creationId xmlns:a16="http://schemas.microsoft.com/office/drawing/2014/main" id="{08408D77-8187-7221-E7DF-B1DAD699C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
                <a:extLst>
                  <a:ext uri="{FF2B5EF4-FFF2-40B4-BE49-F238E27FC236}">
                    <a16:creationId xmlns:a16="http://schemas.microsoft.com/office/drawing/2014/main" id="{C7505077-4A1B-0050-E868-5D0EA8ABF6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5" name="Group 44">
                <a:extLst>
                  <a:ext uri="{FF2B5EF4-FFF2-40B4-BE49-F238E27FC236}">
                    <a16:creationId xmlns:a16="http://schemas.microsoft.com/office/drawing/2014/main" id="{F6EBF04F-A7A8-05C3-AE07-AB8CF92B029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6" name="Line 63">
                  <a:extLst>
                    <a:ext uri="{FF2B5EF4-FFF2-40B4-BE49-F238E27FC236}">
                      <a16:creationId xmlns:a16="http://schemas.microsoft.com/office/drawing/2014/main" id="{04662D0E-D73B-29DD-2017-B725B2C35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6">
                  <a:extLst>
                    <a:ext uri="{FF2B5EF4-FFF2-40B4-BE49-F238E27FC236}">
                      <a16:creationId xmlns:a16="http://schemas.microsoft.com/office/drawing/2014/main" id="{93E498CF-9CEA-0339-3766-29893319170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7">
                  <a:extLst>
                    <a:ext uri="{FF2B5EF4-FFF2-40B4-BE49-F238E27FC236}">
                      <a16:creationId xmlns:a16="http://schemas.microsoft.com/office/drawing/2014/main" id="{B59B2836-F2EE-CE96-0A97-0B77CAF2951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0">
                  <a:extLst>
                    <a:ext uri="{FF2B5EF4-FFF2-40B4-BE49-F238E27FC236}">
                      <a16:creationId xmlns:a16="http://schemas.microsoft.com/office/drawing/2014/main" id="{46301D95-FA8B-1D4C-899E-399A13DE47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3">
                  <a:extLst>
                    <a:ext uri="{FF2B5EF4-FFF2-40B4-BE49-F238E27FC236}">
                      <a16:creationId xmlns:a16="http://schemas.microsoft.com/office/drawing/2014/main" id="{5B6E8AD1-A6DF-CD2D-C361-79AF775B20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6">
                  <a:extLst>
                    <a:ext uri="{FF2B5EF4-FFF2-40B4-BE49-F238E27FC236}">
                      <a16:creationId xmlns:a16="http://schemas.microsoft.com/office/drawing/2014/main" id="{221B60C8-5B47-B528-C059-E8DDBB5391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9">
                  <a:extLst>
                    <a:ext uri="{FF2B5EF4-FFF2-40B4-BE49-F238E27FC236}">
                      <a16:creationId xmlns:a16="http://schemas.microsoft.com/office/drawing/2014/main" id="{08013A5E-772E-36FE-53E3-833C77926C0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8" name="Group 7">
              <a:extLst>
                <a:ext uri="{FF2B5EF4-FFF2-40B4-BE49-F238E27FC236}">
                  <a16:creationId xmlns:a16="http://schemas.microsoft.com/office/drawing/2014/main" id="{A5B4FBBD-7B8B-D444-8216-55E9C910E68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9" name="Freeform 64">
                <a:extLst>
                  <a:ext uri="{FF2B5EF4-FFF2-40B4-BE49-F238E27FC236}">
                    <a16:creationId xmlns:a16="http://schemas.microsoft.com/office/drawing/2014/main" id="{5C19CD0E-5318-255F-E838-2ADC9380FD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81">
                <a:extLst>
                  <a:ext uri="{FF2B5EF4-FFF2-40B4-BE49-F238E27FC236}">
                    <a16:creationId xmlns:a16="http://schemas.microsoft.com/office/drawing/2014/main" id="{270D86CD-ADC7-3CC5-1FBD-3581CC49D1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1">
                <a:extLst>
                  <a:ext uri="{FF2B5EF4-FFF2-40B4-BE49-F238E27FC236}">
                    <a16:creationId xmlns:a16="http://schemas.microsoft.com/office/drawing/2014/main" id="{7FF30766-FBEB-0720-1665-012ECAF190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8">
                <a:extLst>
                  <a:ext uri="{FF2B5EF4-FFF2-40B4-BE49-F238E27FC236}">
                    <a16:creationId xmlns:a16="http://schemas.microsoft.com/office/drawing/2014/main" id="{A0E40364-C8A5-C36C-BA2D-427A86E06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84">
                <a:extLst>
                  <a:ext uri="{FF2B5EF4-FFF2-40B4-BE49-F238E27FC236}">
                    <a16:creationId xmlns:a16="http://schemas.microsoft.com/office/drawing/2014/main" id="{18CF6CE1-5AA4-B571-95AE-F36725808D7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7">
                <a:extLst>
                  <a:ext uri="{FF2B5EF4-FFF2-40B4-BE49-F238E27FC236}">
                    <a16:creationId xmlns:a16="http://schemas.microsoft.com/office/drawing/2014/main" id="{6ADB8D01-0B04-0026-0E2B-F0DB0BB062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0">
                <a:extLst>
                  <a:ext uri="{FF2B5EF4-FFF2-40B4-BE49-F238E27FC236}">
                    <a16:creationId xmlns:a16="http://schemas.microsoft.com/office/drawing/2014/main" id="{699C5BAF-6BFD-5547-ACED-D1DACA7CC3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59">
                <a:extLst>
                  <a:ext uri="{FF2B5EF4-FFF2-40B4-BE49-F238E27FC236}">
                    <a16:creationId xmlns:a16="http://schemas.microsoft.com/office/drawing/2014/main" id="{92EE2308-8641-C007-7BEB-6E3B086D0BE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2">
                <a:extLst>
                  <a:ext uri="{FF2B5EF4-FFF2-40B4-BE49-F238E27FC236}">
                    <a16:creationId xmlns:a16="http://schemas.microsoft.com/office/drawing/2014/main" id="{EB8ADEA1-C675-2640-A7E3-D47A671E7DA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5">
                <a:extLst>
                  <a:ext uri="{FF2B5EF4-FFF2-40B4-BE49-F238E27FC236}">
                    <a16:creationId xmlns:a16="http://schemas.microsoft.com/office/drawing/2014/main" id="{56D50B45-8863-46D4-967C-2E7F51A89E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79">
                <a:extLst>
                  <a:ext uri="{FF2B5EF4-FFF2-40B4-BE49-F238E27FC236}">
                    <a16:creationId xmlns:a16="http://schemas.microsoft.com/office/drawing/2014/main" id="{A7B565FE-73FF-92CC-53B0-13D70A5F95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82">
                <a:extLst>
                  <a:ext uri="{FF2B5EF4-FFF2-40B4-BE49-F238E27FC236}">
                    <a16:creationId xmlns:a16="http://schemas.microsoft.com/office/drawing/2014/main" id="{93D9959E-4E2D-E1F6-A98C-0E11FB5166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5">
                <a:extLst>
                  <a:ext uri="{FF2B5EF4-FFF2-40B4-BE49-F238E27FC236}">
                    <a16:creationId xmlns:a16="http://schemas.microsoft.com/office/drawing/2014/main" id="{D89311D4-A295-E007-51D1-5D57C3FACD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8">
                <a:extLst>
                  <a:ext uri="{FF2B5EF4-FFF2-40B4-BE49-F238E27FC236}">
                    <a16:creationId xmlns:a16="http://schemas.microsoft.com/office/drawing/2014/main" id="{384CB8B6-A246-A443-723D-86C656609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3" name="Group 22">
                <a:extLst>
                  <a:ext uri="{FF2B5EF4-FFF2-40B4-BE49-F238E27FC236}">
                    <a16:creationId xmlns:a16="http://schemas.microsoft.com/office/drawing/2014/main" id="{8B2DDAA7-EA13-A30E-5632-7A7A2EEDD84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4" name="Line 63">
                  <a:extLst>
                    <a:ext uri="{FF2B5EF4-FFF2-40B4-BE49-F238E27FC236}">
                      <a16:creationId xmlns:a16="http://schemas.microsoft.com/office/drawing/2014/main" id="{C1637B0E-F8C5-940A-9DEF-1D8E4BD1EF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66">
                  <a:extLst>
                    <a:ext uri="{FF2B5EF4-FFF2-40B4-BE49-F238E27FC236}">
                      <a16:creationId xmlns:a16="http://schemas.microsoft.com/office/drawing/2014/main" id="{EE946A0E-C9CC-B6A2-3A75-362C8CF50B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7">
                  <a:extLst>
                    <a:ext uri="{FF2B5EF4-FFF2-40B4-BE49-F238E27FC236}">
                      <a16:creationId xmlns:a16="http://schemas.microsoft.com/office/drawing/2014/main" id="{69EE650D-82F1-A908-AD16-4ED9299A21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80">
                  <a:extLst>
                    <a:ext uri="{FF2B5EF4-FFF2-40B4-BE49-F238E27FC236}">
                      <a16:creationId xmlns:a16="http://schemas.microsoft.com/office/drawing/2014/main" id="{DDB75CCD-597F-89A3-06CB-D68894D034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3">
                  <a:extLst>
                    <a:ext uri="{FF2B5EF4-FFF2-40B4-BE49-F238E27FC236}">
                      <a16:creationId xmlns:a16="http://schemas.microsoft.com/office/drawing/2014/main" id="{F1663D89-9FCF-65CF-36A9-E4E7E7D90C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6">
                  <a:extLst>
                    <a:ext uri="{FF2B5EF4-FFF2-40B4-BE49-F238E27FC236}">
                      <a16:creationId xmlns:a16="http://schemas.microsoft.com/office/drawing/2014/main" id="{BA4065E7-A596-4F4D-8EFC-C7237207FF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9">
                  <a:extLst>
                    <a:ext uri="{FF2B5EF4-FFF2-40B4-BE49-F238E27FC236}">
                      <a16:creationId xmlns:a16="http://schemas.microsoft.com/office/drawing/2014/main" id="{66A5DBF4-31E6-D9E7-9ACF-6E9E07FF22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417671"/>
            <a:ext cx="7909560" cy="4754529"/>
          </a:xfrm>
          <a:prstGeom prst="rect">
            <a:avLst/>
          </a:prstGeom>
        </p:spPr>
        <p:txBody>
          <a:bodyPr vert="horz" lIns="91440" tIns="45720" rIns="91440" bIns="45720" rtlCol="0" anchor="b">
            <a:noAutofit/>
          </a:bodyPr>
          <a:lstStyle>
            <a:lvl1pPr>
              <a:defRPr lang="en-US" sz="7000" dirty="0">
                <a:solidFill>
                  <a:schemeClr val="bg1">
                    <a:lumMod val="75000"/>
                    <a:lumOff val="25000"/>
                  </a:schemeClr>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240755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C08E8F-21C4-BDA0-1FEA-E51B8E9CB351}"/>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65EDA3F-843D-ADBB-966A-DB1A2A5166C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61B5AC1E-4E60-E55C-F99A-C82C820F57E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95710207-8E92-8065-A970-1DD14538E1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42F4499F-CCFF-BE52-2AE4-5B68AED9B3B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8FAE142-A102-E457-095D-59B239E4986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FE818EA7-840E-B523-CA43-BE90E3B561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DBDA4452-94B1-8350-4FDB-EFB58824F8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B2F4B6F-70DB-7396-B99F-C4E444D9B4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BDDCFCA-0EF1-29B9-00F4-A588AF400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AC0DFEA6-DB81-94B0-E975-1C49757EA9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AF59F6E7-21D4-8707-43CA-087E19578E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4A38BAEA-44BA-7155-9C72-9138317A1FE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BAF2DD0-AD60-8573-53DB-993D86BAA5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20062C7-8B68-E834-D399-30EEC999AA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103C961E-7827-DB34-96BE-56C18B33C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3831D031-9B96-5A75-6664-93344812D8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84126BE9-9F7A-9AF0-5260-97751552988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8906F989-CBC1-B62D-2528-65CA7B1A5CE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1466E447-0F70-081B-1290-B8EE7C029D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3D0125F-AA06-77AC-1A70-35B4C3D151E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9FB536AB-CC9D-EF43-764A-BDA6D35363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27BCD93A-F6D3-B4BB-B4BD-3FB7B22982B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5914B0F9-E206-61B3-B94D-29E2B9E950B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BE2287FA-B742-96AC-20EE-A120A175A7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ABD4CB87-7C84-CA5E-440C-0DBE244031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CCB2077E-0279-E8FA-B509-2228C725C14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B0BEA08B-F521-4923-A6BD-8D20C508093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2EAC3EE0-4EEF-A6CF-D309-75B294E64D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7F448550-8EAB-AA60-AB70-359190C84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7E2CFC90-E41C-9543-B005-9373338400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38" name="Straight Connector 37">
            <a:extLst>
              <a:ext uri="{FF2B5EF4-FFF2-40B4-BE49-F238E27FC236}">
                <a16:creationId xmlns:a16="http://schemas.microsoft.com/office/drawing/2014/main" id="{7B9571A4-6852-2595-903A-1B4CA40FC353}"/>
              </a:ext>
            </a:extLst>
          </p:cNvPr>
          <p:cNvCxnSpPr>
            <a:cxnSpLocks/>
          </p:cNvCxnSpPr>
          <p:nvPr userDrawn="1"/>
        </p:nvCxnSpPr>
        <p:spPr>
          <a:xfrm>
            <a:off x="714375"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685800"/>
            <a:ext cx="8229600" cy="1532787"/>
          </a:xfrm>
          <a:prstGeom prst="rect">
            <a:avLst/>
          </a:prstGeom>
        </p:spPr>
        <p:txBody>
          <a:bodyPr anchor="b">
            <a:noAutofit/>
          </a:bodyPr>
          <a:lstStyle>
            <a:lvl1pPr>
              <a:defRPr sz="40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771255"/>
            <a:ext cx="8226553"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409993"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71680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40CC6F6-0F36-4E6D-DC3B-944BDE9BB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575763"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1" name="Title 1">
            <a:extLst>
              <a:ext uri="{FF2B5EF4-FFF2-40B4-BE49-F238E27FC236}">
                <a16:creationId xmlns:a16="http://schemas.microsoft.com/office/drawing/2014/main" id="{B3337ACC-66A8-D3EE-ADA8-E5899EA2C03B}"/>
              </a:ext>
            </a:extLst>
          </p:cNvPr>
          <p:cNvSpPr>
            <a:spLocks noGrp="1"/>
          </p:cNvSpPr>
          <p:nvPr>
            <p:ph type="title" hasCustomPrompt="1"/>
          </p:nvPr>
        </p:nvSpPr>
        <p:spPr>
          <a:xfrm>
            <a:off x="5192037" y="685800"/>
            <a:ext cx="6384266" cy="1532787"/>
          </a:xfrm>
          <a:prstGeom prst="rect">
            <a:avLst/>
          </a:prstGeom>
        </p:spPr>
        <p:txBody>
          <a:bodyPr anchor="b">
            <a:noAutofit/>
          </a:bodyPr>
          <a:lstStyle>
            <a:lvl1pPr>
              <a:defRPr sz="4000"/>
            </a:lvl1pPr>
          </a:lstStyle>
          <a:p>
            <a:r>
              <a:rPr lang="en-US"/>
              <a:t>Agenda</a:t>
            </a:r>
          </a:p>
        </p:txBody>
      </p:sp>
      <p:sp>
        <p:nvSpPr>
          <p:cNvPr id="14" name="Picture Placeholder 24">
            <a:extLst>
              <a:ext uri="{FF2B5EF4-FFF2-40B4-BE49-F238E27FC236}">
                <a16:creationId xmlns:a16="http://schemas.microsoft.com/office/drawing/2014/main" id="{15B18755-94AA-6BC3-BF5F-5FBE9DCD3CC9}"/>
              </a:ext>
            </a:extLst>
          </p:cNvPr>
          <p:cNvSpPr>
            <a:spLocks noGrp="1"/>
          </p:cNvSpPr>
          <p:nvPr>
            <p:ph type="pic" sz="quarter" idx="17" hasCustomPrompt="1"/>
          </p:nvPr>
        </p:nvSpPr>
        <p:spPr>
          <a:xfrm>
            <a:off x="276201" y="233172"/>
            <a:ext cx="4023360" cy="6391656"/>
          </a:xfrm>
          <a:blipFill>
            <a:blip r:embed="rId2">
              <a:alphaModFix amt="60000"/>
            </a:blip>
            <a:stretch>
              <a:fillRect/>
            </a:stretch>
          </a:blipFill>
        </p:spPr>
        <p:txBody>
          <a:bodyPr/>
          <a:lstStyle>
            <a:lvl1pPr>
              <a:defRPr/>
            </a:lvl1pPr>
          </a:lstStyle>
          <a:p>
            <a:r>
              <a:rPr lang="en-US" dirty="0"/>
              <a:t> </a:t>
            </a:r>
          </a:p>
        </p:txBody>
      </p:sp>
      <p:cxnSp>
        <p:nvCxnSpPr>
          <p:cNvPr id="10" name="Straight Connector 9">
            <a:extLst>
              <a:ext uri="{FF2B5EF4-FFF2-40B4-BE49-F238E27FC236}">
                <a16:creationId xmlns:a16="http://schemas.microsoft.com/office/drawing/2014/main" id="{D8828F05-5102-DECF-D23D-45D10DF04ED1}"/>
              </a:ext>
            </a:extLst>
          </p:cNvPr>
          <p:cNvCxnSpPr>
            <a:cxnSpLocks/>
          </p:cNvCxnSpPr>
          <p:nvPr userDrawn="1"/>
        </p:nvCxnSpPr>
        <p:spPr>
          <a:xfrm>
            <a:off x="5296812"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ontent Placeholder 6">
            <a:extLst>
              <a:ext uri="{FF2B5EF4-FFF2-40B4-BE49-F238E27FC236}">
                <a16:creationId xmlns:a16="http://schemas.microsoft.com/office/drawing/2014/main" id="{9B592AC5-89CD-4A5B-6EC1-2622ED92A8B3}"/>
              </a:ext>
            </a:extLst>
          </p:cNvPr>
          <p:cNvSpPr>
            <a:spLocks noGrp="1"/>
          </p:cNvSpPr>
          <p:nvPr>
            <p:ph sz="quarter" idx="15"/>
          </p:nvPr>
        </p:nvSpPr>
        <p:spPr>
          <a:xfrm>
            <a:off x="5195084" y="2771255"/>
            <a:ext cx="6384266"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192038" y="6343955"/>
            <a:ext cx="2985400"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a:prstGeom prst="rect">
            <a:avLst/>
          </a:prstGeom>
        </p:spPr>
        <p:txBody>
          <a:bodyPr>
            <a:noAutofit/>
          </a:bodyPr>
          <a:lstStyle/>
          <a:p>
            <a:r>
              <a:rPr lang="en-US"/>
              <a:t>20xx</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76303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65" name="Group 64">
            <a:extLst>
              <a:ext uri="{FF2B5EF4-FFF2-40B4-BE49-F238E27FC236}">
                <a16:creationId xmlns:a16="http://schemas.microsoft.com/office/drawing/2014/main" id="{218FBE0F-9B63-6A71-94B1-0F594CAF611D}"/>
              </a:ext>
            </a:extLst>
          </p:cNvPr>
          <p:cNvGrpSpPr/>
          <p:nvPr/>
        </p:nvGrpSpPr>
        <p:grpSpPr>
          <a:xfrm rot="2700000">
            <a:off x="10522137" y="4483036"/>
            <a:ext cx="633413" cy="1862138"/>
            <a:chOff x="5959192" y="333389"/>
            <a:chExt cx="633413" cy="1862138"/>
          </a:xfrm>
        </p:grpSpPr>
        <p:grpSp>
          <p:nvGrpSpPr>
            <p:cNvPr id="66" name="Group 65">
              <a:extLst>
                <a:ext uri="{FF2B5EF4-FFF2-40B4-BE49-F238E27FC236}">
                  <a16:creationId xmlns:a16="http://schemas.microsoft.com/office/drawing/2014/main" id="{15FF1AEF-EA93-71FD-09DD-2D65CBDC09D9}"/>
                </a:ext>
              </a:extLst>
            </p:cNvPr>
            <p:cNvGrpSpPr/>
            <p:nvPr/>
          </p:nvGrpSpPr>
          <p:grpSpPr>
            <a:xfrm>
              <a:off x="5959192" y="333389"/>
              <a:ext cx="633413" cy="1419225"/>
              <a:chOff x="5959192" y="333389"/>
              <a:chExt cx="633413" cy="1419225"/>
            </a:xfrm>
          </p:grpSpPr>
          <p:sp>
            <p:nvSpPr>
              <p:cNvPr id="68" name="Freeform 68">
                <a:extLst>
                  <a:ext uri="{FF2B5EF4-FFF2-40B4-BE49-F238E27FC236}">
                    <a16:creationId xmlns:a16="http://schemas.microsoft.com/office/drawing/2014/main" id="{CE3B7C33-3CEA-C7DC-6D9B-1B19D283EAB7}"/>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69">
                <a:extLst>
                  <a:ext uri="{FF2B5EF4-FFF2-40B4-BE49-F238E27FC236}">
                    <a16:creationId xmlns:a16="http://schemas.microsoft.com/office/drawing/2014/main" id="{44E07912-E7DB-41E1-BBB5-E914477D273F}"/>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67" name="Line 70">
              <a:extLst>
                <a:ext uri="{FF2B5EF4-FFF2-40B4-BE49-F238E27FC236}">
                  <a16:creationId xmlns:a16="http://schemas.microsoft.com/office/drawing/2014/main" id="{0679C784-04BA-6538-188E-E570BFAA79A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0" name="Group 69">
            <a:extLst>
              <a:ext uri="{FF2B5EF4-FFF2-40B4-BE49-F238E27FC236}">
                <a16:creationId xmlns:a16="http://schemas.microsoft.com/office/drawing/2014/main" id="{C4EE5BC5-2282-EF22-2D27-9605690AD2F9}"/>
              </a:ext>
            </a:extLst>
          </p:cNvPr>
          <p:cNvGrpSpPr/>
          <p:nvPr/>
        </p:nvGrpSpPr>
        <p:grpSpPr>
          <a:xfrm>
            <a:off x="1079500" y="649304"/>
            <a:ext cx="698051" cy="1372591"/>
            <a:chOff x="1079500" y="649304"/>
            <a:chExt cx="698051" cy="1372591"/>
          </a:xfrm>
        </p:grpSpPr>
        <p:sp>
          <p:nvSpPr>
            <p:cNvPr id="71" name="Oval 70">
              <a:extLst>
                <a:ext uri="{FF2B5EF4-FFF2-40B4-BE49-F238E27FC236}">
                  <a16:creationId xmlns:a16="http://schemas.microsoft.com/office/drawing/2014/main" id="{728D3B3C-3AE0-8ED5-280F-D333F02F1258}"/>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72" name="Group 71">
              <a:extLst>
                <a:ext uri="{FF2B5EF4-FFF2-40B4-BE49-F238E27FC236}">
                  <a16:creationId xmlns:a16="http://schemas.microsoft.com/office/drawing/2014/main" id="{FEF8264A-5687-D010-2ECD-9D58025DB73F}"/>
                </a:ext>
              </a:extLst>
            </p:cNvPr>
            <p:cNvGrpSpPr/>
            <p:nvPr/>
          </p:nvGrpSpPr>
          <p:grpSpPr>
            <a:xfrm rot="10800000">
              <a:off x="1079500" y="952167"/>
              <a:ext cx="641184" cy="1069728"/>
              <a:chOff x="6484111" y="2967038"/>
              <a:chExt cx="641184" cy="1069728"/>
            </a:xfrm>
          </p:grpSpPr>
          <p:grpSp>
            <p:nvGrpSpPr>
              <p:cNvPr id="73" name="Group 72">
                <a:extLst>
                  <a:ext uri="{FF2B5EF4-FFF2-40B4-BE49-F238E27FC236}">
                    <a16:creationId xmlns:a16="http://schemas.microsoft.com/office/drawing/2014/main" id="{60A8F3A8-A2DC-5ADC-4FD9-393659D891DE}"/>
                  </a:ext>
                </a:extLst>
              </p:cNvPr>
              <p:cNvGrpSpPr/>
              <p:nvPr/>
            </p:nvGrpSpPr>
            <p:grpSpPr>
              <a:xfrm>
                <a:off x="6808136" y="2967038"/>
                <a:ext cx="317159" cy="932400"/>
                <a:chOff x="6808136" y="2967038"/>
                <a:chExt cx="317159" cy="932400"/>
              </a:xfrm>
            </p:grpSpPr>
            <p:sp>
              <p:nvSpPr>
                <p:cNvPr id="78" name="Freeform 68">
                  <a:extLst>
                    <a:ext uri="{FF2B5EF4-FFF2-40B4-BE49-F238E27FC236}">
                      <a16:creationId xmlns:a16="http://schemas.microsoft.com/office/drawing/2014/main" id="{0B7D5584-0C9B-A0CD-A775-8C759CBAC82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69">
                  <a:extLst>
                    <a:ext uri="{FF2B5EF4-FFF2-40B4-BE49-F238E27FC236}">
                      <a16:creationId xmlns:a16="http://schemas.microsoft.com/office/drawing/2014/main" id="{5FAFBF8A-D6D3-F82D-B4E1-5D0E1DE8220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Line 70">
                  <a:extLst>
                    <a:ext uri="{FF2B5EF4-FFF2-40B4-BE49-F238E27FC236}">
                      <a16:creationId xmlns:a16="http://schemas.microsoft.com/office/drawing/2014/main" id="{6D9602E0-52EF-81E6-73A3-E6F3B2521F9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 name="Group 73">
                <a:extLst>
                  <a:ext uri="{FF2B5EF4-FFF2-40B4-BE49-F238E27FC236}">
                    <a16:creationId xmlns:a16="http://schemas.microsoft.com/office/drawing/2014/main" id="{B72D4C62-7F4E-3C19-F030-759BBCC73ADD}"/>
                  </a:ext>
                </a:extLst>
              </p:cNvPr>
              <p:cNvGrpSpPr/>
              <p:nvPr/>
            </p:nvGrpSpPr>
            <p:grpSpPr>
              <a:xfrm rot="18900000" flipH="1">
                <a:off x="6484111" y="3104366"/>
                <a:ext cx="317159" cy="932400"/>
                <a:chOff x="6808136" y="2967038"/>
                <a:chExt cx="317159" cy="932400"/>
              </a:xfrm>
            </p:grpSpPr>
            <p:sp>
              <p:nvSpPr>
                <p:cNvPr id="75" name="Freeform 68">
                  <a:extLst>
                    <a:ext uri="{FF2B5EF4-FFF2-40B4-BE49-F238E27FC236}">
                      <a16:creationId xmlns:a16="http://schemas.microsoft.com/office/drawing/2014/main" id="{9B64F73D-DDBE-F99D-B5A4-E2031361D67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9">
                  <a:extLst>
                    <a:ext uri="{FF2B5EF4-FFF2-40B4-BE49-F238E27FC236}">
                      <a16:creationId xmlns:a16="http://schemas.microsoft.com/office/drawing/2014/main" id="{BB633787-0233-D377-F0AF-3F313A1835D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Line 70">
                  <a:extLst>
                    <a:ext uri="{FF2B5EF4-FFF2-40B4-BE49-F238E27FC236}">
                      <a16:creationId xmlns:a16="http://schemas.microsoft.com/office/drawing/2014/main" id="{E218811C-28A2-31DD-C23E-EF36A5D3510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1" name="Straight Connector 60">
            <a:extLst>
              <a:ext uri="{FF2B5EF4-FFF2-40B4-BE49-F238E27FC236}">
                <a16:creationId xmlns:a16="http://schemas.microsoft.com/office/drawing/2014/main" id="{46345B66-BEAE-193A-4397-C22AA5BF93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354469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Title 1">
            <a:extLst>
              <a:ext uri="{FF2B5EF4-FFF2-40B4-BE49-F238E27FC236}">
                <a16:creationId xmlns:a16="http://schemas.microsoft.com/office/drawing/2014/main" id="{6FA74A03-875B-FA64-4AF9-93EBDBB38452}"/>
              </a:ext>
            </a:extLst>
          </p:cNvPr>
          <p:cNvSpPr>
            <a:spLocks noGrp="1"/>
          </p:cNvSpPr>
          <p:nvPr>
            <p:ph type="title"/>
          </p:nvPr>
        </p:nvSpPr>
        <p:spPr>
          <a:xfrm>
            <a:off x="3757422" y="1747177"/>
            <a:ext cx="4677156" cy="1495065"/>
          </a:xfrm>
          <a:prstGeom prst="rect">
            <a:avLst/>
          </a:prstGeom>
        </p:spPr>
        <p:txBody>
          <a:bodyPr anchor="b">
            <a:noAutofit/>
          </a:bodyPr>
          <a:lstStyle>
            <a:lvl1pPr algn="ctr">
              <a:defRPr sz="3200">
                <a:solidFill>
                  <a:schemeClr val="tx1">
                    <a:lumMod val="75000"/>
                    <a:lumOff val="25000"/>
                  </a:schemeClr>
                </a:solidFill>
              </a:defRPr>
            </a:lvl1pPr>
          </a:lstStyle>
          <a:p>
            <a:r>
              <a:rPr lang="en-US" dirty="0"/>
              <a:t>Click to edit Master title style</a:t>
            </a:r>
          </a:p>
        </p:txBody>
      </p:sp>
      <p:sp>
        <p:nvSpPr>
          <p:cNvPr id="59" name="Content Placeholder 7">
            <a:extLst>
              <a:ext uri="{FF2B5EF4-FFF2-40B4-BE49-F238E27FC236}">
                <a16:creationId xmlns:a16="http://schemas.microsoft.com/office/drawing/2014/main" id="{A53C4390-318D-97F3-BC85-79B2C11CBDDC}"/>
              </a:ext>
            </a:extLst>
          </p:cNvPr>
          <p:cNvSpPr>
            <a:spLocks noGrp="1"/>
          </p:cNvSpPr>
          <p:nvPr>
            <p:ph sz="quarter" idx="14"/>
          </p:nvPr>
        </p:nvSpPr>
        <p:spPr>
          <a:xfrm>
            <a:off x="3757422" y="3847150"/>
            <a:ext cx="4677156" cy="2014819"/>
          </a:xfrm>
        </p:spPr>
        <p:txBody>
          <a:bodyPr anchor="t" anchorCtr="0">
            <a:noAutofit/>
          </a:bodyPr>
          <a:lstStyle>
            <a:lvl1pPr marL="0" indent="0" algn="ctr">
              <a:buNone/>
              <a:defRPr sz="1400"/>
            </a:lvl1pPr>
            <a:lvl2pPr marL="228600" indent="0" algn="ctr">
              <a:buNone/>
              <a:defRPr sz="1400"/>
            </a:lvl2pPr>
            <a:lvl3pPr marL="457200" indent="0" algn="ctr">
              <a:buNone/>
              <a:defRPr sz="1400"/>
            </a:lvl3pPr>
            <a:lvl4pPr marL="685800" indent="0" algn="ctr">
              <a:buNone/>
              <a:defRPr sz="1400"/>
            </a:lvl4pPr>
            <a:lvl5pPr marL="914400" indent="0" algn="ctr">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40877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7A6EA59-28D6-DA53-6F3E-EF38136F981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8" name="Group 7">
              <a:extLst>
                <a:ext uri="{FF2B5EF4-FFF2-40B4-BE49-F238E27FC236}">
                  <a16:creationId xmlns:a16="http://schemas.microsoft.com/office/drawing/2014/main" id="{32FCA871-839C-CEC7-2429-2FB727ED154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 name="Straight Connector 11">
                <a:extLst>
                  <a:ext uri="{FF2B5EF4-FFF2-40B4-BE49-F238E27FC236}">
                    <a16:creationId xmlns:a16="http://schemas.microsoft.com/office/drawing/2014/main" id="{294CE533-E091-38A9-12CE-9D47E91484D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4C87F8D-8670-D62F-6A3D-320EB05E7C6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 name="Rectangle 30">
                <a:extLst>
                  <a:ext uri="{FF2B5EF4-FFF2-40B4-BE49-F238E27FC236}">
                    <a16:creationId xmlns:a16="http://schemas.microsoft.com/office/drawing/2014/main" id="{658C07E6-9AB5-F814-07D0-179C8EA4C1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30">
                <a:extLst>
                  <a:ext uri="{FF2B5EF4-FFF2-40B4-BE49-F238E27FC236}">
                    <a16:creationId xmlns:a16="http://schemas.microsoft.com/office/drawing/2014/main" id="{312A15F3-AD33-F4D5-DB86-AB66803005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FBDE8181-8F3F-D7BB-5383-9E342A3280E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 name="Freeform: Shape 141">
                <a:extLst>
                  <a:ext uri="{FF2B5EF4-FFF2-40B4-BE49-F238E27FC236}">
                    <a16:creationId xmlns:a16="http://schemas.microsoft.com/office/drawing/2014/main" id="{B248150E-6D66-9535-F0D8-EA9C79BC60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1" name="Freeform: Shape 142">
                <a:extLst>
                  <a:ext uri="{FF2B5EF4-FFF2-40B4-BE49-F238E27FC236}">
                    <a16:creationId xmlns:a16="http://schemas.microsoft.com/office/drawing/2014/main" id="{4A3475E1-5BDA-CFB0-E1B9-6A85E4E03A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cxnSp>
        <p:nvCxnSpPr>
          <p:cNvPr id="17" name="Straight Connector 16">
            <a:extLst>
              <a:ext uri="{FF2B5EF4-FFF2-40B4-BE49-F238E27FC236}">
                <a16:creationId xmlns:a16="http://schemas.microsoft.com/office/drawing/2014/main" id="{56185C57-0CFE-3698-7D7A-034CA9A84ACC}"/>
              </a:ext>
            </a:extLst>
          </p:cNvPr>
          <p:cNvCxnSpPr>
            <a:cxnSpLocks/>
          </p:cNvCxnSpPr>
          <p:nvPr/>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Title 15">
            <a:extLst>
              <a:ext uri="{FF2B5EF4-FFF2-40B4-BE49-F238E27FC236}">
                <a16:creationId xmlns:a16="http://schemas.microsoft.com/office/drawing/2014/main" id="{4A3E2E5C-03FE-F488-47C1-088F8046CA14}"/>
              </a:ext>
            </a:extLst>
          </p:cNvPr>
          <p:cNvSpPr>
            <a:spLocks noGrp="1"/>
          </p:cNvSpPr>
          <p:nvPr>
            <p:ph type="title"/>
          </p:nvPr>
        </p:nvSpPr>
        <p:spPr>
          <a:xfrm>
            <a:off x="612649" y="2197571"/>
            <a:ext cx="3661890" cy="2483849"/>
          </a:xfrm>
        </p:spPr>
        <p:txBody>
          <a:bodyPr anchor="ctr"/>
          <a:lstStyle/>
          <a:p>
            <a:r>
              <a:rPr lang="en-US" dirty="0"/>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815450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3" name="Frame">
            <a:extLst>
              <a:ext uri="{FF2B5EF4-FFF2-40B4-BE49-F238E27FC236}">
                <a16:creationId xmlns:a16="http://schemas.microsoft.com/office/drawing/2014/main" id="{0A3B5A60-DF42-D2CD-2CEF-35252D05C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666999" y="-2667001"/>
            <a:ext cx="6858003" cy="12192000"/>
          </a:xfrm>
          <a:custGeom>
            <a:avLst/>
            <a:gdLst>
              <a:gd name="connsiteX0" fmla="*/ 233174 w 6858003"/>
              <a:gd name="connsiteY0" fmla="*/ 11958827 h 12192000"/>
              <a:gd name="connsiteX1" fmla="*/ 6624830 w 6858003"/>
              <a:gd name="connsiteY1" fmla="*/ 11958827 h 12192000"/>
              <a:gd name="connsiteX2" fmla="*/ 6624830 w 6858003"/>
              <a:gd name="connsiteY2" fmla="*/ 233172 h 12192000"/>
              <a:gd name="connsiteX3" fmla="*/ 233174 w 6858003"/>
              <a:gd name="connsiteY3" fmla="*/ 233172 h 12192000"/>
              <a:gd name="connsiteX4" fmla="*/ 0 w 6858003"/>
              <a:gd name="connsiteY4" fmla="*/ 12191999 h 12192000"/>
              <a:gd name="connsiteX5" fmla="*/ 0 w 6858003"/>
              <a:gd name="connsiteY5" fmla="*/ 11958827 h 12192000"/>
              <a:gd name="connsiteX6" fmla="*/ 2 w 6858003"/>
              <a:gd name="connsiteY6" fmla="*/ 11958827 h 12192000"/>
              <a:gd name="connsiteX7" fmla="*/ 2 w 6858003"/>
              <a:gd name="connsiteY7" fmla="*/ 233172 h 12192000"/>
              <a:gd name="connsiteX8" fmla="*/ 1 w 6858003"/>
              <a:gd name="connsiteY8" fmla="*/ 233172 h 12192000"/>
              <a:gd name="connsiteX9" fmla="*/ 1 w 6858003"/>
              <a:gd name="connsiteY9" fmla="*/ 0 h 12192000"/>
              <a:gd name="connsiteX10" fmla="*/ 2 w 6858003"/>
              <a:gd name="connsiteY10" fmla="*/ 0 h 12192000"/>
              <a:gd name="connsiteX11" fmla="*/ 233174 w 6858003"/>
              <a:gd name="connsiteY11" fmla="*/ 0 h 12192000"/>
              <a:gd name="connsiteX12" fmla="*/ 6624830 w 6858003"/>
              <a:gd name="connsiteY12" fmla="*/ 0 h 12192000"/>
              <a:gd name="connsiteX13" fmla="*/ 6858002 w 6858003"/>
              <a:gd name="connsiteY13" fmla="*/ 0 h 12192000"/>
              <a:gd name="connsiteX14" fmla="*/ 6858003 w 6858003"/>
              <a:gd name="connsiteY14" fmla="*/ 0 h 12192000"/>
              <a:gd name="connsiteX15" fmla="*/ 6858003 w 6858003"/>
              <a:gd name="connsiteY15" fmla="*/ 233172 h 12192000"/>
              <a:gd name="connsiteX16" fmla="*/ 6858002 w 6858003"/>
              <a:gd name="connsiteY16" fmla="*/ 233172 h 12192000"/>
              <a:gd name="connsiteX17" fmla="*/ 6858002 w 6858003"/>
              <a:gd name="connsiteY17" fmla="*/ 11958827 h 12192000"/>
              <a:gd name="connsiteX18" fmla="*/ 6858002 w 6858003"/>
              <a:gd name="connsiteY18" fmla="*/ 12191999 h 12192000"/>
              <a:gd name="connsiteX19" fmla="*/ 6858002 w 6858003"/>
              <a:gd name="connsiteY19" fmla="*/ 12192000 h 12192000"/>
              <a:gd name="connsiteX20" fmla="*/ 6624830 w 6858003"/>
              <a:gd name="connsiteY20" fmla="*/ 12192000 h 12192000"/>
              <a:gd name="connsiteX21" fmla="*/ 6624830 w 6858003"/>
              <a:gd name="connsiteY21" fmla="*/ 12191999 h 12192000"/>
              <a:gd name="connsiteX22" fmla="*/ 233174 w 6858003"/>
              <a:gd name="connsiteY22" fmla="*/ 12191999 h 12192000"/>
              <a:gd name="connsiteX23" fmla="*/ 233174 w 6858003"/>
              <a:gd name="connsiteY23" fmla="*/ 12192000 h 12192000"/>
              <a:gd name="connsiteX24" fmla="*/ 2 w 6858003"/>
              <a:gd name="connsiteY24" fmla="*/ 12192000 h 12192000"/>
              <a:gd name="connsiteX25" fmla="*/ 2 w 6858003"/>
              <a:gd name="connsiteY25" fmla="*/ 12191999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8003" h="12192000">
                <a:moveTo>
                  <a:pt x="233174" y="11958827"/>
                </a:moveTo>
                <a:lnTo>
                  <a:pt x="6624830" y="11958827"/>
                </a:lnTo>
                <a:lnTo>
                  <a:pt x="6624830" y="233172"/>
                </a:lnTo>
                <a:lnTo>
                  <a:pt x="233174" y="233172"/>
                </a:lnTo>
                <a:close/>
                <a:moveTo>
                  <a:pt x="0" y="12191999"/>
                </a:moveTo>
                <a:lnTo>
                  <a:pt x="0" y="11958827"/>
                </a:lnTo>
                <a:lnTo>
                  <a:pt x="2" y="11958827"/>
                </a:lnTo>
                <a:lnTo>
                  <a:pt x="2" y="233172"/>
                </a:lnTo>
                <a:lnTo>
                  <a:pt x="1" y="233172"/>
                </a:lnTo>
                <a:lnTo>
                  <a:pt x="1" y="0"/>
                </a:lnTo>
                <a:lnTo>
                  <a:pt x="2" y="0"/>
                </a:lnTo>
                <a:lnTo>
                  <a:pt x="233174" y="0"/>
                </a:lnTo>
                <a:lnTo>
                  <a:pt x="6624830" y="0"/>
                </a:lnTo>
                <a:lnTo>
                  <a:pt x="6858002" y="0"/>
                </a:lnTo>
                <a:lnTo>
                  <a:pt x="6858003" y="0"/>
                </a:lnTo>
                <a:lnTo>
                  <a:pt x="6858003" y="233172"/>
                </a:lnTo>
                <a:lnTo>
                  <a:pt x="6858002" y="233172"/>
                </a:lnTo>
                <a:lnTo>
                  <a:pt x="6858002" y="11958827"/>
                </a:lnTo>
                <a:lnTo>
                  <a:pt x="6858002" y="12191999"/>
                </a:lnTo>
                <a:lnTo>
                  <a:pt x="6858002" y="12192000"/>
                </a:lnTo>
                <a:lnTo>
                  <a:pt x="6624830" y="12192000"/>
                </a:lnTo>
                <a:lnTo>
                  <a:pt x="6624830" y="12191999"/>
                </a:lnTo>
                <a:lnTo>
                  <a:pt x="233174" y="12191999"/>
                </a:lnTo>
                <a:lnTo>
                  <a:pt x="233174" y="12192000"/>
                </a:lnTo>
                <a:lnTo>
                  <a:pt x="2" y="12192000"/>
                </a:lnTo>
                <a:lnTo>
                  <a:pt x="2" y="12191999"/>
                </a:lnTo>
                <a:close/>
              </a:path>
            </a:pathLst>
          </a:cu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alpha val="20000"/>
                </a:schemeClr>
              </a:solidFill>
            </a:endParaRPr>
          </a:p>
        </p:txBody>
      </p:sp>
      <p:cxnSp>
        <p:nvCxnSpPr>
          <p:cNvPr id="17" name="Straight Connector 16">
            <a:extLst>
              <a:ext uri="{FF2B5EF4-FFF2-40B4-BE49-F238E27FC236}">
                <a16:creationId xmlns:a16="http://schemas.microsoft.com/office/drawing/2014/main" id="{56185C57-0CFE-3698-7D7A-034CA9A84ACC}"/>
              </a:ext>
            </a:extLst>
          </p:cNvPr>
          <p:cNvCxnSpPr>
            <a:cxnSpLocks/>
          </p:cNvCxnSpPr>
          <p:nvPr userDrawn="1"/>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61DD36E2-CAE6-8C77-72F4-2AF2403154B2}"/>
              </a:ext>
            </a:extLst>
          </p:cNvPr>
          <p:cNvSpPr>
            <a:spLocks noGrp="1"/>
          </p:cNvSpPr>
          <p:nvPr>
            <p:ph type="title"/>
          </p:nvPr>
        </p:nvSpPr>
        <p:spPr>
          <a:xfrm>
            <a:off x="609601" y="2199132"/>
            <a:ext cx="3664938" cy="2459736"/>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158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A3441A-751A-4C14-8F12-1737265EAF68}"/>
              </a:ext>
            </a:extLst>
          </p:cNvPr>
          <p:cNvCxnSpPr>
            <a:cxnSpLocks/>
          </p:cNvCxnSpPr>
          <p:nvPr userDrawn="1"/>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8B35408D-7D8B-356F-9E0A-2AB7AEB2FD1D}"/>
              </a:ext>
            </a:extLst>
          </p:cNvPr>
          <p:cNvSpPr>
            <a:spLocks noGrp="1"/>
          </p:cNvSpPr>
          <p:nvPr>
            <p:ph type="title"/>
          </p:nvPr>
        </p:nvSpPr>
        <p:spPr>
          <a:xfrm>
            <a:off x="612647" y="1698393"/>
            <a:ext cx="3677228" cy="3461213"/>
          </a:xfrm>
          <a:prstGeom prst="rect">
            <a:avLst/>
          </a:prstGeom>
        </p:spPr>
        <p:txBody>
          <a:bodyPr anchor="ctr">
            <a:no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4648" y="1698394"/>
            <a:ext cx="4956175" cy="3461212"/>
          </a:xfrm>
        </p:spPr>
        <p:txBody>
          <a:bodyPr anchor="ct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627986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7FC7FF4C-7465-B229-0CED-4652B1D903B1}"/>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371599"/>
            <a:ext cx="3677228" cy="4114802"/>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4648" y="1371598"/>
            <a:ext cx="5939849" cy="411480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364445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A111205-9D87-3642-8052-153C2ECA2F84}"/>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958670"/>
            <a:ext cx="3651436" cy="4940661"/>
          </a:xfrm>
          <a:prstGeom prst="rect">
            <a:avLst/>
          </a:prstGeom>
        </p:spPr>
        <p:txBody>
          <a:bodyPr anchor="ctr">
            <a:no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4648" y="958671"/>
            <a:ext cx="5939849" cy="4940660"/>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050380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9C14383-F969-7F64-05B9-667C4A1E57DE}"/>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E3EB48D4-74F6-A14E-7A13-6572193D10D0}"/>
              </a:ext>
            </a:extLst>
          </p:cNvPr>
          <p:cNvSpPr>
            <a:spLocks noGrp="1"/>
          </p:cNvSpPr>
          <p:nvPr>
            <p:ph type="title"/>
          </p:nvPr>
        </p:nvSpPr>
        <p:spPr>
          <a:xfrm>
            <a:off x="612648" y="1700553"/>
            <a:ext cx="3651432" cy="3456894"/>
          </a:xfrm>
          <a:prstGeom prst="rect">
            <a:avLst/>
          </a:prstGeom>
        </p:spPr>
        <p:txBody>
          <a:bodyPr anchor="ctr">
            <a:noAutofit/>
          </a:bodyPr>
          <a:lstStyle>
            <a:lvl1pPr>
              <a:defRPr sz="3200"/>
            </a:lvl1pPr>
          </a:lstStyle>
          <a:p>
            <a:r>
              <a:rPr lang="en-US" dirty="0"/>
              <a:t>Click to edit Master title style</a:t>
            </a:r>
          </a:p>
        </p:txBody>
      </p:sp>
      <p:sp>
        <p:nvSpPr>
          <p:cNvPr id="13" name="Content Placeholder 7">
            <a:extLst>
              <a:ext uri="{FF2B5EF4-FFF2-40B4-BE49-F238E27FC236}">
                <a16:creationId xmlns:a16="http://schemas.microsoft.com/office/drawing/2014/main" id="{D049C7FF-E413-2319-577F-E835FCB16323}"/>
              </a:ext>
            </a:extLst>
          </p:cNvPr>
          <p:cNvSpPr>
            <a:spLocks noGrp="1"/>
          </p:cNvSpPr>
          <p:nvPr>
            <p:ph sz="quarter" idx="13"/>
          </p:nvPr>
        </p:nvSpPr>
        <p:spPr>
          <a:xfrm>
            <a:off x="5184648" y="685800"/>
            <a:ext cx="6367321" cy="5486400"/>
          </a:xfrm>
        </p:spPr>
        <p:txBody>
          <a:bodyPr anchor="ct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307263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24D6F1-F825-A697-C77E-EE383A267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8" name="Title 1">
            <a:extLst>
              <a:ext uri="{FF2B5EF4-FFF2-40B4-BE49-F238E27FC236}">
                <a16:creationId xmlns:a16="http://schemas.microsoft.com/office/drawing/2014/main" id="{87524C43-05C6-713A-A7A0-5B61D403A310}"/>
              </a:ext>
            </a:extLst>
          </p:cNvPr>
          <p:cNvSpPr>
            <a:spLocks noGrp="1"/>
          </p:cNvSpPr>
          <p:nvPr>
            <p:ph type="title"/>
          </p:nvPr>
        </p:nvSpPr>
        <p:spPr>
          <a:xfrm>
            <a:off x="4724401" y="685805"/>
            <a:ext cx="6858000" cy="919089"/>
          </a:xfrm>
          <a:prstGeom prst="rect">
            <a:avLst/>
          </a:prstGeom>
        </p:spPr>
        <p:txBody>
          <a:bodyPr anchor="b">
            <a:noAutofit/>
          </a:bodyPr>
          <a:lstStyle/>
          <a:p>
            <a:r>
              <a:rPr lang="en-US" dirty="0"/>
              <a:t>Click to edit Master title style</a:t>
            </a:r>
          </a:p>
        </p:txBody>
      </p:sp>
      <p:sp>
        <p:nvSpPr>
          <p:cNvPr id="16" name="Picture Placeholder 15">
            <a:extLst>
              <a:ext uri="{FF2B5EF4-FFF2-40B4-BE49-F238E27FC236}">
                <a16:creationId xmlns:a16="http://schemas.microsoft.com/office/drawing/2014/main" id="{44CABD78-2C2E-D0EC-F3B8-8A2A35209A2D}"/>
              </a:ext>
            </a:extLst>
          </p:cNvPr>
          <p:cNvSpPr>
            <a:spLocks noGrp="1"/>
          </p:cNvSpPr>
          <p:nvPr>
            <p:ph type="pic" sz="quarter" idx="18" hasCustomPrompt="1"/>
          </p:nvPr>
        </p:nvSpPr>
        <p:spPr>
          <a:xfrm>
            <a:off x="273895" y="269622"/>
            <a:ext cx="3557016" cy="6309360"/>
          </a:xfrm>
          <a:blipFill>
            <a:blip r:embed="rId2">
              <a:alphaModFix amt="60000"/>
            </a:blip>
            <a:stretch>
              <a:fillRect/>
            </a:stretch>
          </a:blipFill>
        </p:spPr>
        <p:txBody>
          <a:bodyPr/>
          <a:lstStyle>
            <a:lvl1pPr>
              <a:defRPr/>
            </a:lvl1pPr>
          </a:lstStyle>
          <a:p>
            <a:r>
              <a:rPr lang="en-US" dirty="0"/>
              <a:t> </a:t>
            </a:r>
          </a:p>
        </p:txBody>
      </p:sp>
      <p:sp>
        <p:nvSpPr>
          <p:cNvPr id="19" name="Content Placeholder 7">
            <a:extLst>
              <a:ext uri="{FF2B5EF4-FFF2-40B4-BE49-F238E27FC236}">
                <a16:creationId xmlns:a16="http://schemas.microsoft.com/office/drawing/2014/main" id="{FACA9154-AC02-B86A-D855-99A470C6C8EF}"/>
              </a:ext>
            </a:extLst>
          </p:cNvPr>
          <p:cNvSpPr>
            <a:spLocks noGrp="1"/>
          </p:cNvSpPr>
          <p:nvPr>
            <p:ph sz="quarter" idx="14"/>
          </p:nvPr>
        </p:nvSpPr>
        <p:spPr>
          <a:xfrm>
            <a:off x="4718304"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EDA75CD6-1692-0933-12E2-EB8CE59CAA5E}"/>
              </a:ext>
            </a:extLst>
          </p:cNvPr>
          <p:cNvCxnSpPr>
            <a:cxnSpLocks/>
          </p:cNvCxnSpPr>
          <p:nvPr userDrawn="1"/>
        </p:nvCxnSpPr>
        <p:spPr>
          <a:xfrm>
            <a:off x="4816981"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718304" y="6343955"/>
            <a:ext cx="3364903"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893579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52C56C-7EB8-A318-6D91-80EB32B17E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7193" y="0"/>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4A99718A-53B5-82A2-E582-B7B5E1E9E6D9}"/>
              </a:ext>
            </a:extLst>
          </p:cNvPr>
          <p:cNvSpPr>
            <a:spLocks noGrp="1"/>
          </p:cNvSpPr>
          <p:nvPr>
            <p:ph type="title"/>
          </p:nvPr>
        </p:nvSpPr>
        <p:spPr>
          <a:xfrm>
            <a:off x="615697" y="685805"/>
            <a:ext cx="6858000" cy="919089"/>
          </a:xfrm>
          <a:prstGeom prst="rect">
            <a:avLst/>
          </a:prstGeom>
        </p:spPr>
        <p:txBody>
          <a:bodyPr anchor="b">
            <a:noAutofit/>
          </a:bodyPr>
          <a:lstStyle/>
          <a:p>
            <a:r>
              <a:rPr lang="en-US" dirty="0"/>
              <a:t>Click to edit Master title style</a:t>
            </a:r>
          </a:p>
        </p:txBody>
      </p:sp>
      <p:sp>
        <p:nvSpPr>
          <p:cNvPr id="7" name="Content Placeholder 7">
            <a:extLst>
              <a:ext uri="{FF2B5EF4-FFF2-40B4-BE49-F238E27FC236}">
                <a16:creationId xmlns:a16="http://schemas.microsoft.com/office/drawing/2014/main" id="{3AD1E39C-735F-1F75-9337-EDCE2B424BAF}"/>
              </a:ext>
            </a:extLst>
          </p:cNvPr>
          <p:cNvSpPr>
            <a:spLocks noGrp="1"/>
          </p:cNvSpPr>
          <p:nvPr>
            <p:ph sz="quarter" idx="14"/>
          </p:nvPr>
        </p:nvSpPr>
        <p:spPr>
          <a:xfrm>
            <a:off x="609600"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C88CA274-D6D4-139F-1A72-F2C3684E4368}"/>
              </a:ext>
            </a:extLst>
          </p:cNvPr>
          <p:cNvCxnSpPr>
            <a:cxnSpLocks/>
          </p:cNvCxnSpPr>
          <p:nvPr userDrawn="1"/>
        </p:nvCxnSpPr>
        <p:spPr>
          <a:xfrm>
            <a:off x="714375"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Footer Placeholder 8">
            <a:extLst>
              <a:ext uri="{FF2B5EF4-FFF2-40B4-BE49-F238E27FC236}">
                <a16:creationId xmlns:a16="http://schemas.microsoft.com/office/drawing/2014/main" id="{5397D948-213E-C5B8-CCB3-226CD4CC5EED}"/>
              </a:ext>
            </a:extLst>
          </p:cNvPr>
          <p:cNvSpPr>
            <a:spLocks noGrp="1"/>
          </p:cNvSpPr>
          <p:nvPr>
            <p:ph type="ftr" sz="quarter" idx="16"/>
          </p:nvPr>
        </p:nvSpPr>
        <p:spPr>
          <a:xfrm>
            <a:off x="609600" y="6343955"/>
            <a:ext cx="3364903" cy="365125"/>
          </a:xfrm>
          <a:prstGeom prst="rect">
            <a:avLst/>
          </a:prstGeom>
        </p:spPr>
        <p:txBody>
          <a:bodyPr>
            <a:noAutofit/>
          </a:bodyPr>
          <a:lstStyle/>
          <a:p>
            <a:r>
              <a:rPr lang="en-US"/>
              <a:t>Sample Footer Text</a:t>
            </a:r>
          </a:p>
        </p:txBody>
      </p:sp>
      <p:sp>
        <p:nvSpPr>
          <p:cNvPr id="13" name="Date Placeholder 3">
            <a:extLst>
              <a:ext uri="{FF2B5EF4-FFF2-40B4-BE49-F238E27FC236}">
                <a16:creationId xmlns:a16="http://schemas.microsoft.com/office/drawing/2014/main" id="{AA11C22E-51FF-D73F-B8D3-C9D076083087}"/>
              </a:ext>
            </a:extLst>
          </p:cNvPr>
          <p:cNvSpPr>
            <a:spLocks noGrp="1"/>
          </p:cNvSpPr>
          <p:nvPr>
            <p:ph type="dt" sz="half" idx="15"/>
          </p:nvPr>
        </p:nvSpPr>
        <p:spPr>
          <a:xfrm>
            <a:off x="4922009" y="6343955"/>
            <a:ext cx="2060808" cy="365125"/>
          </a:xfrm>
          <a:prstGeom prst="rect">
            <a:avLst/>
          </a:prstGeom>
        </p:spPr>
        <p:txBody>
          <a:bodyPr>
            <a:noAutofit/>
          </a:bodyPr>
          <a:lstStyle/>
          <a:p>
            <a:r>
              <a:rPr lang="en-US"/>
              <a:t>20xx</a:t>
            </a:r>
          </a:p>
        </p:txBody>
      </p:sp>
      <p:sp>
        <p:nvSpPr>
          <p:cNvPr id="15" name="Slide Number Placeholder 9">
            <a:extLst>
              <a:ext uri="{FF2B5EF4-FFF2-40B4-BE49-F238E27FC236}">
                <a16:creationId xmlns:a16="http://schemas.microsoft.com/office/drawing/2014/main" id="{2A57B0BC-65E1-54C5-64F2-81779F24285C}"/>
              </a:ext>
            </a:extLst>
          </p:cNvPr>
          <p:cNvSpPr>
            <a:spLocks noGrp="1"/>
          </p:cNvSpPr>
          <p:nvPr>
            <p:ph type="sldNum" sz="quarter" idx="17"/>
          </p:nvPr>
        </p:nvSpPr>
        <p:spPr>
          <a:xfrm>
            <a:off x="7038392" y="6343955"/>
            <a:ext cx="429207" cy="365125"/>
          </a:xfrm>
          <a:prstGeom prst="rect">
            <a:avLst/>
          </a:prstGeom>
        </p:spPr>
        <p:txBody>
          <a:bodyPr>
            <a:noAutofit/>
          </a:bodyPr>
          <a:lstStyle/>
          <a:p>
            <a:fld id="{AEAA3239-9EA4-4A65-A281-97F994456D9F}" type="slidenum">
              <a:rPr lang="en-US" smtClean="0"/>
              <a:t>‹#›</a:t>
            </a:fld>
            <a:endParaRPr lang="en-US"/>
          </a:p>
        </p:txBody>
      </p:sp>
      <p:sp>
        <p:nvSpPr>
          <p:cNvPr id="5" name="Picture Placeholder 15">
            <a:extLst>
              <a:ext uri="{FF2B5EF4-FFF2-40B4-BE49-F238E27FC236}">
                <a16:creationId xmlns:a16="http://schemas.microsoft.com/office/drawing/2014/main" id="{1B018A5C-EF6B-7AB3-6E86-E1FF40B4E9A1}"/>
              </a:ext>
            </a:extLst>
          </p:cNvPr>
          <p:cNvSpPr>
            <a:spLocks noGrp="1"/>
          </p:cNvSpPr>
          <p:nvPr>
            <p:ph type="pic" sz="quarter" idx="18" hasCustomPrompt="1"/>
          </p:nvPr>
        </p:nvSpPr>
        <p:spPr>
          <a:xfrm>
            <a:off x="8361088" y="274320"/>
            <a:ext cx="3557016" cy="6309360"/>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009949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246C31-A056-2D2B-EB3A-8C1B01785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3" name="Title 1">
            <a:extLst>
              <a:ext uri="{FF2B5EF4-FFF2-40B4-BE49-F238E27FC236}">
                <a16:creationId xmlns:a16="http://schemas.microsoft.com/office/drawing/2014/main" id="{D7F4F31B-033B-01E7-065C-C1E9FF6C07F9}"/>
              </a:ext>
            </a:extLst>
          </p:cNvPr>
          <p:cNvSpPr>
            <a:spLocks noGrp="1"/>
          </p:cNvSpPr>
          <p:nvPr>
            <p:ph type="title"/>
          </p:nvPr>
        </p:nvSpPr>
        <p:spPr>
          <a:xfrm>
            <a:off x="3557014" y="709099"/>
            <a:ext cx="8019289" cy="891101"/>
          </a:xfrm>
          <a:prstGeom prst="rect">
            <a:avLst/>
          </a:prstGeom>
        </p:spPr>
        <p:txBody>
          <a:bodyPr anchor="b">
            <a:noAutofit/>
          </a:bodyPr>
          <a:lstStyle>
            <a:lvl1pPr>
              <a:defRPr sz="3200"/>
            </a:lvl1pPr>
          </a:lstStyle>
          <a:p>
            <a:r>
              <a:rPr lang="en-US" dirty="0"/>
              <a:t>Click to edit Master title style</a:t>
            </a:r>
          </a:p>
        </p:txBody>
      </p:sp>
      <p:sp>
        <p:nvSpPr>
          <p:cNvPr id="10" name="Picture Placeholder 15">
            <a:extLst>
              <a:ext uri="{FF2B5EF4-FFF2-40B4-BE49-F238E27FC236}">
                <a16:creationId xmlns:a16="http://schemas.microsoft.com/office/drawing/2014/main" id="{6DECEA09-BF69-1A41-377F-55B34707197E}"/>
              </a:ext>
            </a:extLst>
          </p:cNvPr>
          <p:cNvSpPr>
            <a:spLocks noGrp="1"/>
          </p:cNvSpPr>
          <p:nvPr>
            <p:ph type="pic" sz="quarter" idx="18" hasCustomPrompt="1"/>
          </p:nvPr>
        </p:nvSpPr>
        <p:spPr>
          <a:xfrm>
            <a:off x="269746" y="269622"/>
            <a:ext cx="2395728" cy="6309360"/>
          </a:xfrm>
          <a:blipFill>
            <a:blip r:embed="rId2">
              <a:alphaModFix amt="60000"/>
            </a:blip>
            <a:stretch>
              <a:fillRect/>
            </a:stretch>
          </a:blipFill>
        </p:spPr>
        <p:txBody>
          <a:bodyPr/>
          <a:lstStyle>
            <a:lvl1pPr>
              <a:defRPr/>
            </a:lvl1pPr>
          </a:lstStyle>
          <a:p>
            <a:r>
              <a:rPr lang="en-US" dirty="0"/>
              <a:t> </a:t>
            </a:r>
          </a:p>
        </p:txBody>
      </p:sp>
      <p:sp>
        <p:nvSpPr>
          <p:cNvPr id="12" name="Content Placeholder 7">
            <a:extLst>
              <a:ext uri="{FF2B5EF4-FFF2-40B4-BE49-F238E27FC236}">
                <a16:creationId xmlns:a16="http://schemas.microsoft.com/office/drawing/2014/main" id="{264E6032-E2DD-DC72-9E75-BAB830416F45}"/>
              </a:ext>
            </a:extLst>
          </p:cNvPr>
          <p:cNvSpPr>
            <a:spLocks noGrp="1"/>
          </p:cNvSpPr>
          <p:nvPr>
            <p:ph sz="quarter" idx="14"/>
          </p:nvPr>
        </p:nvSpPr>
        <p:spPr>
          <a:xfrm>
            <a:off x="3557014"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3557014" y="6343955"/>
            <a:ext cx="3422906"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noAutofit/>
          </a:bodyPr>
          <a:lstStyle/>
          <a:p>
            <a:r>
              <a:rPr lang="en-US"/>
              <a:t>20xx</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2" name="Straight Connector 1">
            <a:extLst>
              <a:ext uri="{FF2B5EF4-FFF2-40B4-BE49-F238E27FC236}">
                <a16:creationId xmlns:a16="http://schemas.microsoft.com/office/drawing/2014/main" id="{9727AEE3-AD29-F7D6-BFA0-59B889778837}"/>
              </a:ext>
            </a:extLst>
          </p:cNvPr>
          <p:cNvCxnSpPr>
            <a:cxnSpLocks/>
          </p:cNvCxnSpPr>
          <p:nvPr userDrawn="1"/>
        </p:nvCxnSpPr>
        <p:spPr>
          <a:xfrm>
            <a:off x="3661789"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18864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E81DF0F-1D08-CFC3-D336-6E69AD26CA81}"/>
              </a:ext>
            </a:extLst>
          </p:cNvPr>
          <p:cNvCxnSpPr>
            <a:cxnSpLocks/>
          </p:cNvCxnSpPr>
          <p:nvPr userDrawn="1"/>
        </p:nvCxnSpPr>
        <p:spPr>
          <a:xfrm>
            <a:off x="714375"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918502E-0DE9-66F0-120E-B9F9EDDBC2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52116"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4" name="Title 1">
            <a:extLst>
              <a:ext uri="{FF2B5EF4-FFF2-40B4-BE49-F238E27FC236}">
                <a16:creationId xmlns:a16="http://schemas.microsoft.com/office/drawing/2014/main" id="{2ADEEE89-7A53-BFD6-F854-BC4947CE2B58}"/>
              </a:ext>
            </a:extLst>
          </p:cNvPr>
          <p:cNvSpPr>
            <a:spLocks noGrp="1"/>
          </p:cNvSpPr>
          <p:nvPr>
            <p:ph type="title"/>
          </p:nvPr>
        </p:nvSpPr>
        <p:spPr>
          <a:xfrm>
            <a:off x="609600" y="709099"/>
            <a:ext cx="8019289" cy="891101"/>
          </a:xfrm>
          <a:prstGeom prst="rect">
            <a:avLst/>
          </a:prstGeom>
        </p:spPr>
        <p:txBody>
          <a:bodyPr anchor="b">
            <a:noAutofit/>
          </a:bodyPr>
          <a:lstStyle>
            <a:lvl1pPr>
              <a:defRPr sz="3200"/>
            </a:lvl1pPr>
          </a:lstStyle>
          <a:p>
            <a:r>
              <a:rPr lang="en-US" dirty="0"/>
              <a:t>Click to edit Master title style</a:t>
            </a:r>
          </a:p>
        </p:txBody>
      </p:sp>
      <p:sp>
        <p:nvSpPr>
          <p:cNvPr id="11" name="Content Placeholder 7">
            <a:extLst>
              <a:ext uri="{FF2B5EF4-FFF2-40B4-BE49-F238E27FC236}">
                <a16:creationId xmlns:a16="http://schemas.microsoft.com/office/drawing/2014/main" id="{8E4281B5-46C8-0290-9B6E-154BCEB2F9F1}"/>
              </a:ext>
            </a:extLst>
          </p:cNvPr>
          <p:cNvSpPr>
            <a:spLocks noGrp="1"/>
          </p:cNvSpPr>
          <p:nvPr>
            <p:ph sz="quarter" idx="14"/>
          </p:nvPr>
        </p:nvSpPr>
        <p:spPr>
          <a:xfrm>
            <a:off x="609600"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3">
            <a:extLst>
              <a:ext uri="{FF2B5EF4-FFF2-40B4-BE49-F238E27FC236}">
                <a16:creationId xmlns:a16="http://schemas.microsoft.com/office/drawing/2014/main" id="{9CF2DB13-C77B-68E8-AA32-2A399E83A39F}"/>
              </a:ext>
            </a:extLst>
          </p:cNvPr>
          <p:cNvSpPr>
            <a:spLocks noGrp="1"/>
          </p:cNvSpPr>
          <p:nvPr>
            <p:ph type="ftr" sz="quarter" idx="16"/>
          </p:nvPr>
        </p:nvSpPr>
        <p:spPr>
          <a:xfrm>
            <a:off x="609600" y="6343955"/>
            <a:ext cx="3422906" cy="365125"/>
          </a:xfrm>
          <a:prstGeom prst="rect">
            <a:avLst/>
          </a:prstGeom>
        </p:spPr>
        <p:txBody>
          <a:bodyPr>
            <a:noAutofit/>
          </a:bodyPr>
          <a:lstStyle/>
          <a:p>
            <a:r>
              <a:rPr lang="en-US"/>
              <a:t>Sample Footer Text</a:t>
            </a:r>
          </a:p>
        </p:txBody>
      </p:sp>
      <p:sp>
        <p:nvSpPr>
          <p:cNvPr id="16" name="Date Placeholder 2">
            <a:extLst>
              <a:ext uri="{FF2B5EF4-FFF2-40B4-BE49-F238E27FC236}">
                <a16:creationId xmlns:a16="http://schemas.microsoft.com/office/drawing/2014/main" id="{723C7477-007B-AF5F-BF27-20DF2D11C11B}"/>
              </a:ext>
            </a:extLst>
          </p:cNvPr>
          <p:cNvSpPr>
            <a:spLocks noGrp="1"/>
          </p:cNvSpPr>
          <p:nvPr>
            <p:ph type="dt" sz="half" idx="15"/>
          </p:nvPr>
        </p:nvSpPr>
        <p:spPr>
          <a:xfrm>
            <a:off x="5998285" y="6343955"/>
            <a:ext cx="2150873" cy="365125"/>
          </a:xfrm>
          <a:prstGeom prst="rect">
            <a:avLst/>
          </a:prstGeom>
        </p:spPr>
        <p:txBody>
          <a:bodyPr>
            <a:noAutofit/>
          </a:bodyPr>
          <a:lstStyle/>
          <a:p>
            <a:r>
              <a:rPr lang="en-US"/>
              <a:t>20xx</a:t>
            </a:r>
          </a:p>
        </p:txBody>
      </p:sp>
      <p:sp>
        <p:nvSpPr>
          <p:cNvPr id="18" name="Slide Number Placeholder 8">
            <a:extLst>
              <a:ext uri="{FF2B5EF4-FFF2-40B4-BE49-F238E27FC236}">
                <a16:creationId xmlns:a16="http://schemas.microsoft.com/office/drawing/2014/main" id="{9F76A51B-A740-5EA5-477F-42182383C5FF}"/>
              </a:ext>
            </a:extLst>
          </p:cNvPr>
          <p:cNvSpPr>
            <a:spLocks noGrp="1"/>
          </p:cNvSpPr>
          <p:nvPr>
            <p:ph type="sldNum" sz="quarter" idx="17"/>
          </p:nvPr>
        </p:nvSpPr>
        <p:spPr>
          <a:xfrm>
            <a:off x="8199682" y="6343955"/>
            <a:ext cx="429207" cy="365125"/>
          </a:xfrm>
          <a:prstGeom prst="rect">
            <a:avLst/>
          </a:prstGeom>
        </p:spPr>
        <p:txBody>
          <a:bodyPr>
            <a:noAutofit/>
          </a:bodyPr>
          <a:lstStyle/>
          <a:p>
            <a:fld id="{AEAA3239-9EA4-4A65-A281-97F994456D9F}" type="slidenum">
              <a:rPr lang="en-US" smtClean="0"/>
              <a:t>‹#›</a:t>
            </a:fld>
            <a:endParaRPr lang="en-US"/>
          </a:p>
        </p:txBody>
      </p:sp>
      <p:sp>
        <p:nvSpPr>
          <p:cNvPr id="20" name="Picture Placeholder 15">
            <a:extLst>
              <a:ext uri="{FF2B5EF4-FFF2-40B4-BE49-F238E27FC236}">
                <a16:creationId xmlns:a16="http://schemas.microsoft.com/office/drawing/2014/main" id="{5FA75C2B-3307-6106-9020-5A6F5C28CE54}"/>
              </a:ext>
            </a:extLst>
          </p:cNvPr>
          <p:cNvSpPr>
            <a:spLocks noGrp="1"/>
          </p:cNvSpPr>
          <p:nvPr>
            <p:ph type="pic" sz="quarter" idx="18" hasCustomPrompt="1"/>
          </p:nvPr>
        </p:nvSpPr>
        <p:spPr>
          <a:xfrm>
            <a:off x="9521861" y="269622"/>
            <a:ext cx="2395728" cy="6309360"/>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8612010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1A88DE7-0F60-6168-9CA3-51F9168BA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75"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04302" y="685800"/>
            <a:ext cx="4572001" cy="895139"/>
          </a:xfrm>
          <a:prstGeom prst="rect">
            <a:avLst/>
          </a:prstGeom>
        </p:spPr>
        <p:txBody>
          <a:bodyPr anchor="b">
            <a:noAutofit/>
          </a:bodyPr>
          <a:lstStyle>
            <a:lvl1pPr>
              <a:defRPr sz="3200"/>
            </a:lvl1pPr>
          </a:lstStyle>
          <a:p>
            <a:r>
              <a:rPr lang="en-US" dirty="0"/>
              <a:t>Click to edit Master title style</a:t>
            </a:r>
          </a:p>
        </p:txBody>
      </p:sp>
      <p:sp>
        <p:nvSpPr>
          <p:cNvPr id="13" name="Picture Placeholder 15">
            <a:extLst>
              <a:ext uri="{FF2B5EF4-FFF2-40B4-BE49-F238E27FC236}">
                <a16:creationId xmlns:a16="http://schemas.microsoft.com/office/drawing/2014/main" id="{74F04492-82BE-6873-2EB5-D1F54A59D796}"/>
              </a:ext>
            </a:extLst>
          </p:cNvPr>
          <p:cNvSpPr>
            <a:spLocks noGrp="1"/>
          </p:cNvSpPr>
          <p:nvPr>
            <p:ph type="pic" sz="quarter" idx="18" hasCustomPrompt="1"/>
          </p:nvPr>
        </p:nvSpPr>
        <p:spPr>
          <a:xfrm>
            <a:off x="271445" y="274320"/>
            <a:ext cx="5852160" cy="6309360"/>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10400"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04302" y="6343955"/>
            <a:ext cx="2105099"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10" name="Straight Connector 9">
            <a:extLst>
              <a:ext uri="{FF2B5EF4-FFF2-40B4-BE49-F238E27FC236}">
                <a16:creationId xmlns:a16="http://schemas.microsoft.com/office/drawing/2014/main" id="{BC824679-0DD4-43C3-4580-78706496FBE2}"/>
              </a:ext>
            </a:extLst>
          </p:cNvPr>
          <p:cNvCxnSpPr>
            <a:cxnSpLocks/>
          </p:cNvCxnSpPr>
          <p:nvPr userDrawn="1"/>
        </p:nvCxnSpPr>
        <p:spPr>
          <a:xfrm>
            <a:off x="7099930" y="185727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43134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2192057-ED66-C8A5-B85E-40F2037C6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1200"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9B106E7D-3EDD-EA41-1839-6F135AE55491}"/>
              </a:ext>
            </a:extLst>
          </p:cNvPr>
          <p:cNvSpPr>
            <a:spLocks noGrp="1"/>
          </p:cNvSpPr>
          <p:nvPr>
            <p:ph type="title"/>
          </p:nvPr>
        </p:nvSpPr>
        <p:spPr>
          <a:xfrm>
            <a:off x="612649" y="685800"/>
            <a:ext cx="4572001" cy="895139"/>
          </a:xfrm>
          <a:prstGeom prst="rect">
            <a:avLst/>
          </a:prstGeom>
        </p:spPr>
        <p:txBody>
          <a:bodyPr anchor="b">
            <a:noAutofit/>
          </a:bodyPr>
          <a:lstStyle>
            <a:lvl1pPr>
              <a:defRPr sz="3200"/>
            </a:lvl1pPr>
          </a:lstStyle>
          <a:p>
            <a:r>
              <a:rPr lang="en-US"/>
              <a:t>Click to edit Master title style</a:t>
            </a:r>
          </a:p>
        </p:txBody>
      </p:sp>
      <p:sp>
        <p:nvSpPr>
          <p:cNvPr id="11" name="Content Placeholder 7">
            <a:extLst>
              <a:ext uri="{FF2B5EF4-FFF2-40B4-BE49-F238E27FC236}">
                <a16:creationId xmlns:a16="http://schemas.microsoft.com/office/drawing/2014/main" id="{42A4AC27-FC3B-F141-88F5-7282935954DD}"/>
              </a:ext>
            </a:extLst>
          </p:cNvPr>
          <p:cNvSpPr>
            <a:spLocks noGrp="1"/>
          </p:cNvSpPr>
          <p:nvPr>
            <p:ph sz="quarter" idx="14"/>
          </p:nvPr>
        </p:nvSpPr>
        <p:spPr>
          <a:xfrm>
            <a:off x="618747"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5">
            <a:extLst>
              <a:ext uri="{FF2B5EF4-FFF2-40B4-BE49-F238E27FC236}">
                <a16:creationId xmlns:a16="http://schemas.microsoft.com/office/drawing/2014/main" id="{79943DFD-7853-50DB-DFE8-2D0792CC1535}"/>
              </a:ext>
            </a:extLst>
          </p:cNvPr>
          <p:cNvSpPr>
            <a:spLocks noGrp="1"/>
          </p:cNvSpPr>
          <p:nvPr>
            <p:ph type="ftr" sz="quarter" idx="11"/>
          </p:nvPr>
        </p:nvSpPr>
        <p:spPr>
          <a:xfrm>
            <a:off x="612649" y="6343955"/>
            <a:ext cx="2105099"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3" name="Date Placeholder 4">
            <a:extLst>
              <a:ext uri="{FF2B5EF4-FFF2-40B4-BE49-F238E27FC236}">
                <a16:creationId xmlns:a16="http://schemas.microsoft.com/office/drawing/2014/main" id="{C5840587-9753-9826-EA98-7CF7F15308F0}"/>
              </a:ext>
            </a:extLst>
          </p:cNvPr>
          <p:cNvSpPr>
            <a:spLocks noGrp="1"/>
          </p:cNvSpPr>
          <p:nvPr>
            <p:ph type="dt" sz="half" idx="10"/>
          </p:nvPr>
        </p:nvSpPr>
        <p:spPr>
          <a:xfrm>
            <a:off x="2983414"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9" name="Slide Number Placeholder 6">
            <a:extLst>
              <a:ext uri="{FF2B5EF4-FFF2-40B4-BE49-F238E27FC236}">
                <a16:creationId xmlns:a16="http://schemas.microsoft.com/office/drawing/2014/main" id="{D3C41979-6374-97D1-3061-3AB9D9EB80CF}"/>
              </a:ext>
            </a:extLst>
          </p:cNvPr>
          <p:cNvSpPr>
            <a:spLocks noGrp="1"/>
          </p:cNvSpPr>
          <p:nvPr>
            <p:ph type="sldNum" sz="quarter" idx="12"/>
          </p:nvPr>
        </p:nvSpPr>
        <p:spPr>
          <a:xfrm>
            <a:off x="4755443"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14" name="Picture Placeholder 15">
            <a:extLst>
              <a:ext uri="{FF2B5EF4-FFF2-40B4-BE49-F238E27FC236}">
                <a16:creationId xmlns:a16="http://schemas.microsoft.com/office/drawing/2014/main" id="{48CB05E2-2306-9AA8-0977-833AD0146BEB}"/>
              </a:ext>
            </a:extLst>
          </p:cNvPr>
          <p:cNvSpPr>
            <a:spLocks noGrp="1"/>
          </p:cNvSpPr>
          <p:nvPr>
            <p:ph type="pic" sz="quarter" idx="18" hasCustomPrompt="1"/>
          </p:nvPr>
        </p:nvSpPr>
        <p:spPr>
          <a:xfrm>
            <a:off x="6065520" y="274320"/>
            <a:ext cx="5852160" cy="6309360"/>
          </a:xfrm>
          <a:blipFill>
            <a:blip r:embed="rId2">
              <a:alphaModFix amt="60000"/>
            </a:blip>
            <a:stretch>
              <a:fillRect/>
            </a:stretch>
          </a:blipFill>
        </p:spPr>
        <p:txBody>
          <a:bodyPr/>
          <a:lstStyle>
            <a:lvl1pPr>
              <a:defRPr/>
            </a:lvl1pPr>
          </a:lstStyle>
          <a:p>
            <a:r>
              <a:rPr lang="en-US" dirty="0"/>
              <a:t> </a:t>
            </a:r>
          </a:p>
        </p:txBody>
      </p:sp>
      <p:cxnSp>
        <p:nvCxnSpPr>
          <p:cNvPr id="2" name="Straight Connector 1">
            <a:extLst>
              <a:ext uri="{FF2B5EF4-FFF2-40B4-BE49-F238E27FC236}">
                <a16:creationId xmlns:a16="http://schemas.microsoft.com/office/drawing/2014/main" id="{B6796377-F057-555E-6D11-962F10D4E655}"/>
              </a:ext>
            </a:extLst>
          </p:cNvPr>
          <p:cNvCxnSpPr>
            <a:cxnSpLocks/>
          </p:cNvCxnSpPr>
          <p:nvPr userDrawn="1"/>
        </p:nvCxnSpPr>
        <p:spPr>
          <a:xfrm>
            <a:off x="714375" y="1857272"/>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58696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5C2E769-CE9C-F713-6844-D0DBB458CE18}"/>
              </a:ext>
            </a:extLst>
          </p:cNvPr>
          <p:cNvCxnSpPr>
            <a:cxnSpLocks/>
          </p:cNvCxnSpPr>
          <p:nvPr userDrawn="1"/>
        </p:nvCxnSpPr>
        <p:spPr>
          <a:xfrm>
            <a:off x="8029448"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EB2937D-47DC-BF81-9ACE-6E67A57245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3011DB78-8965-7609-C35E-80AF7F5B774C}"/>
              </a:ext>
            </a:extLst>
          </p:cNvPr>
          <p:cNvSpPr>
            <a:spLocks noGrp="1"/>
          </p:cNvSpPr>
          <p:nvPr>
            <p:ph type="title"/>
          </p:nvPr>
        </p:nvSpPr>
        <p:spPr>
          <a:xfrm>
            <a:off x="7924800" y="671136"/>
            <a:ext cx="3657474" cy="909797"/>
          </a:xfrm>
          <a:prstGeom prst="rect">
            <a:avLst/>
          </a:prstGeom>
        </p:spPr>
        <p:txBody>
          <a:bodyPr anchor="b">
            <a:noAutofit/>
          </a:bodyPr>
          <a:lstStyle>
            <a:lvl1pPr>
              <a:defRPr sz="3200"/>
            </a:lvl1pPr>
          </a:lstStyle>
          <a:p>
            <a:r>
              <a:rPr lang="en-US" dirty="0"/>
              <a:t>Click to edit Master title style</a:t>
            </a:r>
          </a:p>
        </p:txBody>
      </p:sp>
      <p:sp>
        <p:nvSpPr>
          <p:cNvPr id="16" name="Picture Placeholder 15">
            <a:extLst>
              <a:ext uri="{FF2B5EF4-FFF2-40B4-BE49-F238E27FC236}">
                <a16:creationId xmlns:a16="http://schemas.microsoft.com/office/drawing/2014/main" id="{E6A4CFA5-203B-9204-E7F5-11EF9CE3C387}"/>
              </a:ext>
            </a:extLst>
          </p:cNvPr>
          <p:cNvSpPr>
            <a:spLocks noGrp="1"/>
          </p:cNvSpPr>
          <p:nvPr>
            <p:ph type="pic" sz="quarter" idx="18" hasCustomPrompt="1"/>
          </p:nvPr>
        </p:nvSpPr>
        <p:spPr>
          <a:xfrm>
            <a:off x="272796" y="269622"/>
            <a:ext cx="6766560" cy="6309360"/>
          </a:xfrm>
          <a:blipFill>
            <a:blip r:embed="rId2">
              <a:alphaModFix amt="60000"/>
            </a:blip>
            <a:stretch>
              <a:fillRect/>
            </a:stretch>
          </a:blipFill>
        </p:spPr>
        <p:txBody>
          <a:bodyPr/>
          <a:lstStyle>
            <a:lvl1pPr>
              <a:defRPr/>
            </a:lvl1pPr>
          </a:lstStyle>
          <a:p>
            <a:r>
              <a:rPr lang="en-US" dirty="0"/>
              <a:t> </a:t>
            </a:r>
          </a:p>
        </p:txBody>
      </p:sp>
      <p:sp>
        <p:nvSpPr>
          <p:cNvPr id="7" name="Content Placeholder 7">
            <a:extLst>
              <a:ext uri="{FF2B5EF4-FFF2-40B4-BE49-F238E27FC236}">
                <a16:creationId xmlns:a16="http://schemas.microsoft.com/office/drawing/2014/main" id="{C241E3CA-9184-3359-07D1-2172C4BB2F46}"/>
              </a:ext>
            </a:extLst>
          </p:cNvPr>
          <p:cNvSpPr>
            <a:spLocks noGrp="1"/>
          </p:cNvSpPr>
          <p:nvPr>
            <p:ph sz="quarter" idx="14"/>
          </p:nvPr>
        </p:nvSpPr>
        <p:spPr>
          <a:xfrm>
            <a:off x="7924801" y="2133602"/>
            <a:ext cx="3657600" cy="205739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8">
            <a:extLst>
              <a:ext uri="{FF2B5EF4-FFF2-40B4-BE49-F238E27FC236}">
                <a16:creationId xmlns:a16="http://schemas.microsoft.com/office/drawing/2014/main" id="{3822FD9A-C9C0-E27F-705F-B30E4B512FDF}"/>
              </a:ext>
            </a:extLst>
          </p:cNvPr>
          <p:cNvSpPr>
            <a:spLocks noGrp="1"/>
          </p:cNvSpPr>
          <p:nvPr>
            <p:ph type="ftr" sz="quarter" idx="16"/>
          </p:nvPr>
        </p:nvSpPr>
        <p:spPr>
          <a:xfrm>
            <a:off x="7924800" y="6343955"/>
            <a:ext cx="1637337" cy="365125"/>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497E974A-B754-DA38-ADA3-45911636DA7D}"/>
              </a:ext>
            </a:extLst>
          </p:cNvPr>
          <p:cNvSpPr>
            <a:spLocks noGrp="1"/>
          </p:cNvSpPr>
          <p:nvPr>
            <p:ph type="dt" sz="half" idx="15"/>
          </p:nvPr>
        </p:nvSpPr>
        <p:spPr>
          <a:xfrm>
            <a:off x="10174785" y="6343955"/>
            <a:ext cx="949766" cy="365125"/>
          </a:xfrm>
          <a:prstGeom prst="rect">
            <a:avLst/>
          </a:prstGeom>
        </p:spPr>
        <p:txBody>
          <a:bodyPr/>
          <a:lstStyle/>
          <a:p>
            <a:r>
              <a:rPr lang="en-US"/>
              <a:t>20xx</a:t>
            </a:r>
          </a:p>
        </p:txBody>
      </p:sp>
      <p:sp>
        <p:nvSpPr>
          <p:cNvPr id="14" name="Slide Number Placeholder 9">
            <a:extLst>
              <a:ext uri="{FF2B5EF4-FFF2-40B4-BE49-F238E27FC236}">
                <a16:creationId xmlns:a16="http://schemas.microsoft.com/office/drawing/2014/main" id="{38B0FACB-4CC5-0738-E059-C2E9D2B56C75}"/>
              </a:ext>
            </a:extLst>
          </p:cNvPr>
          <p:cNvSpPr>
            <a:spLocks noGrp="1"/>
          </p:cNvSpPr>
          <p:nvPr>
            <p:ph type="sldNum" sz="quarter" idx="17"/>
          </p:nvPr>
        </p:nvSpPr>
        <p:spPr>
          <a:xfrm>
            <a:off x="11153067"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170958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58D487-A1F1-683A-BAB0-CF458881A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79848" y="0"/>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7" name="Title 1">
            <a:extLst>
              <a:ext uri="{FF2B5EF4-FFF2-40B4-BE49-F238E27FC236}">
                <a16:creationId xmlns:a16="http://schemas.microsoft.com/office/drawing/2014/main" id="{ACD7794F-E7D5-AAA7-1586-2916735DFAD0}"/>
              </a:ext>
            </a:extLst>
          </p:cNvPr>
          <p:cNvSpPr>
            <a:spLocks noGrp="1"/>
          </p:cNvSpPr>
          <p:nvPr>
            <p:ph type="title"/>
          </p:nvPr>
        </p:nvSpPr>
        <p:spPr>
          <a:xfrm>
            <a:off x="609600" y="671136"/>
            <a:ext cx="3657474" cy="909797"/>
          </a:xfrm>
          <a:prstGeom prst="rect">
            <a:avLst/>
          </a:prstGeom>
        </p:spPr>
        <p:txBody>
          <a:bodyPr anchor="b">
            <a:noAutofit/>
          </a:bodyPr>
          <a:lstStyle>
            <a:lvl1pPr>
              <a:defRPr sz="3200"/>
            </a:lvl1pPr>
          </a:lstStyle>
          <a:p>
            <a:r>
              <a:rPr lang="en-US" dirty="0"/>
              <a:t>Click to edit Master title style</a:t>
            </a:r>
          </a:p>
        </p:txBody>
      </p:sp>
      <p:sp>
        <p:nvSpPr>
          <p:cNvPr id="4" name="Content Placeholder 7">
            <a:extLst>
              <a:ext uri="{FF2B5EF4-FFF2-40B4-BE49-F238E27FC236}">
                <a16:creationId xmlns:a16="http://schemas.microsoft.com/office/drawing/2014/main" id="{060857C7-82E4-7465-780B-F61FDE2F4044}"/>
              </a:ext>
            </a:extLst>
          </p:cNvPr>
          <p:cNvSpPr>
            <a:spLocks noGrp="1"/>
          </p:cNvSpPr>
          <p:nvPr>
            <p:ph sz="quarter" idx="14"/>
          </p:nvPr>
        </p:nvSpPr>
        <p:spPr>
          <a:xfrm>
            <a:off x="609601" y="2133601"/>
            <a:ext cx="3657600" cy="205740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8">
            <a:extLst>
              <a:ext uri="{FF2B5EF4-FFF2-40B4-BE49-F238E27FC236}">
                <a16:creationId xmlns:a16="http://schemas.microsoft.com/office/drawing/2014/main" id="{F80C8C98-47A2-E988-3AE6-34783DFB0E00}"/>
              </a:ext>
            </a:extLst>
          </p:cNvPr>
          <p:cNvSpPr>
            <a:spLocks noGrp="1"/>
          </p:cNvSpPr>
          <p:nvPr>
            <p:ph type="ftr" sz="quarter" idx="16"/>
          </p:nvPr>
        </p:nvSpPr>
        <p:spPr>
          <a:xfrm>
            <a:off x="609600" y="6343955"/>
            <a:ext cx="1637337" cy="365125"/>
          </a:xfrm>
          <a:prstGeom prst="rect">
            <a:avLst/>
          </a:prstGeom>
        </p:spPr>
        <p:txBody>
          <a:bodyPr/>
          <a:lstStyle/>
          <a:p>
            <a:r>
              <a:rPr lang="en-US"/>
              <a:t>Sample Footer Text</a:t>
            </a:r>
          </a:p>
        </p:txBody>
      </p:sp>
      <p:sp>
        <p:nvSpPr>
          <p:cNvPr id="15" name="Date Placeholder 3">
            <a:extLst>
              <a:ext uri="{FF2B5EF4-FFF2-40B4-BE49-F238E27FC236}">
                <a16:creationId xmlns:a16="http://schemas.microsoft.com/office/drawing/2014/main" id="{06918495-7937-AB95-AE9B-E73858FCDCCB}"/>
              </a:ext>
            </a:extLst>
          </p:cNvPr>
          <p:cNvSpPr>
            <a:spLocks noGrp="1"/>
          </p:cNvSpPr>
          <p:nvPr>
            <p:ph type="dt" sz="half" idx="15"/>
          </p:nvPr>
        </p:nvSpPr>
        <p:spPr>
          <a:xfrm>
            <a:off x="2888101" y="6343955"/>
            <a:ext cx="949766" cy="365125"/>
          </a:xfrm>
          <a:prstGeom prst="rect">
            <a:avLst/>
          </a:prstGeom>
        </p:spPr>
        <p:txBody>
          <a:bodyPr/>
          <a:lstStyle/>
          <a:p>
            <a:r>
              <a:rPr lang="en-US"/>
              <a:t>20xx</a:t>
            </a:r>
          </a:p>
        </p:txBody>
      </p:sp>
      <p:sp>
        <p:nvSpPr>
          <p:cNvPr id="16" name="Slide Number Placeholder 9">
            <a:extLst>
              <a:ext uri="{FF2B5EF4-FFF2-40B4-BE49-F238E27FC236}">
                <a16:creationId xmlns:a16="http://schemas.microsoft.com/office/drawing/2014/main" id="{C1F54C04-CA0C-C7FC-EA6D-307BB54375F0}"/>
              </a:ext>
            </a:extLst>
          </p:cNvPr>
          <p:cNvSpPr>
            <a:spLocks noGrp="1"/>
          </p:cNvSpPr>
          <p:nvPr>
            <p:ph type="sldNum" sz="quarter" idx="17"/>
          </p:nvPr>
        </p:nvSpPr>
        <p:spPr>
          <a:xfrm>
            <a:off x="3837867" y="6343955"/>
            <a:ext cx="429207" cy="365125"/>
          </a:xfrm>
          <a:prstGeom prst="rect">
            <a:avLst/>
          </a:prstGeom>
        </p:spPr>
        <p:txBody>
          <a:bodyPr/>
          <a:lstStyle/>
          <a:p>
            <a:fld id="{AEAA3239-9EA4-4A65-A281-97F994456D9F}" type="slidenum">
              <a:rPr lang="en-US" smtClean="0"/>
              <a:t>‹#›</a:t>
            </a:fld>
            <a:endParaRPr lang="en-US"/>
          </a:p>
        </p:txBody>
      </p:sp>
      <p:sp>
        <p:nvSpPr>
          <p:cNvPr id="6" name="Picture Placeholder 15">
            <a:extLst>
              <a:ext uri="{FF2B5EF4-FFF2-40B4-BE49-F238E27FC236}">
                <a16:creationId xmlns:a16="http://schemas.microsoft.com/office/drawing/2014/main" id="{7CFA71BB-777B-7E69-94EC-F6787A89A6E6}"/>
              </a:ext>
            </a:extLst>
          </p:cNvPr>
          <p:cNvSpPr>
            <a:spLocks noGrp="1"/>
          </p:cNvSpPr>
          <p:nvPr>
            <p:ph type="pic" sz="quarter" idx="19" hasCustomPrompt="1"/>
          </p:nvPr>
        </p:nvSpPr>
        <p:spPr>
          <a:xfrm>
            <a:off x="5152644" y="274320"/>
            <a:ext cx="6766560" cy="6309360"/>
          </a:xfrm>
          <a:blipFill>
            <a:blip r:embed="rId2">
              <a:alphaModFix amt="60000"/>
            </a:blip>
            <a:stretch>
              <a:fillRect/>
            </a:stretch>
          </a:blipFill>
        </p:spPr>
        <p:txBody>
          <a:bodyPr/>
          <a:lstStyle>
            <a:lvl1pPr>
              <a:defRPr/>
            </a:lvl1pPr>
          </a:lstStyle>
          <a:p>
            <a:r>
              <a:rPr lang="en-US" dirty="0"/>
              <a:t> </a:t>
            </a:r>
          </a:p>
        </p:txBody>
      </p:sp>
      <p:cxnSp>
        <p:nvCxnSpPr>
          <p:cNvPr id="10" name="Straight Connector 9">
            <a:extLst>
              <a:ext uri="{FF2B5EF4-FFF2-40B4-BE49-F238E27FC236}">
                <a16:creationId xmlns:a16="http://schemas.microsoft.com/office/drawing/2014/main" id="{5C9694AE-FEB4-9B39-47B8-87A023695B5F}"/>
              </a:ext>
            </a:extLst>
          </p:cNvPr>
          <p:cNvCxnSpPr>
            <a:cxnSpLocks/>
          </p:cNvCxnSpPr>
          <p:nvPr userDrawn="1"/>
        </p:nvCxnSpPr>
        <p:spPr>
          <a:xfrm>
            <a:off x="714375"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291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5D45617-3FAE-4E81-40AD-B8D3BE8E8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8"/>
            <a:ext cx="2749218" cy="1804827"/>
          </a:xfrm>
          <a:prstGeom prst="rect">
            <a:avLst/>
          </a:prstGeom>
        </p:spPr>
        <p:txBody>
          <a:bodyPr anchor="b">
            <a:noAutofit/>
          </a:bodyPr>
          <a:lstStyle/>
          <a:p>
            <a:r>
              <a:rPr lang="en-US" dirty="0"/>
              <a:t>Click to edit Master title style</a:t>
            </a:r>
          </a:p>
        </p:txBody>
      </p:sp>
      <p:sp>
        <p:nvSpPr>
          <p:cNvPr id="14" name="Picture Placeholder 13">
            <a:extLst>
              <a:ext uri="{FF2B5EF4-FFF2-40B4-BE49-F238E27FC236}">
                <a16:creationId xmlns:a16="http://schemas.microsoft.com/office/drawing/2014/main" id="{24F57C26-948D-3FE2-92DA-246D40F41964}"/>
              </a:ext>
            </a:extLst>
          </p:cNvPr>
          <p:cNvSpPr>
            <a:spLocks noGrp="1"/>
          </p:cNvSpPr>
          <p:nvPr>
            <p:ph type="pic" sz="quarter" idx="15" hasCustomPrompt="1"/>
          </p:nvPr>
        </p:nvSpPr>
        <p:spPr>
          <a:xfrm>
            <a:off x="272796" y="269622"/>
            <a:ext cx="7680960" cy="6309360"/>
          </a:xfrm>
          <a:blipFill>
            <a:blip r:embed="rId2">
              <a:alphaModFix amt="60000"/>
            </a:blip>
            <a:stretch>
              <a:fillRect/>
            </a:stretch>
          </a:blipFill>
        </p:spPr>
        <p:txBody>
          <a:bodyPr/>
          <a:lstStyle>
            <a:lvl1pPr>
              <a:defRPr/>
            </a:lvl1pPr>
          </a:lstStyle>
          <a:p>
            <a:r>
              <a:rPr lang="en-US" dirty="0"/>
              <a:t> </a:t>
            </a:r>
          </a:p>
        </p:txBody>
      </p:sp>
      <p:sp>
        <p:nvSpPr>
          <p:cNvPr id="9" name="Content Placeholder 7">
            <a:extLst>
              <a:ext uri="{FF2B5EF4-FFF2-40B4-BE49-F238E27FC236}">
                <a16:creationId xmlns:a16="http://schemas.microsoft.com/office/drawing/2014/main" id="{2A3C8EAC-492E-1D2B-97C8-8A7308054588}"/>
              </a:ext>
            </a:extLst>
          </p:cNvPr>
          <p:cNvSpPr>
            <a:spLocks noGrp="1"/>
          </p:cNvSpPr>
          <p:nvPr>
            <p:ph sz="quarter" idx="16"/>
          </p:nvPr>
        </p:nvSpPr>
        <p:spPr>
          <a:xfrm>
            <a:off x="88392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62064"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76704"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39152"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cxnSp>
        <p:nvCxnSpPr>
          <p:cNvPr id="13" name="Straight Connector 12">
            <a:extLst>
              <a:ext uri="{FF2B5EF4-FFF2-40B4-BE49-F238E27FC236}">
                <a16:creationId xmlns:a16="http://schemas.microsoft.com/office/drawing/2014/main" id="{AC757DBD-64FF-E8CF-5B53-1EF6808C8918}"/>
              </a:ext>
            </a:extLst>
          </p:cNvPr>
          <p:cNvCxnSpPr>
            <a:cxnSpLocks/>
          </p:cNvCxnSpPr>
          <p:nvPr userDrawn="1"/>
        </p:nvCxnSpPr>
        <p:spPr>
          <a:xfrm>
            <a:off x="89439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72115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3AC31A53-5AD8-A443-D12C-F30129B4F766}"/>
              </a:ext>
            </a:extLst>
          </p:cNvPr>
          <p:cNvCxnSpPr>
            <a:cxnSpLocks/>
          </p:cNvCxnSpPr>
          <p:nvPr userDrawn="1"/>
        </p:nvCxnSpPr>
        <p:spPr>
          <a:xfrm>
            <a:off x="7143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B186E7E-5BAD-AF3D-FBBE-17817921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0703"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29F8BB2D-A7E5-DBED-DD20-974C9BE9F2C6}"/>
              </a:ext>
            </a:extLst>
          </p:cNvPr>
          <p:cNvSpPr>
            <a:spLocks noGrp="1"/>
          </p:cNvSpPr>
          <p:nvPr>
            <p:ph type="title"/>
          </p:nvPr>
        </p:nvSpPr>
        <p:spPr>
          <a:xfrm>
            <a:off x="609600" y="685808"/>
            <a:ext cx="2749218" cy="1804827"/>
          </a:xfrm>
          <a:prstGeom prst="rect">
            <a:avLst/>
          </a:prstGeom>
        </p:spPr>
        <p:txBody>
          <a:bodyPr anchor="b">
            <a:noAutofit/>
          </a:bodyPr>
          <a:lstStyle/>
          <a:p>
            <a:r>
              <a:rPr lang="en-US"/>
              <a:t>Click to edit Master title style</a:t>
            </a:r>
          </a:p>
        </p:txBody>
      </p:sp>
      <p:sp>
        <p:nvSpPr>
          <p:cNvPr id="30" name="Content Placeholder 7">
            <a:extLst>
              <a:ext uri="{FF2B5EF4-FFF2-40B4-BE49-F238E27FC236}">
                <a16:creationId xmlns:a16="http://schemas.microsoft.com/office/drawing/2014/main" id="{76BCE583-5400-574C-6116-EFC25C5C41F2}"/>
              </a:ext>
            </a:extLst>
          </p:cNvPr>
          <p:cNvSpPr>
            <a:spLocks noGrp="1"/>
          </p:cNvSpPr>
          <p:nvPr>
            <p:ph sz="quarter" idx="14"/>
          </p:nvPr>
        </p:nvSpPr>
        <p:spPr>
          <a:xfrm>
            <a:off x="6096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5">
            <a:extLst>
              <a:ext uri="{FF2B5EF4-FFF2-40B4-BE49-F238E27FC236}">
                <a16:creationId xmlns:a16="http://schemas.microsoft.com/office/drawing/2014/main" id="{EBFDA9C1-7EB7-7B39-28EA-264DE42E317B}"/>
              </a:ext>
            </a:extLst>
          </p:cNvPr>
          <p:cNvSpPr>
            <a:spLocks noGrp="1"/>
          </p:cNvSpPr>
          <p:nvPr>
            <p:ph type="ftr" sz="quarter" idx="11"/>
          </p:nvPr>
        </p:nvSpPr>
        <p:spPr>
          <a:xfrm>
            <a:off x="633567"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10" name="Date Placeholder 4">
            <a:extLst>
              <a:ext uri="{FF2B5EF4-FFF2-40B4-BE49-F238E27FC236}">
                <a16:creationId xmlns:a16="http://schemas.microsoft.com/office/drawing/2014/main" id="{E3A43207-F6CC-A357-E839-73384BA5E1A8}"/>
              </a:ext>
            </a:extLst>
          </p:cNvPr>
          <p:cNvSpPr>
            <a:spLocks noGrp="1"/>
          </p:cNvSpPr>
          <p:nvPr>
            <p:ph type="dt" sz="half" idx="10"/>
          </p:nvPr>
        </p:nvSpPr>
        <p:spPr>
          <a:xfrm>
            <a:off x="2048207"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13" name="Slide Number Placeholder 6">
            <a:extLst>
              <a:ext uri="{FF2B5EF4-FFF2-40B4-BE49-F238E27FC236}">
                <a16:creationId xmlns:a16="http://schemas.microsoft.com/office/drawing/2014/main" id="{B0A25FC7-86D1-3925-E290-26CF68DB5232}"/>
              </a:ext>
            </a:extLst>
          </p:cNvPr>
          <p:cNvSpPr>
            <a:spLocks noGrp="1"/>
          </p:cNvSpPr>
          <p:nvPr>
            <p:ph type="sldNum" sz="quarter" idx="12"/>
          </p:nvPr>
        </p:nvSpPr>
        <p:spPr>
          <a:xfrm>
            <a:off x="2910655"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25" name="Picture Placeholder 13">
            <a:extLst>
              <a:ext uri="{FF2B5EF4-FFF2-40B4-BE49-F238E27FC236}">
                <a16:creationId xmlns:a16="http://schemas.microsoft.com/office/drawing/2014/main" id="{98B25542-4AC6-A316-6C17-7D2226A56805}"/>
              </a:ext>
            </a:extLst>
          </p:cNvPr>
          <p:cNvSpPr>
            <a:spLocks noGrp="1"/>
          </p:cNvSpPr>
          <p:nvPr>
            <p:ph type="pic" sz="quarter" idx="15" hasCustomPrompt="1"/>
          </p:nvPr>
        </p:nvSpPr>
        <p:spPr>
          <a:xfrm>
            <a:off x="4243499" y="269622"/>
            <a:ext cx="7680960" cy="6309360"/>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5515126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7F7D08-392D-7E73-0486-E68DA575A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4996"/>
            <a:ext cx="12192001" cy="425978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859868"/>
            <a:ext cx="3635475" cy="1159932"/>
          </a:xfrm>
          <a:prstGeom prst="rect">
            <a:avLst/>
          </a:prstGeom>
        </p:spPr>
        <p:txBody>
          <a:bodyPr anchor="ctr">
            <a:noAutofit/>
          </a:bodyPr>
          <a:lstStyle>
            <a:lvl1pPr>
              <a:defRPr sz="3200"/>
            </a:lvl1pPr>
          </a:lstStyle>
          <a:p>
            <a:r>
              <a:rPr lang="en-US" dirty="0"/>
              <a:t>Click to edit Master title style</a:t>
            </a:r>
          </a:p>
        </p:txBody>
      </p:sp>
      <p:sp>
        <p:nvSpPr>
          <p:cNvPr id="12" name="Picture Placeholder 23">
            <a:extLst>
              <a:ext uri="{FF2B5EF4-FFF2-40B4-BE49-F238E27FC236}">
                <a16:creationId xmlns:a16="http://schemas.microsoft.com/office/drawing/2014/main" id="{4E35383E-CE2A-008E-E1E8-2E0B728D0F92}"/>
              </a:ext>
            </a:extLst>
          </p:cNvPr>
          <p:cNvSpPr>
            <a:spLocks noGrp="1"/>
          </p:cNvSpPr>
          <p:nvPr>
            <p:ph type="pic" sz="quarter" idx="15" hasCustomPrompt="1"/>
          </p:nvPr>
        </p:nvSpPr>
        <p:spPr>
          <a:xfrm>
            <a:off x="275842" y="277993"/>
            <a:ext cx="11640312" cy="3712464"/>
          </a:xfrm>
          <a:blipFill>
            <a:blip r:embed="rId2">
              <a:alphaModFix amt="60000"/>
            </a:blip>
            <a:stretch>
              <a:fillRect/>
            </a:stretch>
          </a:blipFill>
        </p:spPr>
        <p:txBody>
          <a:bodyPr/>
          <a:lstStyle>
            <a:lvl1pPr>
              <a:defRPr/>
            </a:lvl1pPr>
          </a:lstStyle>
          <a:p>
            <a:r>
              <a:rPr lang="en-US" dirty="0"/>
              <a:t> </a:t>
            </a:r>
          </a:p>
        </p:txBody>
      </p:sp>
      <p:cxnSp>
        <p:nvCxnSpPr>
          <p:cNvPr id="4" name="Straight Connector 3">
            <a:extLst>
              <a:ext uri="{FF2B5EF4-FFF2-40B4-BE49-F238E27FC236}">
                <a16:creationId xmlns:a16="http://schemas.microsoft.com/office/drawing/2014/main" id="{B90D005D-712B-494B-56DF-924DDF482030}"/>
              </a:ext>
            </a:extLst>
          </p:cNvPr>
          <p:cNvCxnSpPr>
            <a:cxnSpLocks/>
          </p:cNvCxnSpPr>
          <p:nvPr/>
        </p:nvCxnSpPr>
        <p:spPr>
          <a:xfrm rot="16200000" flipH="1">
            <a:off x="4221480" y="5439835"/>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43480" y="4859868"/>
            <a:ext cx="6804335" cy="1159932"/>
          </a:xfrm>
        </p:spPr>
        <p:txBody>
          <a:bodyPr vert="horz" lIns="91440" tIns="45720" rIns="91440" bIns="45720" rtlCol="0" anchor="ctr">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727697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FC57C7-558E-E972-FC3D-33EA5AE15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0"/>
            <a:ext cx="12192001" cy="31242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62138"/>
            <a:ext cx="3044954" cy="2291441"/>
          </a:xfrm>
          <a:prstGeom prst="rect">
            <a:avLst/>
          </a:prstGeom>
        </p:spPr>
        <p:txBody>
          <a:bodyPr anchor="t">
            <a:noAutofit/>
          </a:bodyPr>
          <a:lstStyle>
            <a:lvl1pPr>
              <a:defRPr sz="3200"/>
            </a:lvl1pPr>
          </a:lstStyle>
          <a:p>
            <a:r>
              <a:rPr lang="en-US" dirty="0"/>
              <a:t>Click to edit Master title style</a:t>
            </a:r>
          </a:p>
        </p:txBody>
      </p:sp>
      <p:sp>
        <p:nvSpPr>
          <p:cNvPr id="12" name="Picture Placeholder 23">
            <a:extLst>
              <a:ext uri="{FF2B5EF4-FFF2-40B4-BE49-F238E27FC236}">
                <a16:creationId xmlns:a16="http://schemas.microsoft.com/office/drawing/2014/main" id="{129E37EC-D646-B8F8-28A4-78B2F3C0ED1A}"/>
              </a:ext>
            </a:extLst>
          </p:cNvPr>
          <p:cNvSpPr>
            <a:spLocks noGrp="1"/>
          </p:cNvSpPr>
          <p:nvPr>
            <p:ph type="pic" sz="quarter" idx="15" hasCustomPrompt="1"/>
          </p:nvPr>
        </p:nvSpPr>
        <p:spPr>
          <a:xfrm>
            <a:off x="275842" y="272796"/>
            <a:ext cx="11640312" cy="2578608"/>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62137"/>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315290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8C59FCA-4A79-A2FA-6580-49E46A3E6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3733800"/>
            <a:ext cx="12192001" cy="3127248"/>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4" name="Title 1">
            <a:extLst>
              <a:ext uri="{FF2B5EF4-FFF2-40B4-BE49-F238E27FC236}">
                <a16:creationId xmlns:a16="http://schemas.microsoft.com/office/drawing/2014/main" id="{08939F2A-119D-9DB2-839A-5279FDC03B78}"/>
              </a:ext>
            </a:extLst>
          </p:cNvPr>
          <p:cNvSpPr>
            <a:spLocks noGrp="1"/>
          </p:cNvSpPr>
          <p:nvPr>
            <p:ph type="title"/>
          </p:nvPr>
        </p:nvSpPr>
        <p:spPr>
          <a:xfrm>
            <a:off x="612646" y="798095"/>
            <a:ext cx="3044954" cy="2291441"/>
          </a:xfrm>
          <a:prstGeom prst="rect">
            <a:avLst/>
          </a:prstGeom>
        </p:spPr>
        <p:txBody>
          <a:bodyPr anchor="t">
            <a:noAutofit/>
          </a:bodyPr>
          <a:lstStyle>
            <a:lvl1pPr>
              <a:defRPr sz="3200"/>
            </a:lvl1pPr>
          </a:lstStyle>
          <a:p>
            <a:r>
              <a:rPr lang="en-US" dirty="0"/>
              <a:t>Click to edit Master title style</a:t>
            </a:r>
          </a:p>
        </p:txBody>
      </p:sp>
      <p:sp>
        <p:nvSpPr>
          <p:cNvPr id="5" name="Content Placeholder 7">
            <a:extLst>
              <a:ext uri="{FF2B5EF4-FFF2-40B4-BE49-F238E27FC236}">
                <a16:creationId xmlns:a16="http://schemas.microsoft.com/office/drawing/2014/main" id="{2A6D404D-0656-13AC-E54B-1B2AF72DA212}"/>
              </a:ext>
            </a:extLst>
          </p:cNvPr>
          <p:cNvSpPr>
            <a:spLocks noGrp="1"/>
          </p:cNvSpPr>
          <p:nvPr>
            <p:ph sz="quarter" idx="14"/>
          </p:nvPr>
        </p:nvSpPr>
        <p:spPr>
          <a:xfrm>
            <a:off x="4122370" y="798094"/>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Date Placeholder 4">
            <a:extLst>
              <a:ext uri="{FF2B5EF4-FFF2-40B4-BE49-F238E27FC236}">
                <a16:creationId xmlns:a16="http://schemas.microsoft.com/office/drawing/2014/main" id="{8460894B-FE88-D983-F7F5-A84B72F3C467}"/>
              </a:ext>
            </a:extLst>
          </p:cNvPr>
          <p:cNvSpPr>
            <a:spLocks noGrp="1"/>
          </p:cNvSpPr>
          <p:nvPr>
            <p:ph type="dt" sz="half" idx="10"/>
          </p:nvPr>
        </p:nvSpPr>
        <p:spPr>
          <a:xfrm>
            <a:off x="612647" y="3295955"/>
            <a:ext cx="2202644" cy="365125"/>
          </a:xfrm>
          <a:prstGeom prst="rect">
            <a:avLst/>
          </a:prstGeom>
        </p:spPr>
        <p:txBody>
          <a:bodyPr/>
          <a:lstStyle/>
          <a:p>
            <a:r>
              <a:rPr lang="en-US"/>
              <a:t>20xx</a:t>
            </a:r>
          </a:p>
        </p:txBody>
      </p:sp>
      <p:sp>
        <p:nvSpPr>
          <p:cNvPr id="34" name="Footer Placeholder 5">
            <a:extLst>
              <a:ext uri="{FF2B5EF4-FFF2-40B4-BE49-F238E27FC236}">
                <a16:creationId xmlns:a16="http://schemas.microsoft.com/office/drawing/2014/main" id="{64575FAD-3BCD-7A5B-92C1-37F78686E8D1}"/>
              </a:ext>
            </a:extLst>
          </p:cNvPr>
          <p:cNvSpPr>
            <a:spLocks noGrp="1"/>
          </p:cNvSpPr>
          <p:nvPr>
            <p:ph type="ftr" sz="quarter" idx="11"/>
          </p:nvPr>
        </p:nvSpPr>
        <p:spPr>
          <a:xfrm>
            <a:off x="4693298" y="3295955"/>
            <a:ext cx="2805405" cy="365125"/>
          </a:xfrm>
          <a:prstGeom prst="rect">
            <a:avLst/>
          </a:prstGeom>
        </p:spPr>
        <p:txBody>
          <a:bodyPr/>
          <a:lstStyle/>
          <a:p>
            <a:r>
              <a:rPr lang="en-US"/>
              <a:t>Sample Footer Text</a:t>
            </a:r>
          </a:p>
        </p:txBody>
      </p:sp>
      <p:sp>
        <p:nvSpPr>
          <p:cNvPr id="35" name="Slide Number Placeholder 6">
            <a:extLst>
              <a:ext uri="{FF2B5EF4-FFF2-40B4-BE49-F238E27FC236}">
                <a16:creationId xmlns:a16="http://schemas.microsoft.com/office/drawing/2014/main" id="{7997EEDC-D1C0-066F-E485-FE93F79A4AB0}"/>
              </a:ext>
            </a:extLst>
          </p:cNvPr>
          <p:cNvSpPr>
            <a:spLocks noGrp="1"/>
          </p:cNvSpPr>
          <p:nvPr>
            <p:ph type="sldNum" sz="quarter" idx="12"/>
          </p:nvPr>
        </p:nvSpPr>
        <p:spPr>
          <a:xfrm>
            <a:off x="11147096" y="3295955"/>
            <a:ext cx="429207" cy="365125"/>
          </a:xfrm>
          <a:prstGeom prst="rect">
            <a:avLst/>
          </a:prstGeom>
        </p:spPr>
        <p:txBody>
          <a:bodyPr/>
          <a:lstStyle/>
          <a:p>
            <a:fld id="{AEAA3239-9EA4-4A65-A281-97F994456D9F}" type="slidenum">
              <a:rPr lang="en-US" smtClean="0"/>
              <a:t>‹#›</a:t>
            </a:fld>
            <a:endParaRPr lang="en-US"/>
          </a:p>
        </p:txBody>
      </p:sp>
      <p:sp>
        <p:nvSpPr>
          <p:cNvPr id="24" name="Picture Placeholder 23">
            <a:extLst>
              <a:ext uri="{FF2B5EF4-FFF2-40B4-BE49-F238E27FC236}">
                <a16:creationId xmlns:a16="http://schemas.microsoft.com/office/drawing/2014/main" id="{AB21FF36-BD72-F91E-1B19-764F89FF709B}"/>
              </a:ext>
            </a:extLst>
          </p:cNvPr>
          <p:cNvSpPr>
            <a:spLocks noGrp="1"/>
          </p:cNvSpPr>
          <p:nvPr>
            <p:ph type="pic" sz="quarter" idx="15" hasCustomPrompt="1"/>
          </p:nvPr>
        </p:nvSpPr>
        <p:spPr>
          <a:xfrm>
            <a:off x="275842" y="4008120"/>
            <a:ext cx="11640312" cy="2578608"/>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7773561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B54C44A-A2E0-68DD-0C63-6448965DF7BB}"/>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CA5B575-5CE1-A472-F5EF-784B83927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5848" y="2181821"/>
            <a:ext cx="4407408"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467DFEA6-9362-A6DE-501A-DE01BA9E8E6D}"/>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dirty="0"/>
              <a:t>Click to edit Master title style</a:t>
            </a:r>
          </a:p>
        </p:txBody>
      </p:sp>
      <p:sp>
        <p:nvSpPr>
          <p:cNvPr id="14" name="Content Placeholder 7">
            <a:extLst>
              <a:ext uri="{FF2B5EF4-FFF2-40B4-BE49-F238E27FC236}">
                <a16:creationId xmlns:a16="http://schemas.microsoft.com/office/drawing/2014/main" id="{A0577F22-3FDE-BBCC-550E-988B3C31CB15}"/>
              </a:ext>
            </a:extLst>
          </p:cNvPr>
          <p:cNvSpPr>
            <a:spLocks noGrp="1"/>
          </p:cNvSpPr>
          <p:nvPr>
            <p:ph sz="quarter" idx="14"/>
          </p:nvPr>
        </p:nvSpPr>
        <p:spPr>
          <a:xfrm>
            <a:off x="612646"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23">
            <a:extLst>
              <a:ext uri="{FF2B5EF4-FFF2-40B4-BE49-F238E27FC236}">
                <a16:creationId xmlns:a16="http://schemas.microsoft.com/office/drawing/2014/main" id="{2AEC6A7B-DD19-0A7B-1268-1D51DDEF329E}"/>
              </a:ext>
            </a:extLst>
          </p:cNvPr>
          <p:cNvSpPr>
            <a:spLocks noGrp="1"/>
          </p:cNvSpPr>
          <p:nvPr>
            <p:ph type="pic" sz="quarter" idx="18" hasCustomPrompt="1"/>
          </p:nvPr>
        </p:nvSpPr>
        <p:spPr>
          <a:xfrm>
            <a:off x="7440168" y="2478717"/>
            <a:ext cx="3858768" cy="3419856"/>
          </a:xfrm>
          <a:blipFill>
            <a:blip r:embed="rId2">
              <a:alphaModFix amt="60000"/>
            </a:blip>
            <a:stretch>
              <a:fillRect/>
            </a:stretch>
          </a:blipFill>
        </p:spPr>
        <p:txBody>
          <a:bodyPr/>
          <a:lstStyle>
            <a:lvl1pPr>
              <a:defRPr/>
            </a:lvl1pPr>
          </a:lstStyle>
          <a:p>
            <a:r>
              <a:rPr lang="en-US" dirty="0"/>
              <a:t> </a:t>
            </a:r>
          </a:p>
        </p:txBody>
      </p:sp>
      <p:sp>
        <p:nvSpPr>
          <p:cNvPr id="7" name="Date Placeholder 4">
            <a:extLst>
              <a:ext uri="{FF2B5EF4-FFF2-40B4-BE49-F238E27FC236}">
                <a16:creationId xmlns:a16="http://schemas.microsoft.com/office/drawing/2014/main" id="{B9E95395-D89E-0043-F426-2BB8FB0FDAC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1" name="Footer Placeholder 5">
            <a:extLst>
              <a:ext uri="{FF2B5EF4-FFF2-40B4-BE49-F238E27FC236}">
                <a16:creationId xmlns:a16="http://schemas.microsoft.com/office/drawing/2014/main" id="{A91BF2A0-1C9B-2FC0-B3D8-1FE0B288994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3" name="Slide Number Placeholder 6">
            <a:extLst>
              <a:ext uri="{FF2B5EF4-FFF2-40B4-BE49-F238E27FC236}">
                <a16:creationId xmlns:a16="http://schemas.microsoft.com/office/drawing/2014/main" id="{DC39D989-0E8D-4F7C-51E7-FE5743D404E4}"/>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7376707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FCE1F90-615F-9F95-B9AB-58D4A69578F5}"/>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064172E-92BD-EBA7-48F4-D1248DC72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31024" y="2181821"/>
            <a:ext cx="6442232"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5" name="Title 1">
            <a:extLst>
              <a:ext uri="{FF2B5EF4-FFF2-40B4-BE49-F238E27FC236}">
                <a16:creationId xmlns:a16="http://schemas.microsoft.com/office/drawing/2014/main" id="{B0FDB523-462A-5591-99AE-C3C29FACD139}"/>
              </a:ext>
            </a:extLst>
          </p:cNvPr>
          <p:cNvSpPr>
            <a:spLocks noGrp="1"/>
          </p:cNvSpPr>
          <p:nvPr>
            <p:ph type="title"/>
          </p:nvPr>
        </p:nvSpPr>
        <p:spPr>
          <a:xfrm>
            <a:off x="612647" y="709099"/>
            <a:ext cx="3912880" cy="891101"/>
          </a:xfrm>
          <a:prstGeom prst="rect">
            <a:avLst/>
          </a:prstGeom>
        </p:spPr>
        <p:txBody>
          <a:bodyPr anchor="b">
            <a:no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205106"/>
            <a:ext cx="3912880" cy="3967073"/>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23">
            <a:extLst>
              <a:ext uri="{FF2B5EF4-FFF2-40B4-BE49-F238E27FC236}">
                <a16:creationId xmlns:a16="http://schemas.microsoft.com/office/drawing/2014/main" id="{43BD8E09-1E6C-A8B9-C809-7F1D27D0FD6A}"/>
              </a:ext>
            </a:extLst>
          </p:cNvPr>
          <p:cNvSpPr>
            <a:spLocks noGrp="1"/>
          </p:cNvSpPr>
          <p:nvPr>
            <p:ph type="pic" sz="quarter" idx="18" hasCustomPrompt="1"/>
          </p:nvPr>
        </p:nvSpPr>
        <p:spPr>
          <a:xfrm>
            <a:off x="5403200" y="2478717"/>
            <a:ext cx="5897880" cy="3419856"/>
          </a:xfrm>
          <a:blipFill>
            <a:blip r:embed="rId2">
              <a:alphaModFix amt="6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7554292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CF6E978-0239-0091-232E-1AFEC0C5F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181821"/>
            <a:ext cx="4304620"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99D44447-F033-C9CE-67C6-019549965081}"/>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dirty="0"/>
              <a:t>Click to edit Master title style</a:t>
            </a:r>
          </a:p>
        </p:txBody>
      </p:sp>
      <p:sp>
        <p:nvSpPr>
          <p:cNvPr id="11" name="Picture Placeholder 23">
            <a:extLst>
              <a:ext uri="{FF2B5EF4-FFF2-40B4-BE49-F238E27FC236}">
                <a16:creationId xmlns:a16="http://schemas.microsoft.com/office/drawing/2014/main" id="{2635C552-0ED9-A459-F18A-3CDED20E5BE3}"/>
              </a:ext>
            </a:extLst>
          </p:cNvPr>
          <p:cNvSpPr>
            <a:spLocks noGrp="1"/>
          </p:cNvSpPr>
          <p:nvPr>
            <p:ph type="pic" sz="quarter" idx="18" hasCustomPrompt="1"/>
          </p:nvPr>
        </p:nvSpPr>
        <p:spPr>
          <a:xfrm>
            <a:off x="987593" y="2455432"/>
            <a:ext cx="3758184" cy="3419856"/>
          </a:xfrm>
          <a:blipFill>
            <a:blip r:embed="rId2">
              <a:alphaModFix amt="60000"/>
            </a:blip>
            <a:stretch>
              <a:fillRect/>
            </a:stretch>
          </a:blipFill>
        </p:spPr>
        <p:txBody>
          <a:bodyPr/>
          <a:lstStyle>
            <a:lvl1pPr>
              <a:defRPr/>
            </a:lvl1pPr>
          </a:lstStyle>
          <a:p>
            <a:r>
              <a:rPr lang="en-US" dirty="0"/>
              <a:t> </a:t>
            </a:r>
          </a:p>
        </p:txBody>
      </p:sp>
      <p:sp>
        <p:nvSpPr>
          <p:cNvPr id="12" name="Content Placeholder 7">
            <a:extLst>
              <a:ext uri="{FF2B5EF4-FFF2-40B4-BE49-F238E27FC236}">
                <a16:creationId xmlns:a16="http://schemas.microsoft.com/office/drawing/2014/main" id="{9488295D-6787-D840-9DD4-495F1F086107}"/>
              </a:ext>
            </a:extLst>
          </p:cNvPr>
          <p:cNvSpPr>
            <a:spLocks noGrp="1"/>
          </p:cNvSpPr>
          <p:nvPr>
            <p:ph sz="quarter" idx="14"/>
          </p:nvPr>
        </p:nvSpPr>
        <p:spPr>
          <a:xfrm>
            <a:off x="5635749"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4">
            <a:extLst>
              <a:ext uri="{FF2B5EF4-FFF2-40B4-BE49-F238E27FC236}">
                <a16:creationId xmlns:a16="http://schemas.microsoft.com/office/drawing/2014/main" id="{44C833D8-E0E9-C749-0443-2B06F6DE03FC}"/>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5" name="Footer Placeholder 5">
            <a:extLst>
              <a:ext uri="{FF2B5EF4-FFF2-40B4-BE49-F238E27FC236}">
                <a16:creationId xmlns:a16="http://schemas.microsoft.com/office/drawing/2014/main" id="{ACAE9DFF-C773-D714-0C09-80240DE19FAF}"/>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6" name="Slide Number Placeholder 6">
            <a:extLst>
              <a:ext uri="{FF2B5EF4-FFF2-40B4-BE49-F238E27FC236}">
                <a16:creationId xmlns:a16="http://schemas.microsoft.com/office/drawing/2014/main" id="{339D6C62-B024-DF78-9414-D350E282202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4696798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E966A3D-9E5F-3C1B-B9EC-73F3340D5D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4768976"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C502CF0E-9C51-830C-CEDE-80A5D47BD90C}"/>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64BAD4E0-57C4-108C-9E27-5EAD1A833249}"/>
              </a:ext>
            </a:extLst>
          </p:cNvPr>
          <p:cNvSpPr>
            <a:spLocks noGrp="1"/>
          </p:cNvSpPr>
          <p:nvPr>
            <p:ph type="pic" sz="quarter" idx="15" hasCustomPrompt="1"/>
          </p:nvPr>
        </p:nvSpPr>
        <p:spPr>
          <a:xfrm>
            <a:off x="986599" y="2480792"/>
            <a:ext cx="4224528" cy="3392424"/>
          </a:xfrm>
          <a:blipFill>
            <a:blip r:embed="rId2">
              <a:alphaModFix amt="60000"/>
            </a:blip>
            <a:stretch>
              <a:fillRect/>
            </a:stretch>
          </a:blipFill>
        </p:spPr>
        <p:txBody>
          <a:bodyPr/>
          <a:lstStyle>
            <a:lvl1pPr>
              <a:defRPr/>
            </a:lvl1pPr>
          </a:lstStyle>
          <a:p>
            <a:r>
              <a:rPr lang="en-US" dirty="0"/>
              <a:t> </a:t>
            </a:r>
          </a:p>
        </p:txBody>
      </p:sp>
      <p:sp>
        <p:nvSpPr>
          <p:cNvPr id="3" name="Content Placeholder 7">
            <a:extLst>
              <a:ext uri="{FF2B5EF4-FFF2-40B4-BE49-F238E27FC236}">
                <a16:creationId xmlns:a16="http://schemas.microsoft.com/office/drawing/2014/main" id="{982AE6CE-D2D4-2329-86C0-F9C45831470E}"/>
              </a:ext>
            </a:extLst>
          </p:cNvPr>
          <p:cNvSpPr>
            <a:spLocks noGrp="1"/>
          </p:cNvSpPr>
          <p:nvPr>
            <p:ph sz="quarter" idx="14"/>
          </p:nvPr>
        </p:nvSpPr>
        <p:spPr>
          <a:xfrm>
            <a:off x="6095999" y="732155"/>
            <a:ext cx="5486401" cy="5405377"/>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9322134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5B3841-4258-5EBB-78B0-8DBB8BA82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3854577"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0" name="Title 1">
            <a:extLst>
              <a:ext uri="{FF2B5EF4-FFF2-40B4-BE49-F238E27FC236}">
                <a16:creationId xmlns:a16="http://schemas.microsoft.com/office/drawing/2014/main" id="{B6A14BD6-3E7F-C8A6-3ED2-DC935EEEEEE0}"/>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dirty="0"/>
              <a:t>Click to edit Master title style</a:t>
            </a:r>
          </a:p>
        </p:txBody>
      </p:sp>
      <p:sp>
        <p:nvSpPr>
          <p:cNvPr id="14" name="Picture Placeholder 13">
            <a:extLst>
              <a:ext uri="{FF2B5EF4-FFF2-40B4-BE49-F238E27FC236}">
                <a16:creationId xmlns:a16="http://schemas.microsoft.com/office/drawing/2014/main" id="{21767FCA-DB6F-605F-8C30-6399DF325E09}"/>
              </a:ext>
            </a:extLst>
          </p:cNvPr>
          <p:cNvSpPr>
            <a:spLocks noGrp="1"/>
          </p:cNvSpPr>
          <p:nvPr>
            <p:ph type="pic" sz="quarter" idx="15" hasCustomPrompt="1"/>
          </p:nvPr>
        </p:nvSpPr>
        <p:spPr>
          <a:xfrm>
            <a:off x="988695" y="2480792"/>
            <a:ext cx="3310128" cy="3392424"/>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709098"/>
            <a:ext cx="6394704" cy="5439805"/>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2681779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3C60B43-3F02-3807-6E46-2B1B4C989A3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10" name="Rectangle 9">
              <a:extLst>
                <a:ext uri="{FF2B5EF4-FFF2-40B4-BE49-F238E27FC236}">
                  <a16:creationId xmlns:a16="http://schemas.microsoft.com/office/drawing/2014/main" id="{DF27A944-872A-E8C8-8FC2-88B5F89140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70AFD51-4B4D-0743-F50D-5DA14EC3395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2" name="Group 11">
                <a:extLst>
                  <a:ext uri="{FF2B5EF4-FFF2-40B4-BE49-F238E27FC236}">
                    <a16:creationId xmlns:a16="http://schemas.microsoft.com/office/drawing/2014/main" id="{E0878CA7-F6BC-3D54-9B31-0D36C99C9C9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7" name="Freeform 68">
                  <a:extLst>
                    <a:ext uri="{FF2B5EF4-FFF2-40B4-BE49-F238E27FC236}">
                      <a16:creationId xmlns:a16="http://schemas.microsoft.com/office/drawing/2014/main" id="{70D6BE5D-D14F-F86C-1B5D-DF11BCBBBF2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0B935B11-11F9-F9FC-984C-B97E8C740D6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BE8CD0AC-752A-36C8-B3D7-C2498B3605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3" name="Group 12">
                <a:extLst>
                  <a:ext uri="{FF2B5EF4-FFF2-40B4-BE49-F238E27FC236}">
                    <a16:creationId xmlns:a16="http://schemas.microsoft.com/office/drawing/2014/main" id="{61EB58C7-3472-9645-303A-C65C14123F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4" name="Freeform 68">
                  <a:extLst>
                    <a:ext uri="{FF2B5EF4-FFF2-40B4-BE49-F238E27FC236}">
                      <a16:creationId xmlns:a16="http://schemas.microsoft.com/office/drawing/2014/main" id="{A6A0616B-8873-18F1-6B0F-49D27CB1CF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2415C0C-C484-F133-E62B-AF2C09A1A3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9AC31EC2-05CF-F921-C115-C93D2D5D3C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20" name="Group 19">
            <a:extLst>
              <a:ext uri="{FF2B5EF4-FFF2-40B4-BE49-F238E27FC236}">
                <a16:creationId xmlns:a16="http://schemas.microsoft.com/office/drawing/2014/main" id="{2DB1D249-E32E-CA54-2B0E-07373055B0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4987925" y="5634038"/>
            <a:ext cx="2216150" cy="1177924"/>
            <a:chOff x="4987925" y="2840038"/>
            <a:chExt cx="2216150" cy="1177924"/>
          </a:xfrm>
        </p:grpSpPr>
        <p:sp>
          <p:nvSpPr>
            <p:cNvPr id="21" name="Rectangle 20">
              <a:extLst>
                <a:ext uri="{FF2B5EF4-FFF2-40B4-BE49-F238E27FC236}">
                  <a16:creationId xmlns:a16="http://schemas.microsoft.com/office/drawing/2014/main" id="{3151709B-660C-1490-E355-0D6EFA8B23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F9006C11-A305-CB26-F3C9-F793404FAFE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3" name="Group 22">
                <a:extLst>
                  <a:ext uri="{FF2B5EF4-FFF2-40B4-BE49-F238E27FC236}">
                    <a16:creationId xmlns:a16="http://schemas.microsoft.com/office/drawing/2014/main" id="{62141B28-A487-DAF4-07D7-398EEC73292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8" name="Freeform 68">
                  <a:extLst>
                    <a:ext uri="{FF2B5EF4-FFF2-40B4-BE49-F238E27FC236}">
                      <a16:creationId xmlns:a16="http://schemas.microsoft.com/office/drawing/2014/main" id="{08544E82-7C10-6056-96F9-890D203187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B3767EA-BEDF-6F5A-3F2A-63110758F7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894D12DF-C2FB-ECB1-D126-DE70BD1389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4" name="Group 23">
                <a:extLst>
                  <a:ext uri="{FF2B5EF4-FFF2-40B4-BE49-F238E27FC236}">
                    <a16:creationId xmlns:a16="http://schemas.microsoft.com/office/drawing/2014/main" id="{EB321FA9-CD00-E340-DF3A-DF2F6056D2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5" name="Freeform 68">
                  <a:extLst>
                    <a:ext uri="{FF2B5EF4-FFF2-40B4-BE49-F238E27FC236}">
                      <a16:creationId xmlns:a16="http://schemas.microsoft.com/office/drawing/2014/main" id="{7F442571-8A8E-F056-8120-0A7166739E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69">
                  <a:extLst>
                    <a:ext uri="{FF2B5EF4-FFF2-40B4-BE49-F238E27FC236}">
                      <a16:creationId xmlns:a16="http://schemas.microsoft.com/office/drawing/2014/main" id="{90B1B727-221D-4181-A364-D5B709E701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Line 70">
                  <a:extLst>
                    <a:ext uri="{FF2B5EF4-FFF2-40B4-BE49-F238E27FC236}">
                      <a16:creationId xmlns:a16="http://schemas.microsoft.com/office/drawing/2014/main" id="{675BA8D2-1FF0-72E0-6BB5-84E882FF72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6" name="Title 1">
            <a:extLst>
              <a:ext uri="{FF2B5EF4-FFF2-40B4-BE49-F238E27FC236}">
                <a16:creationId xmlns:a16="http://schemas.microsoft.com/office/drawing/2014/main" id="{A180BF33-C99D-1A4A-5974-7053CE7E7482}"/>
              </a:ext>
            </a:extLst>
          </p:cNvPr>
          <p:cNvSpPr>
            <a:spLocks noGrp="1"/>
          </p:cNvSpPr>
          <p:nvPr>
            <p:ph type="title"/>
          </p:nvPr>
        </p:nvSpPr>
        <p:spPr>
          <a:xfrm>
            <a:off x="1524001" y="4893732"/>
            <a:ext cx="9144000" cy="822013"/>
          </a:xfrm>
          <a:prstGeom prst="rect">
            <a:avLst/>
          </a:prstGeom>
        </p:spPr>
        <p:txBody>
          <a:bodyPr anchor="t">
            <a:noAutofit/>
          </a:bodyPr>
          <a:lstStyle>
            <a:lvl1pPr algn="ctr">
              <a:lnSpc>
                <a:spcPct val="110000"/>
              </a:lnSpc>
              <a:defRPr sz="1800" b="0" i="0">
                <a:solidFill>
                  <a:schemeClr val="bg1">
                    <a:lumMod val="75000"/>
                    <a:lumOff val="25000"/>
                  </a:schemeClr>
                </a:solidFill>
                <a:latin typeface="+mn-lt"/>
              </a:defRPr>
            </a:lvl1pPr>
          </a:lstStyle>
          <a:p>
            <a:r>
              <a:rPr lang="en-US" dirty="0"/>
              <a:t>Click to edit Master title style</a:t>
            </a:r>
          </a:p>
        </p:txBody>
      </p:sp>
      <p:sp>
        <p:nvSpPr>
          <p:cNvPr id="8" name="Content Placeholder 6">
            <a:extLst>
              <a:ext uri="{FF2B5EF4-FFF2-40B4-BE49-F238E27FC236}">
                <a16:creationId xmlns:a16="http://schemas.microsoft.com/office/drawing/2014/main" id="{63DD70A9-B50E-61D0-C634-34E20A3D422B}"/>
              </a:ext>
            </a:extLst>
          </p:cNvPr>
          <p:cNvSpPr>
            <a:spLocks noGrp="1"/>
          </p:cNvSpPr>
          <p:nvPr>
            <p:ph sz="quarter" idx="13" hasCustomPrompt="1"/>
          </p:nvPr>
        </p:nvSpPr>
        <p:spPr>
          <a:xfrm>
            <a:off x="1524001" y="1107047"/>
            <a:ext cx="9144000" cy="3660809"/>
          </a:xfrm>
        </p:spPr>
        <p:txBody>
          <a:bodyPr anchor="b">
            <a:noAutofit/>
          </a:bodyPr>
          <a:lstStyle>
            <a:lvl1pPr marL="0" indent="0" algn="ctr">
              <a:lnSpc>
                <a:spcPct val="90000"/>
              </a:lnSpc>
              <a:buNone/>
              <a:defRPr sz="23000" b="0">
                <a:solidFill>
                  <a:schemeClr val="bg1">
                    <a:lumMod val="75000"/>
                    <a:lumOff val="25000"/>
                  </a:schemeClr>
                </a:solidFill>
                <a:latin typeface="+mj-lt"/>
                <a:ea typeface="Batang" panose="02030600000101010101" pitchFamily="18" charset="-127"/>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229600"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8477309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46C6E13-5F92-0B54-E552-A8E8EA32109D}"/>
              </a:ext>
            </a:extLst>
          </p:cNvPr>
          <p:cNvGrpSpPr/>
          <p:nvPr/>
        </p:nvGrpSpPr>
        <p:grpSpPr>
          <a:xfrm flipH="1">
            <a:off x="8353425" y="531607"/>
            <a:ext cx="3838575" cy="6520778"/>
            <a:chOff x="192855" y="531607"/>
            <a:chExt cx="3838575" cy="6520778"/>
          </a:xfrm>
        </p:grpSpPr>
        <p:grpSp>
          <p:nvGrpSpPr>
            <p:cNvPr id="8" name="Group 7">
              <a:extLst>
                <a:ext uri="{FF2B5EF4-FFF2-40B4-BE49-F238E27FC236}">
                  <a16:creationId xmlns:a16="http://schemas.microsoft.com/office/drawing/2014/main" id="{581DD79D-1CEE-4719-00FE-4FD53EA315E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2" name="Freeform 64">
                <a:extLst>
                  <a:ext uri="{FF2B5EF4-FFF2-40B4-BE49-F238E27FC236}">
                    <a16:creationId xmlns:a16="http://schemas.microsoft.com/office/drawing/2014/main" id="{63458FA5-D071-3A46-EB12-8B6C8D6396A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81">
                <a:extLst>
                  <a:ext uri="{FF2B5EF4-FFF2-40B4-BE49-F238E27FC236}">
                    <a16:creationId xmlns:a16="http://schemas.microsoft.com/office/drawing/2014/main" id="{4DD1D754-B9F5-6269-D3E0-3703961659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61">
                <a:extLst>
                  <a:ext uri="{FF2B5EF4-FFF2-40B4-BE49-F238E27FC236}">
                    <a16:creationId xmlns:a16="http://schemas.microsoft.com/office/drawing/2014/main" id="{F3A3D4E7-3A71-4AB8-FB08-8CEDD527A7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34">
                <a:extLst>
                  <a:ext uri="{FF2B5EF4-FFF2-40B4-BE49-F238E27FC236}">
                    <a16:creationId xmlns:a16="http://schemas.microsoft.com/office/drawing/2014/main" id="{497067EC-F598-B7C7-88F4-2F57F6D874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4">
                <a:extLst>
                  <a:ext uri="{FF2B5EF4-FFF2-40B4-BE49-F238E27FC236}">
                    <a16:creationId xmlns:a16="http://schemas.microsoft.com/office/drawing/2014/main" id="{1A115B41-BE53-1781-C3A0-8F7DBB6CF7F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87">
                <a:extLst>
                  <a:ext uri="{FF2B5EF4-FFF2-40B4-BE49-F238E27FC236}">
                    <a16:creationId xmlns:a16="http://schemas.microsoft.com/office/drawing/2014/main" id="{AD9F9AC4-59AA-3FED-EB58-ABCC8422A5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0">
                <a:extLst>
                  <a:ext uri="{FF2B5EF4-FFF2-40B4-BE49-F238E27FC236}">
                    <a16:creationId xmlns:a16="http://schemas.microsoft.com/office/drawing/2014/main" id="{5C39FA36-DD8A-A8AF-995B-FEB1B81928A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59">
                <a:extLst>
                  <a:ext uri="{FF2B5EF4-FFF2-40B4-BE49-F238E27FC236}">
                    <a16:creationId xmlns:a16="http://schemas.microsoft.com/office/drawing/2014/main" id="{0435A07F-ABFF-DBCD-9D6E-B060E78839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2">
                <a:extLst>
                  <a:ext uri="{FF2B5EF4-FFF2-40B4-BE49-F238E27FC236}">
                    <a16:creationId xmlns:a16="http://schemas.microsoft.com/office/drawing/2014/main" id="{F61ED471-E9B3-E6FF-4DA3-8663BAB6BB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65">
                <a:extLst>
                  <a:ext uri="{FF2B5EF4-FFF2-40B4-BE49-F238E27FC236}">
                    <a16:creationId xmlns:a16="http://schemas.microsoft.com/office/drawing/2014/main" id="{66D48908-5C19-CE7C-FB3B-E55D124BE8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79">
                <a:extLst>
                  <a:ext uri="{FF2B5EF4-FFF2-40B4-BE49-F238E27FC236}">
                    <a16:creationId xmlns:a16="http://schemas.microsoft.com/office/drawing/2014/main" id="{9EBA239B-B2C2-C1D7-42F7-BB50522E1C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2">
                <a:extLst>
                  <a:ext uri="{FF2B5EF4-FFF2-40B4-BE49-F238E27FC236}">
                    <a16:creationId xmlns:a16="http://schemas.microsoft.com/office/drawing/2014/main" id="{7311065F-4C49-B37C-B6F2-EF021666B0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85">
                <a:extLst>
                  <a:ext uri="{FF2B5EF4-FFF2-40B4-BE49-F238E27FC236}">
                    <a16:creationId xmlns:a16="http://schemas.microsoft.com/office/drawing/2014/main" id="{EADE6C0A-9B31-463A-DC31-450FBFB0EA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44">
                <a:extLst>
                  <a:ext uri="{FF2B5EF4-FFF2-40B4-BE49-F238E27FC236}">
                    <a16:creationId xmlns:a16="http://schemas.microsoft.com/office/drawing/2014/main" id="{715F916F-BDD7-938C-7F9F-15FA32E2E2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6" name="Group 45">
                <a:extLst>
                  <a:ext uri="{FF2B5EF4-FFF2-40B4-BE49-F238E27FC236}">
                    <a16:creationId xmlns:a16="http://schemas.microsoft.com/office/drawing/2014/main" id="{A17F0837-6401-508D-9D16-AC64526C93F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7" name="Line 63">
                  <a:extLst>
                    <a:ext uri="{FF2B5EF4-FFF2-40B4-BE49-F238E27FC236}">
                      <a16:creationId xmlns:a16="http://schemas.microsoft.com/office/drawing/2014/main" id="{201E24E4-9DA0-20F2-7AE3-5DA927CDF4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6">
                  <a:extLst>
                    <a:ext uri="{FF2B5EF4-FFF2-40B4-BE49-F238E27FC236}">
                      <a16:creationId xmlns:a16="http://schemas.microsoft.com/office/drawing/2014/main" id="{F0D81B78-2590-5FE2-3E72-AED10BB9C81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67">
                  <a:extLst>
                    <a:ext uri="{FF2B5EF4-FFF2-40B4-BE49-F238E27FC236}">
                      <a16:creationId xmlns:a16="http://schemas.microsoft.com/office/drawing/2014/main" id="{1B0E3C51-648E-EED1-D8E4-5C1A83A793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0">
                  <a:extLst>
                    <a:ext uri="{FF2B5EF4-FFF2-40B4-BE49-F238E27FC236}">
                      <a16:creationId xmlns:a16="http://schemas.microsoft.com/office/drawing/2014/main" id="{B63F0A42-E73B-9C27-C8AC-5862ECD9A9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3">
                  <a:extLst>
                    <a:ext uri="{FF2B5EF4-FFF2-40B4-BE49-F238E27FC236}">
                      <a16:creationId xmlns:a16="http://schemas.microsoft.com/office/drawing/2014/main" id="{CFD7B0F1-6021-5D68-851A-183A3606E5C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6">
                  <a:extLst>
                    <a:ext uri="{FF2B5EF4-FFF2-40B4-BE49-F238E27FC236}">
                      <a16:creationId xmlns:a16="http://schemas.microsoft.com/office/drawing/2014/main" id="{E63766C1-D1F5-CD70-020F-548E199476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Line 89">
                  <a:extLst>
                    <a:ext uri="{FF2B5EF4-FFF2-40B4-BE49-F238E27FC236}">
                      <a16:creationId xmlns:a16="http://schemas.microsoft.com/office/drawing/2014/main" id="{9A7C8B71-FD3E-CF93-F909-DC78EB1BFE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2A83BBBA-0866-8DA7-4C6B-39E5341383F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10" name="Freeform 64">
                <a:extLst>
                  <a:ext uri="{FF2B5EF4-FFF2-40B4-BE49-F238E27FC236}">
                    <a16:creationId xmlns:a16="http://schemas.microsoft.com/office/drawing/2014/main" id="{55F21049-C8CB-1413-A3F0-41A22AF2A7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81">
                <a:extLst>
                  <a:ext uri="{FF2B5EF4-FFF2-40B4-BE49-F238E27FC236}">
                    <a16:creationId xmlns:a16="http://schemas.microsoft.com/office/drawing/2014/main" id="{173F64F1-9A9D-BC7E-B0A0-971F0F0F14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1">
                <a:extLst>
                  <a:ext uri="{FF2B5EF4-FFF2-40B4-BE49-F238E27FC236}">
                    <a16:creationId xmlns:a16="http://schemas.microsoft.com/office/drawing/2014/main" id="{B25A2E7D-3D32-4BB9-A01F-1F77476D5EA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8">
                <a:extLst>
                  <a:ext uri="{FF2B5EF4-FFF2-40B4-BE49-F238E27FC236}">
                    <a16:creationId xmlns:a16="http://schemas.microsoft.com/office/drawing/2014/main" id="{BD1373BC-8861-74A9-F90B-6D147FAB44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4">
                <a:extLst>
                  <a:ext uri="{FF2B5EF4-FFF2-40B4-BE49-F238E27FC236}">
                    <a16:creationId xmlns:a16="http://schemas.microsoft.com/office/drawing/2014/main" id="{1D0F6C7E-8186-9BA9-C089-F165E186A2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87">
                <a:extLst>
                  <a:ext uri="{FF2B5EF4-FFF2-40B4-BE49-F238E27FC236}">
                    <a16:creationId xmlns:a16="http://schemas.microsoft.com/office/drawing/2014/main" id="{359F8A83-D46B-F8FF-DC7C-3C04DCA8FF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0">
                <a:extLst>
                  <a:ext uri="{FF2B5EF4-FFF2-40B4-BE49-F238E27FC236}">
                    <a16:creationId xmlns:a16="http://schemas.microsoft.com/office/drawing/2014/main" id="{BFC83E63-6FC3-C31E-98CE-21843812F0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59">
                <a:extLst>
                  <a:ext uri="{FF2B5EF4-FFF2-40B4-BE49-F238E27FC236}">
                    <a16:creationId xmlns:a16="http://schemas.microsoft.com/office/drawing/2014/main" id="{302ABA44-3B57-F469-6C04-F66BDA7AE5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2">
                <a:extLst>
                  <a:ext uri="{FF2B5EF4-FFF2-40B4-BE49-F238E27FC236}">
                    <a16:creationId xmlns:a16="http://schemas.microsoft.com/office/drawing/2014/main" id="{7AEBB6FD-54FE-C7DA-9A26-50A06339E4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65">
                <a:extLst>
                  <a:ext uri="{FF2B5EF4-FFF2-40B4-BE49-F238E27FC236}">
                    <a16:creationId xmlns:a16="http://schemas.microsoft.com/office/drawing/2014/main" id="{5E33358E-58C6-D35A-1278-C81907C997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79">
                <a:extLst>
                  <a:ext uri="{FF2B5EF4-FFF2-40B4-BE49-F238E27FC236}">
                    <a16:creationId xmlns:a16="http://schemas.microsoft.com/office/drawing/2014/main" id="{03A5740E-D7E5-68C0-948E-9724E0ACF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2">
                <a:extLst>
                  <a:ext uri="{FF2B5EF4-FFF2-40B4-BE49-F238E27FC236}">
                    <a16:creationId xmlns:a16="http://schemas.microsoft.com/office/drawing/2014/main" id="{8AB4DD54-E3B5-6D41-1243-6F2D21CD99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5">
                <a:extLst>
                  <a:ext uri="{FF2B5EF4-FFF2-40B4-BE49-F238E27FC236}">
                    <a16:creationId xmlns:a16="http://schemas.microsoft.com/office/drawing/2014/main" id="{2A94B732-4A98-2F5C-F80B-6BBDB47064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88">
                <a:extLst>
                  <a:ext uri="{FF2B5EF4-FFF2-40B4-BE49-F238E27FC236}">
                    <a16:creationId xmlns:a16="http://schemas.microsoft.com/office/drawing/2014/main" id="{DF1D8441-3705-CC80-FE5F-2A09989AA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4" name="Group 23">
                <a:extLst>
                  <a:ext uri="{FF2B5EF4-FFF2-40B4-BE49-F238E27FC236}">
                    <a16:creationId xmlns:a16="http://schemas.microsoft.com/office/drawing/2014/main" id="{8F71A31A-59B3-9162-371C-C01A729D0C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5" name="Line 63">
                  <a:extLst>
                    <a:ext uri="{FF2B5EF4-FFF2-40B4-BE49-F238E27FC236}">
                      <a16:creationId xmlns:a16="http://schemas.microsoft.com/office/drawing/2014/main" id="{7CCBE56E-A31B-4C75-DC85-F53147C4D0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6">
                  <a:extLst>
                    <a:ext uri="{FF2B5EF4-FFF2-40B4-BE49-F238E27FC236}">
                      <a16:creationId xmlns:a16="http://schemas.microsoft.com/office/drawing/2014/main" id="{296ACE92-E4E8-3DA8-53B5-B4C1E3A8D2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67">
                  <a:extLst>
                    <a:ext uri="{FF2B5EF4-FFF2-40B4-BE49-F238E27FC236}">
                      <a16:creationId xmlns:a16="http://schemas.microsoft.com/office/drawing/2014/main" id="{7B0613D4-F0E5-89E7-9C18-8CFA239DF1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0">
                  <a:extLst>
                    <a:ext uri="{FF2B5EF4-FFF2-40B4-BE49-F238E27FC236}">
                      <a16:creationId xmlns:a16="http://schemas.microsoft.com/office/drawing/2014/main" id="{E622BCC5-94CF-3347-DA0D-7358D5BAEC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3">
                  <a:extLst>
                    <a:ext uri="{FF2B5EF4-FFF2-40B4-BE49-F238E27FC236}">
                      <a16:creationId xmlns:a16="http://schemas.microsoft.com/office/drawing/2014/main" id="{7A92BD29-9001-7192-3FC5-2BD68F7AF26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6">
                  <a:extLst>
                    <a:ext uri="{FF2B5EF4-FFF2-40B4-BE49-F238E27FC236}">
                      <a16:creationId xmlns:a16="http://schemas.microsoft.com/office/drawing/2014/main" id="{538F5771-4928-1E01-FE11-700BA53138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Line 89">
                  <a:extLst>
                    <a:ext uri="{FF2B5EF4-FFF2-40B4-BE49-F238E27FC236}">
                      <a16:creationId xmlns:a16="http://schemas.microsoft.com/office/drawing/2014/main" id="{7DCEABB5-FF34-2744-FB43-A0CE5EE8EB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54" name="Content Placeholder 53">
            <a:extLst>
              <a:ext uri="{FF2B5EF4-FFF2-40B4-BE49-F238E27FC236}">
                <a16:creationId xmlns:a16="http://schemas.microsoft.com/office/drawing/2014/main" id="{8FCCC77F-6C47-D9CF-D034-6C88D17987B1}"/>
              </a:ext>
            </a:extLst>
          </p:cNvPr>
          <p:cNvSpPr>
            <a:spLocks noGrp="1"/>
          </p:cNvSpPr>
          <p:nvPr>
            <p:ph sz="quarter" idx="16" hasCustomPrompt="1"/>
          </p:nvPr>
        </p:nvSpPr>
        <p:spPr>
          <a:xfrm>
            <a:off x="595313" y="660400"/>
            <a:ext cx="7821612" cy="4119563"/>
          </a:xfrm>
        </p:spPr>
        <p:txBody>
          <a:bodyPr anchor="b"/>
          <a:lstStyle>
            <a:lvl1pPr>
              <a:defRPr sz="23200">
                <a:solidFill>
                  <a:schemeClr val="tx1">
                    <a:lumMod val="75000"/>
                    <a:lumOff val="2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7953518" y="6343955"/>
            <a:ext cx="429207" cy="365125"/>
          </a:xfrm>
          <a:prstGeom prst="rect">
            <a:avLst/>
          </a:prstGeom>
        </p:spPr>
        <p:txBody>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62" name="Title 61">
            <a:extLst>
              <a:ext uri="{FF2B5EF4-FFF2-40B4-BE49-F238E27FC236}">
                <a16:creationId xmlns:a16="http://schemas.microsoft.com/office/drawing/2014/main" id="{AB82C1FD-F89F-A137-0472-2D6FEB286781}"/>
              </a:ext>
            </a:extLst>
          </p:cNvPr>
          <p:cNvSpPr>
            <a:spLocks noGrp="1"/>
          </p:cNvSpPr>
          <p:nvPr>
            <p:ph type="title"/>
          </p:nvPr>
        </p:nvSpPr>
        <p:spPr>
          <a:xfrm>
            <a:off x="612648" y="4900730"/>
            <a:ext cx="7786687" cy="1097839"/>
          </a:xfrm>
        </p:spPr>
        <p:txBody>
          <a:bodyPr anchor="t"/>
          <a:lstStyle>
            <a:lvl1pPr>
              <a:lnSpc>
                <a:spcPct val="100000"/>
              </a:lnSpc>
              <a:defRPr sz="1800">
                <a:solidFill>
                  <a:schemeClr val="tx1">
                    <a:lumMod val="75000"/>
                    <a:lumOff val="25000"/>
                  </a:schemeClr>
                </a:solidFill>
                <a:latin typeface="+mn-lt"/>
              </a:defRPr>
            </a:lvl1pPr>
          </a:lstStyle>
          <a:p>
            <a:r>
              <a:rPr lang="en-US"/>
              <a:t>Click to edit Master title style</a:t>
            </a:r>
          </a:p>
        </p:txBody>
      </p:sp>
    </p:spTree>
    <p:extLst>
      <p:ext uri="{BB962C8B-B14F-4D97-AF65-F5344CB8AC3E}">
        <p14:creationId xmlns:p14="http://schemas.microsoft.com/office/powerpoint/2010/main" val="36553323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77752CF-4BA1-3C90-9F5C-CDB8AA18E744}"/>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99E24818-6F19-BE8F-6603-A7DA9C66BC86}"/>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F057B91-4F38-726D-D0A5-CAFBB0F15B2E}"/>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FF13D6C9-742D-8DE0-0722-3F9455E0A479}"/>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DD4B8E7C-D15D-34D3-2F19-CE7E119866E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531A04BA-1034-8C2D-7B4F-FFE2FEEBF2C1}"/>
              </a:ext>
            </a:extLst>
          </p:cNvPr>
          <p:cNvGrpSpPr/>
          <p:nvPr/>
        </p:nvGrpSpPr>
        <p:grpSpPr>
          <a:xfrm>
            <a:off x="1079500" y="649304"/>
            <a:ext cx="698051" cy="1372591"/>
            <a:chOff x="1079500" y="649304"/>
            <a:chExt cx="698051" cy="1372591"/>
          </a:xfrm>
        </p:grpSpPr>
        <p:sp>
          <p:nvSpPr>
            <p:cNvPr id="13" name="Oval 12">
              <a:extLst>
                <a:ext uri="{FF2B5EF4-FFF2-40B4-BE49-F238E27FC236}">
                  <a16:creationId xmlns:a16="http://schemas.microsoft.com/office/drawing/2014/main" id="{D7573B03-A5C8-6F68-19F8-A605A3FFFA0A}"/>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4" name="Group 13">
              <a:extLst>
                <a:ext uri="{FF2B5EF4-FFF2-40B4-BE49-F238E27FC236}">
                  <a16:creationId xmlns:a16="http://schemas.microsoft.com/office/drawing/2014/main" id="{099CAF66-0082-3FFF-4237-037ECC53BBE7}"/>
                </a:ext>
              </a:extLst>
            </p:cNvPr>
            <p:cNvGrpSpPr/>
            <p:nvPr/>
          </p:nvGrpSpPr>
          <p:grpSpPr>
            <a:xfrm rot="10800000">
              <a:off x="1079500" y="952167"/>
              <a:ext cx="641184" cy="1069728"/>
              <a:chOff x="6484111" y="2967038"/>
              <a:chExt cx="641184" cy="1069728"/>
            </a:xfrm>
          </p:grpSpPr>
          <p:grpSp>
            <p:nvGrpSpPr>
              <p:cNvPr id="15" name="Group 14">
                <a:extLst>
                  <a:ext uri="{FF2B5EF4-FFF2-40B4-BE49-F238E27FC236}">
                    <a16:creationId xmlns:a16="http://schemas.microsoft.com/office/drawing/2014/main" id="{EC8C6674-8594-E6D0-B843-E6B1BC872E42}"/>
                  </a:ext>
                </a:extLst>
              </p:cNvPr>
              <p:cNvGrpSpPr/>
              <p:nvPr/>
            </p:nvGrpSpPr>
            <p:grpSpPr>
              <a:xfrm>
                <a:off x="6808136" y="2967038"/>
                <a:ext cx="317159" cy="932400"/>
                <a:chOff x="6808136" y="2967038"/>
                <a:chExt cx="317159" cy="932400"/>
              </a:xfrm>
            </p:grpSpPr>
            <p:sp>
              <p:nvSpPr>
                <p:cNvPr id="20" name="Freeform 68">
                  <a:extLst>
                    <a:ext uri="{FF2B5EF4-FFF2-40B4-BE49-F238E27FC236}">
                      <a16:creationId xmlns:a16="http://schemas.microsoft.com/office/drawing/2014/main" id="{A4B74803-AB06-F0B5-CAF3-164628FA3D6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472E58AB-3D73-FE3B-8E9C-C0905E195A9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Line 70">
                  <a:extLst>
                    <a:ext uri="{FF2B5EF4-FFF2-40B4-BE49-F238E27FC236}">
                      <a16:creationId xmlns:a16="http://schemas.microsoft.com/office/drawing/2014/main" id="{8F097B18-FA06-126F-3A35-26C99428075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6" name="Group 15">
                <a:extLst>
                  <a:ext uri="{FF2B5EF4-FFF2-40B4-BE49-F238E27FC236}">
                    <a16:creationId xmlns:a16="http://schemas.microsoft.com/office/drawing/2014/main" id="{8BC258A3-BB98-9C50-05A6-F4E1338502D3}"/>
                  </a:ext>
                </a:extLst>
              </p:cNvPr>
              <p:cNvGrpSpPr/>
              <p:nvPr/>
            </p:nvGrpSpPr>
            <p:grpSpPr>
              <a:xfrm rot="18900000" flipH="1">
                <a:off x="6484111" y="3104366"/>
                <a:ext cx="317159" cy="932400"/>
                <a:chOff x="6808136" y="2967038"/>
                <a:chExt cx="317159" cy="932400"/>
              </a:xfrm>
            </p:grpSpPr>
            <p:sp>
              <p:nvSpPr>
                <p:cNvPr id="17" name="Freeform 68">
                  <a:extLst>
                    <a:ext uri="{FF2B5EF4-FFF2-40B4-BE49-F238E27FC236}">
                      <a16:creationId xmlns:a16="http://schemas.microsoft.com/office/drawing/2014/main" id="{276FDCAB-5D59-FEE2-A415-A5948BAEC4DC}"/>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E3DF5097-6886-8ADE-885A-24C0B21C7D42}"/>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5D3400C4-73B6-95B3-1831-80DC32487EEE}"/>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5" name="Title 1">
            <a:extLst>
              <a:ext uri="{FF2B5EF4-FFF2-40B4-BE49-F238E27FC236}">
                <a16:creationId xmlns:a16="http://schemas.microsoft.com/office/drawing/2014/main" id="{D49EFEB0-E2EA-5928-A8E0-4E3586048C61}"/>
              </a:ext>
            </a:extLst>
          </p:cNvPr>
          <p:cNvSpPr>
            <a:spLocks noGrp="1"/>
          </p:cNvSpPr>
          <p:nvPr>
            <p:ph type="title"/>
          </p:nvPr>
        </p:nvSpPr>
        <p:spPr>
          <a:xfrm>
            <a:off x="2208895" y="4893732"/>
            <a:ext cx="7774211" cy="1097280"/>
          </a:xfrm>
          <a:prstGeom prst="rect">
            <a:avLst/>
          </a:prstGeom>
        </p:spPr>
        <p:txBody>
          <a:bodyPr anchor="t">
            <a:noAutofit/>
          </a:bodyPr>
          <a:lstStyle>
            <a:lvl1pPr algn="ctr">
              <a:lnSpc>
                <a:spcPct val="110000"/>
              </a:lnSpc>
              <a:defRPr sz="1800" b="0" i="0">
                <a:solidFill>
                  <a:schemeClr val="tx1">
                    <a:lumMod val="65000"/>
                    <a:lumOff val="35000"/>
                  </a:schemeClr>
                </a:solidFill>
                <a:latin typeface="+mn-lt"/>
              </a:defRPr>
            </a:lvl1pPr>
          </a:lstStyle>
          <a:p>
            <a:r>
              <a:rPr lang="en-US" dirty="0"/>
              <a:t>Click to edit Master title style</a:t>
            </a:r>
          </a:p>
        </p:txBody>
      </p:sp>
      <p:sp>
        <p:nvSpPr>
          <p:cNvPr id="26" name="Content Placeholder 6">
            <a:extLst>
              <a:ext uri="{FF2B5EF4-FFF2-40B4-BE49-F238E27FC236}">
                <a16:creationId xmlns:a16="http://schemas.microsoft.com/office/drawing/2014/main" id="{0152DD09-AB61-4F4C-9E1A-13373B0C0F6A}"/>
              </a:ext>
            </a:extLst>
          </p:cNvPr>
          <p:cNvSpPr>
            <a:spLocks noGrp="1"/>
          </p:cNvSpPr>
          <p:nvPr>
            <p:ph sz="quarter" idx="13" hasCustomPrompt="1"/>
          </p:nvPr>
        </p:nvSpPr>
        <p:spPr>
          <a:xfrm>
            <a:off x="2208895" y="685801"/>
            <a:ext cx="7774211" cy="4082056"/>
          </a:xfrm>
        </p:spPr>
        <p:txBody>
          <a:bodyPr anchor="b">
            <a:noAutofit/>
          </a:bodyPr>
          <a:lstStyle>
            <a:lvl1pPr marL="0" indent="0" algn="ctr">
              <a:lnSpc>
                <a:spcPct val="90000"/>
              </a:lnSpc>
              <a:buNone/>
              <a:defRPr sz="23000" b="0">
                <a:solidFill>
                  <a:schemeClr val="tx1">
                    <a:lumMod val="75000"/>
                    <a:lumOff val="25000"/>
                  </a:schemeClr>
                </a:solidFill>
                <a:latin typeface="+mj-lt"/>
                <a:ea typeface="Batang" panose="02030600000101010101" pitchFamily="18" charset="-127"/>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46644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2"/>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948CB83-964B-888F-78FF-AACD6099F73A}"/>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70C17E4C-DCC6-2046-B2E1-D1E0332600F0}"/>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9C58AF8-D1AE-E262-2941-EECB2D418E11}"/>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2F5AE8CC-0485-3842-29F8-DB900BDA6A6B}"/>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79EAF4E3-F1D3-E6D6-FE15-A6142C1ED9AE}"/>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952" cy="914400"/>
          </a:xfrm>
          <a:prstGeom prst="rect">
            <a:avLst/>
          </a:prstGeom>
        </p:spPr>
        <p:txBody>
          <a:bodyPr>
            <a:noAutofit/>
          </a:bodyPr>
          <a:lstStyle>
            <a:lvl1pPr>
              <a:defRPr>
                <a:solidFill>
                  <a:schemeClr val="bg1">
                    <a:lumMod val="75000"/>
                    <a:lumOff val="25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9144000" cy="5486399"/>
          </a:xfrm>
        </p:spPr>
        <p:txBody>
          <a:bodyPr anchor="t">
            <a:noAutofit/>
          </a:bodyPr>
          <a:lstStyle>
            <a:lvl1pPr marL="0" indent="0">
              <a:lnSpc>
                <a:spcPct val="90000"/>
              </a:lnSpc>
              <a:buNone/>
              <a:defRPr sz="5000" b="0" cap="all" baseline="0">
                <a:solidFill>
                  <a:schemeClr val="bg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bg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bg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bg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bg1">
                    <a:lumMod val="75000"/>
                    <a:lumOff val="25000"/>
                  </a:schemeClr>
                </a:solidFill>
                <a:latin typeface="+mj-lt"/>
                <a:ea typeface="Batang" panose="02030600000101010101" pitchFamily="18" charset="-12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2719884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bg2"/>
        </a:solidFill>
        <a:effectLst/>
      </p:bgPr>
    </p:bg>
    <p:spTree>
      <p:nvGrpSpPr>
        <p:cNvPr id="1" name=""/>
        <p:cNvGrpSpPr/>
        <p:nvPr/>
      </p:nvGrpSpPr>
      <p:grpSpPr>
        <a:xfrm>
          <a:off x="0" y="0"/>
          <a:ext cx="0" cy="0"/>
          <a:chOff x="0" y="0"/>
          <a:chExt cx="0" cy="0"/>
        </a:xfrm>
      </p:grpSpPr>
      <p:grpSp>
        <p:nvGrpSpPr>
          <p:cNvPr id="101" name="Group 100">
            <a:extLst>
              <a:ext uri="{FF2B5EF4-FFF2-40B4-BE49-F238E27FC236}">
                <a16:creationId xmlns:a16="http://schemas.microsoft.com/office/drawing/2014/main" id="{E21DD9B6-52E0-7169-7976-70CDEAC828D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102" name="Group 101">
              <a:extLst>
                <a:ext uri="{FF2B5EF4-FFF2-40B4-BE49-F238E27FC236}">
                  <a16:creationId xmlns:a16="http://schemas.microsoft.com/office/drawing/2014/main" id="{B03227F6-7039-B94F-5997-1E17787AFC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06" name="Straight Connector 105">
                <a:extLst>
                  <a:ext uri="{FF2B5EF4-FFF2-40B4-BE49-F238E27FC236}">
                    <a16:creationId xmlns:a16="http://schemas.microsoft.com/office/drawing/2014/main" id="{558E3E8E-104E-EA41-08BF-5E318159E5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75B027AC-13FC-39C1-D473-0A3B1455E03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8" name="Rectangle 30">
                <a:extLst>
                  <a:ext uri="{FF2B5EF4-FFF2-40B4-BE49-F238E27FC236}">
                    <a16:creationId xmlns:a16="http://schemas.microsoft.com/office/drawing/2014/main" id="{B71D1F97-BF2F-7148-AB61-48B42BC257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30">
                <a:extLst>
                  <a:ext uri="{FF2B5EF4-FFF2-40B4-BE49-F238E27FC236}">
                    <a16:creationId xmlns:a16="http://schemas.microsoft.com/office/drawing/2014/main" id="{85AF10AC-3AF6-1059-BD35-B708FF8A83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a:extLst>
                <a:ext uri="{FF2B5EF4-FFF2-40B4-BE49-F238E27FC236}">
                  <a16:creationId xmlns:a16="http://schemas.microsoft.com/office/drawing/2014/main" id="{13FE67EB-BA30-8EDC-4BF6-4558CC75E4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4" name="Freeform: Shape 141">
                <a:extLst>
                  <a:ext uri="{FF2B5EF4-FFF2-40B4-BE49-F238E27FC236}">
                    <a16:creationId xmlns:a16="http://schemas.microsoft.com/office/drawing/2014/main" id="{D710C972-B401-AED7-77AF-04633FE1C9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05" name="Freeform: Shape 142">
                <a:extLst>
                  <a:ext uri="{FF2B5EF4-FFF2-40B4-BE49-F238E27FC236}">
                    <a16:creationId xmlns:a16="http://schemas.microsoft.com/office/drawing/2014/main" id="{0E8234D7-B4D9-A716-9C7B-C53935A5AD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8226552" cy="914400"/>
          </a:xfrm>
          <a:prstGeom prst="rect">
            <a:avLst/>
          </a:prstGeom>
        </p:spPr>
        <p:txBody>
          <a:bodyPr>
            <a:noAutofit/>
          </a:bodyPr>
          <a:lstStyle>
            <a:lvl1pPr>
              <a:defRPr>
                <a:solidFill>
                  <a:schemeClr val="tx1">
                    <a:lumMod val="75000"/>
                    <a:lumOff val="25000"/>
                  </a:schemeClr>
                </a:solidFill>
                <a:latin typeface="+mj-lt"/>
              </a:defRPr>
            </a:lvl1pPr>
          </a:lstStyle>
          <a:p>
            <a:r>
              <a:rPr lang="en-US" dirty="0"/>
              <a:t>Click to edit Master title style</a:t>
            </a:r>
          </a:p>
        </p:txBody>
      </p:sp>
      <p:sp>
        <p:nvSpPr>
          <p:cNvPr id="6" name="Content Placeholder 6">
            <a:extLst>
              <a:ext uri="{FF2B5EF4-FFF2-40B4-BE49-F238E27FC236}">
                <a16:creationId xmlns:a16="http://schemas.microsoft.com/office/drawing/2014/main" id="{FC17A020-D6A3-77F7-85C7-53BE80D9026D}"/>
              </a:ext>
            </a:extLst>
          </p:cNvPr>
          <p:cNvSpPr>
            <a:spLocks noGrp="1"/>
          </p:cNvSpPr>
          <p:nvPr>
            <p:ph sz="quarter" idx="13" hasCustomPrompt="1"/>
          </p:nvPr>
        </p:nvSpPr>
        <p:spPr>
          <a:xfrm>
            <a:off x="609600" y="685800"/>
            <a:ext cx="8229600" cy="5486399"/>
          </a:xfrm>
        </p:spPr>
        <p:txBody>
          <a:bodyPr anchor="ctr">
            <a:noAutofit/>
          </a:bodyPr>
          <a:lstStyle>
            <a:lvl1pPr marL="0" indent="0">
              <a:lnSpc>
                <a:spcPct val="90000"/>
              </a:lnSpc>
              <a:buNone/>
              <a:defRPr sz="5000" b="0" cap="all" baseline="0">
                <a:solidFill>
                  <a:schemeClr val="tx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tx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tx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tx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tx1">
                    <a:lumMod val="75000"/>
                    <a:lumOff val="25000"/>
                  </a:schemeClr>
                </a:solidFill>
                <a:latin typeface="+mj-lt"/>
                <a:ea typeface="Batang" panose="02030600000101010101" pitchFamily="18" charset="-12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751178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62BAAD8-5E23-403F-8F97-DCFB134B81A8}"/>
              </a:ext>
            </a:extLst>
          </p:cNvPr>
          <p:cNvGrpSpPr/>
          <p:nvPr/>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78DB782-5204-DE67-F9A0-4A906680A49F}"/>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9" name="Group 8">
              <a:extLst>
                <a:ext uri="{FF2B5EF4-FFF2-40B4-BE49-F238E27FC236}">
                  <a16:creationId xmlns:a16="http://schemas.microsoft.com/office/drawing/2014/main" id="{9E76D249-95D9-CBEC-64CA-3FDC7A1CE75D}"/>
                </a:ext>
              </a:extLst>
            </p:cNvPr>
            <p:cNvGrpSpPr/>
            <p:nvPr/>
          </p:nvGrpSpPr>
          <p:grpSpPr>
            <a:xfrm rot="10800000">
              <a:off x="1079500" y="952167"/>
              <a:ext cx="641184" cy="1069728"/>
              <a:chOff x="6484111" y="2967038"/>
              <a:chExt cx="641184" cy="1069728"/>
            </a:xfrm>
          </p:grpSpPr>
          <p:grpSp>
            <p:nvGrpSpPr>
              <p:cNvPr id="10" name="Group 9">
                <a:extLst>
                  <a:ext uri="{FF2B5EF4-FFF2-40B4-BE49-F238E27FC236}">
                    <a16:creationId xmlns:a16="http://schemas.microsoft.com/office/drawing/2014/main" id="{D99002E3-B8F9-2383-6644-7A34CD978308}"/>
                  </a:ext>
                </a:extLst>
              </p:cNvPr>
              <p:cNvGrpSpPr/>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2ECA2663-32CE-943D-6756-F1FBDD98A6D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F1D89AC-FE53-59CC-9C9A-D5095FCF28F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97AE4A79-7C94-350A-D123-528B8EE9361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7156A5-D641-1556-B542-155C3BCD690B}"/>
                  </a:ext>
                </a:extLst>
              </p:cNvPr>
              <p:cNvGrpSpPr/>
              <p:nvPr/>
            </p:nvGrpSpPr>
            <p:grpSpPr>
              <a:xfrm rot="18900000" flipH="1">
                <a:off x="6484111" y="3104366"/>
                <a:ext cx="317159" cy="932400"/>
                <a:chOff x="6808136" y="2967038"/>
                <a:chExt cx="317159" cy="932400"/>
              </a:xfrm>
            </p:grpSpPr>
            <p:sp>
              <p:nvSpPr>
                <p:cNvPr id="12" name="Freeform 68">
                  <a:extLst>
                    <a:ext uri="{FF2B5EF4-FFF2-40B4-BE49-F238E27FC236}">
                      <a16:creationId xmlns:a16="http://schemas.microsoft.com/office/drawing/2014/main" id="{9DD821AB-1AFD-00AE-F5AC-072FA2831CC5}"/>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B44CFD51-7AA3-6464-ABAC-BCABA0E25597}"/>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3F6E13E8-6620-20F1-EFC9-DCAC2774FBC8}"/>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107" cy="914400"/>
          </a:xfrm>
          <a:prstGeom prst="rect">
            <a:avLst/>
          </a:prstGeom>
        </p:spPr>
        <p:txBody>
          <a:bodyPr>
            <a:noAutofit/>
          </a:bodyPr>
          <a:lstStyle/>
          <a:p>
            <a:r>
              <a:rPr lang="en-US"/>
              <a:t>Click to edit Master title style</a:t>
            </a:r>
          </a:p>
        </p:txBody>
      </p:sp>
      <p:sp>
        <p:nvSpPr>
          <p:cNvPr id="20" name="Content Placeholder 19">
            <a:extLst>
              <a:ext uri="{FF2B5EF4-FFF2-40B4-BE49-F238E27FC236}">
                <a16:creationId xmlns:a16="http://schemas.microsoft.com/office/drawing/2014/main" id="{9C628F80-5DEA-8C31-B904-3BC56FDFF696}"/>
              </a:ext>
            </a:extLst>
          </p:cNvPr>
          <p:cNvSpPr>
            <a:spLocks noGrp="1"/>
          </p:cNvSpPr>
          <p:nvPr>
            <p:ph sz="quarter" idx="14" hasCustomPrompt="1"/>
          </p:nvPr>
        </p:nvSpPr>
        <p:spPr>
          <a:xfrm>
            <a:off x="612775" y="650875"/>
            <a:ext cx="9139238" cy="5521325"/>
          </a:xfrm>
        </p:spPr>
        <p:txBody>
          <a:bodyPr anchor="b"/>
          <a:lstStyle>
            <a:lvl1pPr>
              <a:lnSpc>
                <a:spcPct val="90000"/>
              </a:lnSpc>
              <a:defRPr sz="5000" cap="all" baseline="0">
                <a:solidFill>
                  <a:schemeClr val="tx1">
                    <a:lumMod val="75000"/>
                    <a:lumOff val="25000"/>
                  </a:schemeClr>
                </a:solidFill>
                <a:latin typeface="+mj-lt"/>
              </a:defRPr>
            </a:lvl1pPr>
            <a:lvl2pPr>
              <a:lnSpc>
                <a:spcPct val="90000"/>
              </a:lnSpc>
              <a:defRPr sz="5000" cap="all" baseline="0">
                <a:solidFill>
                  <a:schemeClr val="tx1">
                    <a:lumMod val="75000"/>
                    <a:lumOff val="25000"/>
                  </a:schemeClr>
                </a:solidFill>
                <a:latin typeface="+mj-lt"/>
              </a:defRPr>
            </a:lvl2pPr>
            <a:lvl3pPr>
              <a:lnSpc>
                <a:spcPct val="90000"/>
              </a:lnSpc>
              <a:defRPr sz="5000" cap="all" baseline="0">
                <a:solidFill>
                  <a:schemeClr val="tx1">
                    <a:lumMod val="75000"/>
                    <a:lumOff val="25000"/>
                  </a:schemeClr>
                </a:solidFill>
                <a:latin typeface="+mj-lt"/>
              </a:defRPr>
            </a:lvl3pPr>
            <a:lvl4pPr>
              <a:lnSpc>
                <a:spcPct val="90000"/>
              </a:lnSpc>
              <a:defRPr sz="5000" cap="all" baseline="0">
                <a:solidFill>
                  <a:schemeClr val="tx1">
                    <a:lumMod val="75000"/>
                    <a:lumOff val="25000"/>
                  </a:schemeClr>
                </a:solidFill>
                <a:latin typeface="+mj-lt"/>
              </a:defRPr>
            </a:lvl4pPr>
            <a:lvl5pPr>
              <a:lnSpc>
                <a:spcPct val="90000"/>
              </a:lnSpc>
              <a:defRPr sz="5000" cap="all" baseline="0">
                <a:solidFill>
                  <a:schemeClr val="tx1">
                    <a:lumMod val="75000"/>
                    <a:lumOff val="25000"/>
                  </a:schemeClr>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1543796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30FA8BD-104F-B62D-9686-170237442A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8" name="Rectangle 7">
              <a:extLst>
                <a:ext uri="{FF2B5EF4-FFF2-40B4-BE49-F238E27FC236}">
                  <a16:creationId xmlns:a16="http://schemas.microsoft.com/office/drawing/2014/main" id="{68ED83C9-BFC9-A791-3662-CB404216CED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2AC42635-B2C5-71D2-D5BF-7BB171F5997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8DB8B70-A837-784C-BE01-7662C397EFB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5" name="Freeform 68">
                  <a:extLst>
                    <a:ext uri="{FF2B5EF4-FFF2-40B4-BE49-F238E27FC236}">
                      <a16:creationId xmlns:a16="http://schemas.microsoft.com/office/drawing/2014/main" id="{D944038A-4F94-C29A-5020-589829E2C3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A018A91-4BC0-5B20-4336-EE7FA90F21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4920CAFD-E512-4531-1169-ED481576AB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E3CA6F-C175-A73F-2E44-C039243F5AD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2" name="Freeform 68">
                  <a:extLst>
                    <a:ext uri="{FF2B5EF4-FFF2-40B4-BE49-F238E27FC236}">
                      <a16:creationId xmlns:a16="http://schemas.microsoft.com/office/drawing/2014/main" id="{2803DC2E-CE34-806E-D2CE-9F0121A4C3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A6A7E506-4934-4A00-8743-D201E56C20B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6D4C5F55-56C0-223F-9074-8C8EA50BA5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169920" y="4617355"/>
            <a:ext cx="5852160" cy="1545333"/>
          </a:xfrm>
          <a:prstGeom prst="rect">
            <a:avLst/>
          </a:prstGeom>
        </p:spPr>
        <p:txBody>
          <a:bodyPr anchor="ctr">
            <a:noAutofit/>
          </a:bodyPr>
          <a:lstStyle>
            <a:lvl1pPr algn="ctr">
              <a:lnSpc>
                <a:spcPct val="120000"/>
              </a:lnSpc>
              <a:defRPr sz="1800" b="0" i="0" spc="0">
                <a:solidFill>
                  <a:schemeClr val="tx1">
                    <a:lumMod val="65000"/>
                    <a:lumOff val="35000"/>
                  </a:schemeClr>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2925456"/>
          </a:xfrm>
        </p:spPr>
        <p:txBody>
          <a:bodyPr anchor="b">
            <a:noAutofit/>
          </a:bodyPr>
          <a:lstStyle>
            <a:lvl1pPr marL="164592" indent="-164592" algn="ctr">
              <a:lnSpc>
                <a:spcPct val="90000"/>
              </a:lnSpc>
              <a:spcBef>
                <a:spcPts val="0"/>
              </a:spcBef>
              <a:buNone/>
              <a:defRPr sz="4000" cap="all" baseline="0">
                <a:solidFill>
                  <a:schemeClr val="tx1">
                    <a:lumMod val="75000"/>
                    <a:lumOff val="25000"/>
                  </a:schemeClr>
                </a:solidFill>
                <a:latin typeface="+mj-lt"/>
                <a:ea typeface="Batang" panose="02030600000101010101" pitchFamily="18" charset="-127"/>
              </a:defRPr>
            </a:lvl1pPr>
          </a:lstStyle>
          <a:p>
            <a:pPr lvl="0"/>
            <a:r>
              <a:rPr lang="en-US" dirty="0"/>
              <a:t>Click to add Quote</a:t>
            </a:r>
          </a:p>
        </p:txBody>
      </p:sp>
      <p:cxnSp>
        <p:nvCxnSpPr>
          <p:cNvPr id="20" name="Straight Connector 19">
            <a:extLst>
              <a:ext uri="{FF2B5EF4-FFF2-40B4-BE49-F238E27FC236}">
                <a16:creationId xmlns:a16="http://schemas.microsoft.com/office/drawing/2014/main" id="{CDB58263-7B3B-44AD-A3FB-5F78690F9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365765"/>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224012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A4D7B3C-E2E2-A99D-707D-4A29E0F78A04}"/>
              </a:ext>
            </a:extLst>
          </p:cNvPr>
          <p:cNvGrpSpPr/>
          <p:nvPr/>
        </p:nvGrpSpPr>
        <p:grpSpPr>
          <a:xfrm flipH="1">
            <a:off x="9740417" y="457964"/>
            <a:ext cx="2227875" cy="5970551"/>
            <a:chOff x="9740417" y="457964"/>
            <a:chExt cx="2227875" cy="5970551"/>
          </a:xfrm>
        </p:grpSpPr>
        <p:grpSp>
          <p:nvGrpSpPr>
            <p:cNvPr id="14" name="Group 13">
              <a:extLst>
                <a:ext uri="{FF2B5EF4-FFF2-40B4-BE49-F238E27FC236}">
                  <a16:creationId xmlns:a16="http://schemas.microsoft.com/office/drawing/2014/main" id="{039081ED-1E4D-835D-7830-219AA69ADBE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30" name="Group 29">
                <a:extLst>
                  <a:ext uri="{FF2B5EF4-FFF2-40B4-BE49-F238E27FC236}">
                    <a16:creationId xmlns:a16="http://schemas.microsoft.com/office/drawing/2014/main" id="{87482348-118F-172A-CEC2-0BE109082A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6" name="Group 35">
                  <a:extLst>
                    <a:ext uri="{FF2B5EF4-FFF2-40B4-BE49-F238E27FC236}">
                      <a16:creationId xmlns:a16="http://schemas.microsoft.com/office/drawing/2014/main" id="{E24D7200-718C-1F03-6154-C121CE065B0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40" name="Straight Connector 39">
                    <a:extLst>
                      <a:ext uri="{FF2B5EF4-FFF2-40B4-BE49-F238E27FC236}">
                        <a16:creationId xmlns:a16="http://schemas.microsoft.com/office/drawing/2014/main" id="{92B64D78-7934-3FE5-87D9-F3A7D5D6AD6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A497D00-6369-FB97-B6F8-5A6E5F82321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2" name="Rectangle 30">
                    <a:extLst>
                      <a:ext uri="{FF2B5EF4-FFF2-40B4-BE49-F238E27FC236}">
                        <a16:creationId xmlns:a16="http://schemas.microsoft.com/office/drawing/2014/main" id="{E7E05EA8-E3B5-A489-7929-069B330E97B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0">
                    <a:extLst>
                      <a:ext uri="{FF2B5EF4-FFF2-40B4-BE49-F238E27FC236}">
                        <a16:creationId xmlns:a16="http://schemas.microsoft.com/office/drawing/2014/main" id="{1B76326D-6549-36D1-8925-974843D03D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1F73DD90-9C8D-3260-09BF-779734AD5C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8" name="Freeform: Shape 57">
                    <a:extLst>
                      <a:ext uri="{FF2B5EF4-FFF2-40B4-BE49-F238E27FC236}">
                        <a16:creationId xmlns:a16="http://schemas.microsoft.com/office/drawing/2014/main" id="{507ED09C-B71C-F301-CEBB-E4EAA116F4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9" name="Freeform: Shape 58">
                    <a:extLst>
                      <a:ext uri="{FF2B5EF4-FFF2-40B4-BE49-F238E27FC236}">
                        <a16:creationId xmlns:a16="http://schemas.microsoft.com/office/drawing/2014/main" id="{D0C5B0BC-51DA-81B3-9A19-E6FFDEC1B35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31" name="Group 30">
                <a:extLst>
                  <a:ext uri="{FF2B5EF4-FFF2-40B4-BE49-F238E27FC236}">
                    <a16:creationId xmlns:a16="http://schemas.microsoft.com/office/drawing/2014/main" id="{1F07DBFE-AC52-8CE2-60C8-996345985A3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32" name="Group 31">
                  <a:extLst>
                    <a:ext uri="{FF2B5EF4-FFF2-40B4-BE49-F238E27FC236}">
                      <a16:creationId xmlns:a16="http://schemas.microsoft.com/office/drawing/2014/main" id="{440BB012-2594-ED3D-1998-F8EFE65C0B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34" name="Freeform 68">
                    <a:extLst>
                      <a:ext uri="{FF2B5EF4-FFF2-40B4-BE49-F238E27FC236}">
                        <a16:creationId xmlns:a16="http://schemas.microsoft.com/office/drawing/2014/main" id="{2DE4023E-BC6D-AEE3-5769-908F1479B5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9">
                    <a:extLst>
                      <a:ext uri="{FF2B5EF4-FFF2-40B4-BE49-F238E27FC236}">
                        <a16:creationId xmlns:a16="http://schemas.microsoft.com/office/drawing/2014/main" id="{4806FFCC-55BD-F38B-78DA-C107F8CF77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33" name="Line 70">
                  <a:extLst>
                    <a:ext uri="{FF2B5EF4-FFF2-40B4-BE49-F238E27FC236}">
                      <a16:creationId xmlns:a16="http://schemas.microsoft.com/office/drawing/2014/main" id="{09587BBE-7BD5-0A5E-5711-CE564167CC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5" name="Group 14">
              <a:extLst>
                <a:ext uri="{FF2B5EF4-FFF2-40B4-BE49-F238E27FC236}">
                  <a16:creationId xmlns:a16="http://schemas.microsoft.com/office/drawing/2014/main" id="{AF9AFC1F-1EB3-9F87-5CDF-AE004E08D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6" name="Group 15">
                <a:extLst>
                  <a:ext uri="{FF2B5EF4-FFF2-40B4-BE49-F238E27FC236}">
                    <a16:creationId xmlns:a16="http://schemas.microsoft.com/office/drawing/2014/main" id="{48F2309A-4B72-CD70-792D-23EAFFDE6F8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6627476C-BCF0-6A4D-02A4-526DFA603B5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9D5AF189-B5B9-C29D-8E3E-EC8702F3676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62D464E-7CBA-A8C2-96A1-F54CBF232F8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C9030B14-7F34-518E-7149-0A4306370A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DCB4D896-DA64-0F12-3CA5-6161AB90C82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FB57B90-2476-D0DF-2C8B-7611AD6C9F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41">
                    <a:extLst>
                      <a:ext uri="{FF2B5EF4-FFF2-40B4-BE49-F238E27FC236}">
                        <a16:creationId xmlns:a16="http://schemas.microsoft.com/office/drawing/2014/main" id="{7F897B26-F7D8-0C81-447C-6942C7C6D0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142">
                    <a:extLst>
                      <a:ext uri="{FF2B5EF4-FFF2-40B4-BE49-F238E27FC236}">
                        <a16:creationId xmlns:a16="http://schemas.microsoft.com/office/drawing/2014/main" id="{7BEC136A-9A82-57FB-E919-71BEDCF9DED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7924E014-70E2-35E1-4035-AFE4CB40E46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8" name="Group 17">
                  <a:extLst>
                    <a:ext uri="{FF2B5EF4-FFF2-40B4-BE49-F238E27FC236}">
                      <a16:creationId xmlns:a16="http://schemas.microsoft.com/office/drawing/2014/main" id="{D9F05B2C-AB75-E3C7-905F-DDFB7661C93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4B2D29E0-A432-9BF7-4563-DA72650266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9FB0CA3B-A554-C7C6-489F-00CE622B0EB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BE41ACB0-DD9C-5E88-F826-C4E99E1F03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0" name="Title 9">
            <a:extLst>
              <a:ext uri="{FF2B5EF4-FFF2-40B4-BE49-F238E27FC236}">
                <a16:creationId xmlns:a16="http://schemas.microsoft.com/office/drawing/2014/main" id="{318DE55C-A74B-5D17-1D99-57F2DD93F3BB}"/>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bg1">
                    <a:lumMod val="75000"/>
                    <a:lumOff val="25000"/>
                  </a:schemeClr>
                </a:solidFill>
                <a:latin typeface="+mn-lt"/>
              </a:defRPr>
            </a:lvl1pPr>
          </a:lstStyle>
          <a:p>
            <a:r>
              <a:rPr lang="en-US" dirty="0"/>
              <a:t>Quote Author</a:t>
            </a:r>
          </a:p>
        </p:txBody>
      </p:sp>
      <p:sp>
        <p:nvSpPr>
          <p:cNvPr id="9" name="Content Placeholder 8">
            <a:extLst>
              <a:ext uri="{FF2B5EF4-FFF2-40B4-BE49-F238E27FC236}">
                <a16:creationId xmlns:a16="http://schemas.microsoft.com/office/drawing/2014/main" id="{E1BDC543-8F6B-6FBD-5568-8A52A08A7430}"/>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bg1">
                    <a:lumMod val="75000"/>
                    <a:lumOff val="25000"/>
                  </a:schemeClr>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8409992"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256379703"/>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67AE449-03BC-35B0-AEC3-D45692970205}"/>
              </a:ext>
            </a:extLst>
          </p:cNvPr>
          <p:cNvGrpSpPr/>
          <p:nvPr userDrawn="1"/>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08CF3E6-E425-C72A-B625-CFCF163D32A5}"/>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20" name="Group 19">
              <a:extLst>
                <a:ext uri="{FF2B5EF4-FFF2-40B4-BE49-F238E27FC236}">
                  <a16:creationId xmlns:a16="http://schemas.microsoft.com/office/drawing/2014/main" id="{45CB0A9B-08FF-70E7-543A-C060A982F2CF}"/>
                </a:ext>
              </a:extLst>
            </p:cNvPr>
            <p:cNvGrpSpPr/>
            <p:nvPr/>
          </p:nvGrpSpPr>
          <p:grpSpPr>
            <a:xfrm rot="10800000">
              <a:off x="1079500" y="952167"/>
              <a:ext cx="641184" cy="1069728"/>
              <a:chOff x="6484111" y="2967038"/>
              <a:chExt cx="641184" cy="1069728"/>
            </a:xfrm>
          </p:grpSpPr>
          <p:grpSp>
            <p:nvGrpSpPr>
              <p:cNvPr id="21" name="Group 20">
                <a:extLst>
                  <a:ext uri="{FF2B5EF4-FFF2-40B4-BE49-F238E27FC236}">
                    <a16:creationId xmlns:a16="http://schemas.microsoft.com/office/drawing/2014/main" id="{145CACDA-2DE0-21D6-B8DB-F9BC62E49AF7}"/>
                  </a:ext>
                </a:extLst>
              </p:cNvPr>
              <p:cNvGrpSpPr/>
              <p:nvPr/>
            </p:nvGrpSpPr>
            <p:grpSpPr>
              <a:xfrm>
                <a:off x="6808136" y="2967038"/>
                <a:ext cx="317159" cy="932400"/>
                <a:chOff x="6808136" y="2967038"/>
                <a:chExt cx="317159" cy="932400"/>
              </a:xfrm>
            </p:grpSpPr>
            <p:sp>
              <p:nvSpPr>
                <p:cNvPr id="26" name="Freeform 68">
                  <a:extLst>
                    <a:ext uri="{FF2B5EF4-FFF2-40B4-BE49-F238E27FC236}">
                      <a16:creationId xmlns:a16="http://schemas.microsoft.com/office/drawing/2014/main" id="{11B46CF9-4D52-6D2F-6FEA-67C5FD728C54}"/>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69">
                  <a:extLst>
                    <a:ext uri="{FF2B5EF4-FFF2-40B4-BE49-F238E27FC236}">
                      <a16:creationId xmlns:a16="http://schemas.microsoft.com/office/drawing/2014/main" id="{E3F7DC37-85A3-8DBC-5517-FC5DDD800D2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Line 70">
                  <a:extLst>
                    <a:ext uri="{FF2B5EF4-FFF2-40B4-BE49-F238E27FC236}">
                      <a16:creationId xmlns:a16="http://schemas.microsoft.com/office/drawing/2014/main" id="{FE216884-0A7A-4FBD-E4AC-20BA199D8706}"/>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2" name="Group 21">
                <a:extLst>
                  <a:ext uri="{FF2B5EF4-FFF2-40B4-BE49-F238E27FC236}">
                    <a16:creationId xmlns:a16="http://schemas.microsoft.com/office/drawing/2014/main" id="{3930D45B-64C3-F88B-4F01-D0155582FAA1}"/>
                  </a:ext>
                </a:extLst>
              </p:cNvPr>
              <p:cNvGrpSpPr/>
              <p:nvPr/>
            </p:nvGrpSpPr>
            <p:grpSpPr>
              <a:xfrm rot="18900000" flipH="1">
                <a:off x="6484111" y="3104366"/>
                <a:ext cx="317159" cy="932400"/>
                <a:chOff x="6808136" y="2967038"/>
                <a:chExt cx="317159" cy="932400"/>
              </a:xfrm>
            </p:grpSpPr>
            <p:sp>
              <p:nvSpPr>
                <p:cNvPr id="23" name="Freeform 68">
                  <a:extLst>
                    <a:ext uri="{FF2B5EF4-FFF2-40B4-BE49-F238E27FC236}">
                      <a16:creationId xmlns:a16="http://schemas.microsoft.com/office/drawing/2014/main" id="{154D7DF8-2B62-B394-8B97-0C34D9539D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302D7518-34D2-F390-F337-D7BFE83E8D7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68A249B2-F6A7-C4B8-ABD8-196C683EDA4D}"/>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1" name="Title 9">
            <a:extLst>
              <a:ext uri="{FF2B5EF4-FFF2-40B4-BE49-F238E27FC236}">
                <a16:creationId xmlns:a16="http://schemas.microsoft.com/office/drawing/2014/main" id="{5998F931-A369-4286-5D28-0D0CED7BC240}"/>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tx1">
                    <a:lumMod val="75000"/>
                    <a:lumOff val="25000"/>
                  </a:schemeClr>
                </a:solidFill>
                <a:latin typeface="+mn-lt"/>
              </a:defRPr>
            </a:lvl1pPr>
          </a:lstStyle>
          <a:p>
            <a:r>
              <a:rPr lang="en-US" dirty="0"/>
              <a:t>Quote Author</a:t>
            </a:r>
          </a:p>
        </p:txBody>
      </p:sp>
      <p:sp>
        <p:nvSpPr>
          <p:cNvPr id="8" name="Content Placeholder 8">
            <a:extLst>
              <a:ext uri="{FF2B5EF4-FFF2-40B4-BE49-F238E27FC236}">
                <a16:creationId xmlns:a16="http://schemas.microsoft.com/office/drawing/2014/main" id="{D3ED1498-0FE4-6EE1-2592-BE169CAAD957}"/>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tx1">
                    <a:lumMod val="75000"/>
                    <a:lumOff val="25000"/>
                  </a:schemeClr>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328994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1037"/>
            <a:ext cx="10963655" cy="919162"/>
          </a:xfrm>
          <a:prstGeom prst="rect">
            <a:avLst/>
          </a:prstGeom>
        </p:spPr>
        <p:txBody>
          <a:bodyPr anchor="b">
            <a:noAutofit/>
          </a:bodyPr>
          <a:lstStyle/>
          <a:p>
            <a:r>
              <a:rPr lang="en-US" dirty="0"/>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1065" y="1825625"/>
            <a:ext cx="5075237" cy="435133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6888996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13C3CA2-C6C0-82E2-7C81-4006F6A44BAF}"/>
              </a:ext>
            </a:extLst>
          </p:cNvPr>
          <p:cNvSpPr>
            <a:spLocks noGrp="1"/>
          </p:cNvSpPr>
          <p:nvPr>
            <p:ph type="title"/>
          </p:nvPr>
        </p:nvSpPr>
        <p:spPr>
          <a:xfrm>
            <a:off x="612647" y="676656"/>
            <a:ext cx="10963655" cy="919163"/>
          </a:xfrm>
          <a:prstGeom prst="rect">
            <a:avLst/>
          </a:prstGeom>
        </p:spPr>
        <p:txBody>
          <a:bodyPr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700" y="1685735"/>
            <a:ext cx="5074602"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64"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66511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903FFA5-BEAF-26BB-1ECD-2D735E8BD7DD}"/>
              </a:ext>
            </a:extLst>
          </p:cNvPr>
          <p:cNvSpPr>
            <a:spLocks noGrp="1"/>
          </p:cNvSpPr>
          <p:nvPr>
            <p:ph type="title"/>
          </p:nvPr>
        </p:nvSpPr>
        <p:spPr>
          <a:xfrm>
            <a:off x="612647" y="681036"/>
            <a:ext cx="10963655" cy="919163"/>
          </a:xfrm>
          <a:prstGeom prst="rect">
            <a:avLst/>
          </a:prstGeo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3601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8402291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C1B688C-63E7-2BFF-102C-4E3B1DCC94C7}"/>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375B801E-7C84-0C81-3226-862EED76EB2C}"/>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dirty="0"/>
              <a:t>Click to edit Master title style</a:t>
            </a:r>
          </a:p>
        </p:txBody>
      </p:sp>
      <p:sp>
        <p:nvSpPr>
          <p:cNvPr id="13" name="Text Placeholder 3">
            <a:extLst>
              <a:ext uri="{FF2B5EF4-FFF2-40B4-BE49-F238E27FC236}">
                <a16:creationId xmlns:a16="http://schemas.microsoft.com/office/drawing/2014/main" id="{6C0B5703-D4E0-53FF-A33C-315D4E49C99E}"/>
              </a:ext>
            </a:extLst>
          </p:cNvPr>
          <p:cNvSpPr>
            <a:spLocks noGrp="1"/>
          </p:cNvSpPr>
          <p:nvPr>
            <p:ph type="body" sz="half" idx="2"/>
          </p:nvPr>
        </p:nvSpPr>
        <p:spPr>
          <a:xfrm>
            <a:off x="612648" y="3046191"/>
            <a:ext cx="3654552" cy="3126009"/>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393366" cy="5486400"/>
          </a:xfrm>
        </p:spPr>
        <p:txBody>
          <a:bodyPr vert="horz" lIns="91440" tIns="45720" rIns="91440" bIns="45720" rtlCol="0" anchor="b">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958069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119A23E-A7C2-F4A1-F34A-78CDAAE39652}"/>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6E523965-95D5-2048-A337-42CF57714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81600" y="685800"/>
            <a:ext cx="6394703" cy="54864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046191"/>
            <a:ext cx="3654552" cy="3126009"/>
          </a:xfrm>
        </p:spPr>
        <p:txBody>
          <a:bodyPr anchor="t">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Picture Placeholder 13">
            <a:extLst>
              <a:ext uri="{FF2B5EF4-FFF2-40B4-BE49-F238E27FC236}">
                <a16:creationId xmlns:a16="http://schemas.microsoft.com/office/drawing/2014/main" id="{F5C634D1-455E-26F8-956F-445295F9C740}"/>
              </a:ext>
            </a:extLst>
          </p:cNvPr>
          <p:cNvSpPr>
            <a:spLocks noGrp="1"/>
          </p:cNvSpPr>
          <p:nvPr>
            <p:ph type="pic" sz="quarter" idx="15" hasCustomPrompt="1"/>
          </p:nvPr>
        </p:nvSpPr>
        <p:spPr>
          <a:xfrm>
            <a:off x="5457443" y="960120"/>
            <a:ext cx="5843016" cy="4937760"/>
          </a:xfrm>
          <a:blipFill>
            <a:blip r:embed="rId2">
              <a:alphaModFix amt="60000"/>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666360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2"/>
            <a:ext cx="9146080" cy="2250780"/>
          </a:xfrm>
          <a:prstGeom prst="rect">
            <a:avLst/>
          </a:prstGeom>
        </p:spPr>
        <p:txBody>
          <a:bodyPr anchor="b">
            <a:noAutofit/>
          </a:bodyPr>
          <a:lstStyle>
            <a:lvl1pPr>
              <a:defRPr sz="4000">
                <a:solidFill>
                  <a:schemeClr val="tx1">
                    <a:lumMod val="75000"/>
                    <a:lumOff val="25000"/>
                  </a:schemeClr>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9145953"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3" name="Straight Connector 2">
            <a:extLst>
              <a:ext uri="{FF2B5EF4-FFF2-40B4-BE49-F238E27FC236}">
                <a16:creationId xmlns:a16="http://schemas.microsoft.com/office/drawing/2014/main" id="{93A21DAF-0680-3109-32D1-F2152B86C712}"/>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1AC9AAAA-FF68-58B0-6AD3-81DAA78B9D79}"/>
              </a:ext>
            </a:extLst>
          </p:cNvPr>
          <p:cNvGrpSpPr/>
          <p:nvPr userDrawn="1"/>
        </p:nvGrpSpPr>
        <p:grpSpPr>
          <a:xfrm flipH="1">
            <a:off x="10414450" y="651327"/>
            <a:ext cx="698051" cy="1372591"/>
            <a:chOff x="1079500" y="649304"/>
            <a:chExt cx="698051" cy="1372591"/>
          </a:xfrm>
        </p:grpSpPr>
        <p:sp>
          <p:nvSpPr>
            <p:cNvPr id="9" name="Oval 8">
              <a:extLst>
                <a:ext uri="{FF2B5EF4-FFF2-40B4-BE49-F238E27FC236}">
                  <a16:creationId xmlns:a16="http://schemas.microsoft.com/office/drawing/2014/main" id="{59B2EA1E-B452-6BA4-E61C-1E0C336E7707}"/>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0" name="Group 9">
              <a:extLst>
                <a:ext uri="{FF2B5EF4-FFF2-40B4-BE49-F238E27FC236}">
                  <a16:creationId xmlns:a16="http://schemas.microsoft.com/office/drawing/2014/main" id="{0DDB7CD0-2D95-5BC6-ABC1-BC54BD6C4008}"/>
                </a:ext>
              </a:extLst>
            </p:cNvPr>
            <p:cNvGrpSpPr/>
            <p:nvPr/>
          </p:nvGrpSpPr>
          <p:grpSpPr>
            <a:xfrm rot="10800000">
              <a:off x="1079500" y="952167"/>
              <a:ext cx="641184" cy="1069728"/>
              <a:chOff x="6484111" y="2967038"/>
              <a:chExt cx="641184" cy="1069728"/>
            </a:xfrm>
          </p:grpSpPr>
          <p:grpSp>
            <p:nvGrpSpPr>
              <p:cNvPr id="11" name="Group 10">
                <a:extLst>
                  <a:ext uri="{FF2B5EF4-FFF2-40B4-BE49-F238E27FC236}">
                    <a16:creationId xmlns:a16="http://schemas.microsoft.com/office/drawing/2014/main" id="{23D6FAD6-E7B1-971D-C962-F317FFDDF1A3}"/>
                  </a:ext>
                </a:extLst>
              </p:cNvPr>
              <p:cNvGrpSpPr/>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FEFA5D29-9BA3-B2B0-658F-41E3FAAA39F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F580CDFE-3C7E-D23E-EAA5-DD38817443A3}"/>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Line 70">
                  <a:extLst>
                    <a:ext uri="{FF2B5EF4-FFF2-40B4-BE49-F238E27FC236}">
                      <a16:creationId xmlns:a16="http://schemas.microsoft.com/office/drawing/2014/main" id="{667E0D1B-7B9B-7A39-6166-7AFCC9386B1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EA8D3FD9-9675-FFF0-644E-B5C1A1ECE835}"/>
                  </a:ext>
                </a:extLst>
              </p:cNvPr>
              <p:cNvGrpSpPr/>
              <p:nvPr/>
            </p:nvGrpSpPr>
            <p:grpSpPr>
              <a:xfrm rot="18900000" flipH="1">
                <a:off x="6484111" y="3104366"/>
                <a:ext cx="317159" cy="932400"/>
                <a:chOff x="6808136" y="2967038"/>
                <a:chExt cx="317159" cy="932400"/>
              </a:xfrm>
            </p:grpSpPr>
            <p:sp>
              <p:nvSpPr>
                <p:cNvPr id="13" name="Freeform 68">
                  <a:extLst>
                    <a:ext uri="{FF2B5EF4-FFF2-40B4-BE49-F238E27FC236}">
                      <a16:creationId xmlns:a16="http://schemas.microsoft.com/office/drawing/2014/main" id="{82ABA779-0915-5846-DFC5-5E96B4A9723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75B608AC-7F9B-F6BF-06DF-231BBDA3AFE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2D2E2887-1666-122F-B8DA-A4C029AAA7A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220569987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2898B5F-AB7B-74C1-BF81-2EBBA277CB0A}"/>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5AD13E4-C736-C4D0-3329-881CFA91CCF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9D7712BC-206D-B1BF-26E4-F924E900D1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B4DD0FA9-35AD-B9CB-6A43-73FB16AA4B5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B34DDA94-22F2-1094-2D3C-DBDC0C363AF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5A45A38-9585-93BE-7D81-140D05F385E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A3E11012-B90B-F52F-7684-926CA336E9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BE5AA1E3-A11C-0373-1D61-D0A9FE4617E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1D63B7A-DDB4-2C0B-1728-0D718F9E39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0E2BC7D-E4BD-1454-C098-E5EDE26963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B661F348-951D-D355-FE18-B5392C718B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8E45DB4-7A7F-E7F2-6CCB-5E6213440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2D224138-06E2-E0AF-DE3A-E57A3358CB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1AC57F7-CE8B-F99B-0F9A-7BEE21F865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BCF0D402-7FE4-9FAC-4BC6-9DD325D1BC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05FDF64-168D-467A-6A78-2FA456716E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F8D64388-EE11-3AC7-CE32-5F667F63F5A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4A27A44E-F151-2A8C-9338-9747085C3E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20BD2E44-9A02-DE19-97AB-DCFC7164C97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942C6307-1DD8-4291-5F56-1C701B3F131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AF2483-2C50-41D9-2806-86B3EA8B52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493CF191-5DDA-8462-AE83-CA01EB942E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B16DA0CF-99DB-5B26-15CE-7A5C3FF5B5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969A3741-69D5-4A00-BE22-77B52FF20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CEB8C9BA-7217-3FF0-0000-F75245E697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2EBBFD8B-2D36-E329-EB66-AF3287A585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D06447F1-9BEC-3B87-BB32-191FA43AF03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9C5EF3DE-B07E-D485-E31C-3594D9BC207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D3AFEFF8-8B08-9A6A-2ABC-B7AC1E804B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11E6C5C-E6C0-1635-8A8E-18A6C9AC44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A3E77BF5-0B00-BE87-3AF1-AC7557C235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38" name="Title 1">
            <a:extLst>
              <a:ext uri="{FF2B5EF4-FFF2-40B4-BE49-F238E27FC236}">
                <a16:creationId xmlns:a16="http://schemas.microsoft.com/office/drawing/2014/main" id="{ABDBC601-EF17-43ED-E11A-47AF443F0459}"/>
              </a:ext>
            </a:extLst>
          </p:cNvPr>
          <p:cNvSpPr>
            <a:spLocks noGrp="1"/>
          </p:cNvSpPr>
          <p:nvPr>
            <p:ph type="title"/>
          </p:nvPr>
        </p:nvSpPr>
        <p:spPr>
          <a:xfrm>
            <a:off x="612648" y="685802"/>
            <a:ext cx="8226552" cy="2250780"/>
          </a:xfrm>
          <a:prstGeom prst="rect">
            <a:avLst/>
          </a:prstGeom>
        </p:spPr>
        <p:txBody>
          <a:bodyPr anchor="b">
            <a:noAutofit/>
          </a:bodyPr>
          <a:lstStyle>
            <a:lvl1pPr>
              <a:defRPr sz="4000">
                <a:solidFill>
                  <a:schemeClr val="tx1">
                    <a:lumMod val="75000"/>
                    <a:lumOff val="25000"/>
                  </a:schemeClr>
                </a:solidFill>
              </a:defRPr>
            </a:lvl1pPr>
          </a:lstStyle>
          <a:p>
            <a:r>
              <a:rPr lang="en-US" dirty="0"/>
              <a:t>Click to edit Master title style</a:t>
            </a:r>
          </a:p>
        </p:txBody>
      </p:sp>
      <p:sp>
        <p:nvSpPr>
          <p:cNvPr id="39" name="Content Placeholder 7">
            <a:extLst>
              <a:ext uri="{FF2B5EF4-FFF2-40B4-BE49-F238E27FC236}">
                <a16:creationId xmlns:a16="http://schemas.microsoft.com/office/drawing/2014/main" id="{0FA9591D-3E3F-856B-F084-D47E87FA27B8}"/>
              </a:ext>
            </a:extLst>
          </p:cNvPr>
          <p:cNvSpPr>
            <a:spLocks noGrp="1"/>
          </p:cNvSpPr>
          <p:nvPr>
            <p:ph sz="quarter" idx="13"/>
          </p:nvPr>
        </p:nvSpPr>
        <p:spPr>
          <a:xfrm>
            <a:off x="612775" y="3429000"/>
            <a:ext cx="8226437"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409993"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2" name="Straight Connector 1">
            <a:extLst>
              <a:ext uri="{FF2B5EF4-FFF2-40B4-BE49-F238E27FC236}">
                <a16:creationId xmlns:a16="http://schemas.microsoft.com/office/drawing/2014/main" id="{4456575F-43CC-E7A8-7305-3C73B4FC75BD}"/>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76246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800"/>
            <a:ext cx="10963655" cy="801222"/>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29786"/>
            <a:ext cx="10963656" cy="4542414"/>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343955"/>
            <a:ext cx="2202644" cy="365125"/>
          </a:xfrm>
          <a:prstGeom prst="rect">
            <a:avLst/>
          </a:prstGeom>
        </p:spPr>
        <p:txBody>
          <a:bodyPr vert="horz" lIns="91440" tIns="45720" rIns="91440" bIns="45720" rtlCol="0" anchor="ctr">
            <a:noAutofit/>
          </a:bodyPr>
          <a:lstStyle>
            <a:lvl1pPr algn="l" rtl="0">
              <a:defRPr sz="1000" b="0" i="0" cap="all" baseline="0">
                <a:solidFill>
                  <a:schemeClr val="tx1">
                    <a:lumMod val="65000"/>
                    <a:lumOff val="35000"/>
                  </a:schemeClr>
                </a:solidFill>
                <a:latin typeface="+mn-lt"/>
              </a:defRPr>
            </a:lvl1pPr>
          </a:lstStyle>
          <a:p>
            <a:r>
              <a:rPr lang="en-US"/>
              <a:t>20xx	</a:t>
            </a:r>
            <a:endParaRPr lang="en-US" dirty="0"/>
          </a:p>
        </p:txBody>
      </p:sp>
      <p:sp>
        <p:nvSpPr>
          <p:cNvPr id="7" name="Footer Placeholder 6">
            <a:extLst>
              <a:ext uri="{FF2B5EF4-FFF2-40B4-BE49-F238E27FC236}">
                <a16:creationId xmlns:a16="http://schemas.microsoft.com/office/drawing/2014/main" id="{2AF5E0EC-34DA-2393-A02C-AF21DBB18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rtl="0">
              <a:defRPr sz="1200" b="0" i="0" cap="all" spc="300" baseline="0">
                <a:solidFill>
                  <a:schemeClr val="tx1">
                    <a:lumMod val="65000"/>
                    <a:lumOff val="3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Autofit/>
          </a:bodyPr>
          <a:lstStyle>
            <a:lvl1pPr algn="r" rtl="0">
              <a:defRPr sz="1000" b="0" i="0" cap="all" baseline="0">
                <a:solidFill>
                  <a:schemeClr val="tx1">
                    <a:lumMod val="65000"/>
                    <a:lumOff val="35000"/>
                  </a:schemeClr>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17197501"/>
      </p:ext>
    </p:extLst>
  </p:cSld>
  <p:clrMap bg1="lt1" tx1="dk1" bg2="lt2" tx2="dk2" accent1="accent1" accent2="accent2" accent3="accent3" accent4="accent4" accent5="accent5" accent6="accent6" hlink="hlink" folHlink="folHlink"/>
  <p:sldLayoutIdLst>
    <p:sldLayoutId id="2147484168" r:id="rId1"/>
    <p:sldLayoutId id="2147484164" r:id="rId2"/>
    <p:sldLayoutId id="2147484169" r:id="rId3"/>
    <p:sldLayoutId id="2147484170" r:id="rId4"/>
    <p:sldLayoutId id="2147484163" r:id="rId5"/>
    <p:sldLayoutId id="2147484165" r:id="rId6"/>
    <p:sldLayoutId id="2147484166" r:id="rId7"/>
    <p:sldLayoutId id="2147484167" r:id="rId8"/>
    <p:sldLayoutId id="2147484171" r:id="rId9"/>
    <p:sldLayoutId id="2147484172" r:id="rId10"/>
    <p:sldLayoutId id="2147484173" r:id="rId11"/>
    <p:sldLayoutId id="2147484174" r:id="rId12"/>
    <p:sldLayoutId id="2147484175" r:id="rId13"/>
    <p:sldLayoutId id="2147484176" r:id="rId14"/>
    <p:sldLayoutId id="2147484177" r:id="rId15"/>
    <p:sldLayoutId id="2147484178" r:id="rId16"/>
    <p:sldLayoutId id="2147484179" r:id="rId17"/>
    <p:sldLayoutId id="2147484180" r:id="rId18"/>
    <p:sldLayoutId id="2147484181" r:id="rId19"/>
    <p:sldLayoutId id="2147484182" r:id="rId20"/>
    <p:sldLayoutId id="2147484183" r:id="rId21"/>
    <p:sldLayoutId id="2147484184" r:id="rId22"/>
    <p:sldLayoutId id="2147484185" r:id="rId23"/>
    <p:sldLayoutId id="2147484186" r:id="rId24"/>
    <p:sldLayoutId id="2147484187" r:id="rId25"/>
    <p:sldLayoutId id="2147484188" r:id="rId26"/>
    <p:sldLayoutId id="2147484189" r:id="rId27"/>
    <p:sldLayoutId id="2147484190" r:id="rId28"/>
    <p:sldLayoutId id="2147484191" r:id="rId29"/>
    <p:sldLayoutId id="2147484192" r:id="rId30"/>
    <p:sldLayoutId id="2147484193" r:id="rId31"/>
    <p:sldLayoutId id="2147484194" r:id="rId32"/>
    <p:sldLayoutId id="2147484195" r:id="rId33"/>
    <p:sldLayoutId id="2147484196" r:id="rId34"/>
    <p:sldLayoutId id="2147484197" r:id="rId35"/>
    <p:sldLayoutId id="2147484198" r:id="rId36"/>
    <p:sldLayoutId id="2147484199" r:id="rId37"/>
    <p:sldLayoutId id="2147484200" r:id="rId38"/>
    <p:sldLayoutId id="2147484201" r:id="rId39"/>
    <p:sldLayoutId id="2147484202" r:id="rId40"/>
    <p:sldLayoutId id="2147484203" r:id="rId41"/>
    <p:sldLayoutId id="2147484216" r:id="rId42"/>
    <p:sldLayoutId id="2147484205" r:id="rId43"/>
    <p:sldLayoutId id="2147484206" r:id="rId44"/>
    <p:sldLayoutId id="2147484207" r:id="rId45"/>
    <p:sldLayoutId id="2147484208" r:id="rId46"/>
    <p:sldLayoutId id="2147484209" r:id="rId47"/>
    <p:sldLayoutId id="2147484210" r:id="rId48"/>
    <p:sldLayoutId id="2147484211" r:id="rId49"/>
    <p:sldLayoutId id="2147484212" r:id="rId50"/>
    <p:sldLayoutId id="2147484213" r:id="rId51"/>
    <p:sldLayoutId id="2147484214" r:id="rId52"/>
    <p:sldLayoutId id="2147484215" r:id="rId53"/>
  </p:sldLayoutIdLst>
  <p:hf sldNum="0" hdr="0" ftr="0" dt="0"/>
  <p:txStyles>
    <p:titleStyle>
      <a:lvl1pPr algn="l" defTabSz="914400" rtl="0" eaLnBrk="1" latinLnBrk="0" hangingPunct="1">
        <a:lnSpc>
          <a:spcPct val="80000"/>
        </a:lnSpc>
        <a:spcBef>
          <a:spcPct val="0"/>
        </a:spcBef>
        <a:buNone/>
        <a:defRPr sz="3200" b="0" kern="1200" cap="all" spc="0" baseline="0">
          <a:solidFill>
            <a:schemeClr val="tx1">
              <a:lumMod val="75000"/>
              <a:lumOff val="25000"/>
            </a:schemeClr>
          </a:solidFill>
          <a:latin typeface="+mj-lt"/>
          <a:ea typeface="Batang" panose="02030600000101010101" pitchFamily="18" charset="-127"/>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800" b="0" i="0" kern="1200">
          <a:solidFill>
            <a:schemeClr val="tx1">
              <a:lumMod val="65000"/>
              <a:lumOff val="35000"/>
            </a:schemeClr>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b="0" i="0" kern="1200">
          <a:solidFill>
            <a:schemeClr val="tx1">
              <a:lumMod val="65000"/>
              <a:lumOff val="35000"/>
            </a:schemeClr>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5" orient="horz" pos="2160">
          <p15:clr>
            <a:srgbClr val="F26B43"/>
          </p15:clr>
        </p15:guide>
        <p15:guide id="36" pos="3840">
          <p15:clr>
            <a:srgbClr val="F26B43"/>
          </p15:clr>
        </p15:guide>
        <p15:guide id="37" pos="7296">
          <p15:clr>
            <a:srgbClr val="F26B43"/>
          </p15:clr>
        </p15:guide>
        <p15:guide id="38"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D65D7-5AB0-4740-AACA-575C20C3436B}"/>
              </a:ext>
            </a:extLst>
          </p:cNvPr>
          <p:cNvSpPr>
            <a:spLocks noGrp="1"/>
          </p:cNvSpPr>
          <p:nvPr>
            <p:ph type="ctrTitle"/>
          </p:nvPr>
        </p:nvSpPr>
        <p:spPr>
          <a:xfrm>
            <a:off x="609600" y="2154268"/>
            <a:ext cx="4856348" cy="1731932"/>
          </a:xfrm>
        </p:spPr>
        <p:txBody>
          <a:bodyPr anchor="b">
            <a:normAutofit/>
          </a:bodyPr>
          <a:lstStyle/>
          <a:p>
            <a:r>
              <a:rPr lang="en-US"/>
              <a:t>GitHub Basic Commands Tutorial</a:t>
            </a:r>
          </a:p>
        </p:txBody>
      </p:sp>
      <p:sp>
        <p:nvSpPr>
          <p:cNvPr id="3" name="Subtitle 2">
            <a:extLst>
              <a:ext uri="{FF2B5EF4-FFF2-40B4-BE49-F238E27FC236}">
                <a16:creationId xmlns:a16="http://schemas.microsoft.com/office/drawing/2014/main" id="{0F6345D1-582D-DE32-28E1-A40B1FF951BE}"/>
              </a:ext>
            </a:extLst>
          </p:cNvPr>
          <p:cNvSpPr>
            <a:spLocks noGrp="1"/>
          </p:cNvSpPr>
          <p:nvPr>
            <p:ph type="subTitle" idx="1"/>
          </p:nvPr>
        </p:nvSpPr>
        <p:spPr>
          <a:xfrm>
            <a:off x="609600" y="4142852"/>
            <a:ext cx="4856348" cy="2029344"/>
          </a:xfrm>
        </p:spPr>
        <p:txBody>
          <a:bodyPr>
            <a:normAutofit/>
          </a:bodyPr>
          <a:lstStyle/>
          <a:p>
            <a:r>
              <a:rPr lang="en-US"/>
              <a:t>Learn essential commands for effective version control</a:t>
            </a:r>
          </a:p>
        </p:txBody>
      </p:sp>
      <p:pic>
        <p:nvPicPr>
          <p:cNvPr id="4" name="Picture 3" descr="Computer script on a screen">
            <a:extLst>
              <a:ext uri="{FF2B5EF4-FFF2-40B4-BE49-F238E27FC236}">
                <a16:creationId xmlns:a16="http://schemas.microsoft.com/office/drawing/2014/main" id="{31C2BE12-F8DA-436B-B233-AA6B2DEBBEB1}"/>
              </a:ext>
            </a:extLst>
          </p:cNvPr>
          <p:cNvPicPr>
            <a:picLocks noChangeAspect="1"/>
          </p:cNvPicPr>
          <p:nvPr/>
        </p:nvPicPr>
        <p:blipFill>
          <a:blip r:embed="rId3"/>
          <a:srcRect l="711" r="41325" b="1"/>
          <a:stretch>
            <a:fillRect/>
          </a:stretch>
        </p:blipFill>
        <p:spPr>
          <a:xfrm>
            <a:off x="6366168" y="233172"/>
            <a:ext cx="5550408" cy="6391656"/>
          </a:xfrm>
          <a:prstGeom prst="rect">
            <a:avLst/>
          </a:prstGeom>
          <a:noFill/>
        </p:spPr>
      </p:pic>
    </p:spTree>
    <p:extLst>
      <p:ext uri="{BB962C8B-B14F-4D97-AF65-F5344CB8AC3E}">
        <p14:creationId xmlns:p14="http://schemas.microsoft.com/office/powerpoint/2010/main" val="2311486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A5019-0FA9-946B-EA41-8372D066F009}"/>
              </a:ext>
            </a:extLst>
          </p:cNvPr>
          <p:cNvSpPr>
            <a:spLocks noGrp="1"/>
          </p:cNvSpPr>
          <p:nvPr>
            <p:ph type="ctrTitle"/>
          </p:nvPr>
        </p:nvSpPr>
        <p:spPr>
          <a:xfrm>
            <a:off x="612648" y="1417671"/>
            <a:ext cx="7909560" cy="4754529"/>
          </a:xfrm>
        </p:spPr>
        <p:txBody>
          <a:bodyPr anchor="b">
            <a:normAutofit/>
          </a:bodyPr>
          <a:lstStyle/>
          <a:p>
            <a:r>
              <a:rPr lang="en-US"/>
              <a:t>Introduction to GitHub and Git</a:t>
            </a:r>
          </a:p>
        </p:txBody>
      </p:sp>
    </p:spTree>
    <p:extLst>
      <p:ext uri="{BB962C8B-B14F-4D97-AF65-F5344CB8AC3E}">
        <p14:creationId xmlns:p14="http://schemas.microsoft.com/office/powerpoint/2010/main" val="18426550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51BF9-D70C-EF8F-4D87-16C082B6D66B}"/>
              </a:ext>
            </a:extLst>
          </p:cNvPr>
          <p:cNvSpPr>
            <a:spLocks noGrp="1"/>
          </p:cNvSpPr>
          <p:nvPr>
            <p:ph type="title"/>
          </p:nvPr>
        </p:nvSpPr>
        <p:spPr>
          <a:xfrm>
            <a:off x="7924800" y="671136"/>
            <a:ext cx="3657474" cy="909797"/>
          </a:xfrm>
        </p:spPr>
        <p:txBody>
          <a:bodyPr anchor="b">
            <a:normAutofit/>
          </a:bodyPr>
          <a:lstStyle/>
          <a:p>
            <a:r>
              <a:rPr lang="en-US" sz="2200"/>
              <a:t>Overview of GitHub and Version Control</a:t>
            </a:r>
          </a:p>
        </p:txBody>
      </p:sp>
      <p:pic>
        <p:nvPicPr>
          <p:cNvPr id="5" name="Content Placeholder 4" descr="Young Asian woman software developers mentor leader manager talking to executive team analyzing source code in office at night. Programmer development concept.">
            <a:extLst>
              <a:ext uri="{FF2B5EF4-FFF2-40B4-BE49-F238E27FC236}">
                <a16:creationId xmlns:a16="http://schemas.microsoft.com/office/drawing/2014/main" id="{A15EB8A8-4C0C-4F87-869F-3C69AD9EF59E}"/>
              </a:ext>
            </a:extLst>
          </p:cNvPr>
          <p:cNvPicPr>
            <a:picLocks noGrp="1" noChangeAspect="1"/>
          </p:cNvPicPr>
          <p:nvPr>
            <p:ph type="pic" sz="quarter" idx="18"/>
          </p:nvPr>
        </p:nvPicPr>
        <p:blipFill>
          <a:blip r:embed="rId3"/>
          <a:stretch/>
        </p:blipFill>
        <p:spPr>
          <a:xfrm>
            <a:off x="272796" y="1521207"/>
            <a:ext cx="6766560" cy="3806190"/>
          </a:xfrm>
          <a:prstGeom prst="rect">
            <a:avLst/>
          </a:prstGeom>
          <a:noFill/>
        </p:spPr>
      </p:pic>
      <p:sp>
        <p:nvSpPr>
          <p:cNvPr id="4" name="Content Placeholder 3">
            <a:extLst>
              <a:ext uri="{FF2B5EF4-FFF2-40B4-BE49-F238E27FC236}">
                <a16:creationId xmlns:a16="http://schemas.microsoft.com/office/drawing/2014/main" id="{3E796538-463D-597B-BE32-AC01DCE572A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924801" y="2133602"/>
            <a:ext cx="3657600" cy="3352800"/>
          </a:xfrm>
        </p:spPr>
        <p:txBody>
          <a:bodyPr>
            <a:normAutofit/>
          </a:bodyPr>
          <a:lstStyle/>
          <a:p>
            <a:pPr marL="0" indent="0">
              <a:lnSpc>
                <a:spcPct val="110000"/>
              </a:lnSpc>
              <a:spcBef>
                <a:spcPts val="2500"/>
              </a:spcBef>
              <a:buFont typeface="Arial" panose="020B0604020202020204" pitchFamily="34" charset="0"/>
              <a:buNone/>
            </a:pPr>
            <a:r>
              <a:rPr lang="en-US" sz="1200" b="1"/>
              <a:t>GitHub as Collaboration Platform</a:t>
            </a:r>
          </a:p>
          <a:p>
            <a:pPr marL="0" lvl="1" indent="0">
              <a:lnSpc>
                <a:spcPct val="110000"/>
              </a:lnSpc>
              <a:buFont typeface="Arial" panose="020B0604020202020204" pitchFamily="34" charset="0"/>
              <a:buNone/>
            </a:pPr>
            <a:r>
              <a:rPr lang="en-US" sz="1200"/>
              <a:t>GitHub hosts remote repositories and facilitates collaboration for developers using Git version control.</a:t>
            </a:r>
          </a:p>
          <a:p>
            <a:pPr marL="0" indent="0">
              <a:lnSpc>
                <a:spcPct val="110000"/>
              </a:lnSpc>
              <a:spcBef>
                <a:spcPts val="2500"/>
              </a:spcBef>
              <a:buFont typeface="Arial" panose="020B0604020202020204" pitchFamily="34" charset="0"/>
              <a:buNone/>
            </a:pPr>
            <a:r>
              <a:rPr lang="en-US" sz="1200" b="1"/>
              <a:t>Version Control Benefits</a:t>
            </a:r>
          </a:p>
          <a:p>
            <a:pPr marL="0" lvl="1" indent="0">
              <a:lnSpc>
                <a:spcPct val="110000"/>
              </a:lnSpc>
              <a:buFont typeface="Arial" panose="020B0604020202020204" pitchFamily="34" charset="0"/>
              <a:buNone/>
            </a:pPr>
            <a:r>
              <a:rPr lang="en-US" sz="1200"/>
              <a:t>Version control helps teams track code changes, manage versions, and avoid overwriting each other's work.</a:t>
            </a:r>
          </a:p>
          <a:p>
            <a:pPr marL="0" indent="0">
              <a:lnSpc>
                <a:spcPct val="110000"/>
              </a:lnSpc>
              <a:spcBef>
                <a:spcPts val="2500"/>
              </a:spcBef>
              <a:buFont typeface="Arial" panose="020B0604020202020204" pitchFamily="34" charset="0"/>
              <a:buNone/>
            </a:pPr>
            <a:r>
              <a:rPr lang="en-US" sz="1200" b="1"/>
              <a:t>Essential Git Commands</a:t>
            </a:r>
          </a:p>
          <a:p>
            <a:pPr marL="0" lvl="1" indent="0">
              <a:lnSpc>
                <a:spcPct val="110000"/>
              </a:lnSpc>
              <a:buFont typeface="Arial" panose="020B0604020202020204" pitchFamily="34" charset="0"/>
              <a:buNone/>
            </a:pPr>
            <a:r>
              <a:rPr lang="en-US" sz="1200"/>
              <a:t>Basic Git commands like init, clone, add, commit, push, and pull enable effective code management and collaboration.</a:t>
            </a:r>
          </a:p>
        </p:txBody>
      </p:sp>
    </p:spTree>
    <p:extLst>
      <p:ext uri="{BB962C8B-B14F-4D97-AF65-F5344CB8AC3E}">
        <p14:creationId xmlns:p14="http://schemas.microsoft.com/office/powerpoint/2010/main" val="4882431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3C0E-4FC8-7A77-49EE-C42D45F54F54}"/>
              </a:ext>
            </a:extLst>
          </p:cNvPr>
          <p:cNvSpPr>
            <a:spLocks noGrp="1"/>
          </p:cNvSpPr>
          <p:nvPr>
            <p:ph type="ctrTitle"/>
          </p:nvPr>
        </p:nvSpPr>
        <p:spPr>
          <a:xfrm>
            <a:off x="612648" y="1417671"/>
            <a:ext cx="7909560" cy="4754529"/>
          </a:xfrm>
        </p:spPr>
        <p:txBody>
          <a:bodyPr anchor="b">
            <a:normAutofit/>
          </a:bodyPr>
          <a:lstStyle/>
          <a:p>
            <a:r>
              <a:rPr lang="en-US"/>
              <a:t>Core Git Commands</a:t>
            </a:r>
          </a:p>
        </p:txBody>
      </p:sp>
    </p:spTree>
    <p:extLst>
      <p:ext uri="{BB962C8B-B14F-4D97-AF65-F5344CB8AC3E}">
        <p14:creationId xmlns:p14="http://schemas.microsoft.com/office/powerpoint/2010/main" val="34121373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8A25D-0F0D-DCBC-7194-5DC65C0E8B60}"/>
              </a:ext>
            </a:extLst>
          </p:cNvPr>
          <p:cNvSpPr>
            <a:spLocks noGrp="1"/>
          </p:cNvSpPr>
          <p:nvPr>
            <p:ph type="title"/>
          </p:nvPr>
        </p:nvSpPr>
        <p:spPr>
          <a:xfrm>
            <a:off x="7004302" y="685800"/>
            <a:ext cx="4572001" cy="895139"/>
          </a:xfrm>
        </p:spPr>
        <p:txBody>
          <a:bodyPr anchor="b">
            <a:normAutofit/>
          </a:bodyPr>
          <a:lstStyle/>
          <a:p>
            <a:r>
              <a:rPr lang="en-US" sz="2700"/>
              <a:t>Initializing and Cloning Repositories</a:t>
            </a:r>
          </a:p>
        </p:txBody>
      </p:sp>
      <p:pic>
        <p:nvPicPr>
          <p:cNvPr id="5" name="Content Placeholder 4" descr="Laptop, smart phone and computer service on digital background">
            <a:extLst>
              <a:ext uri="{FF2B5EF4-FFF2-40B4-BE49-F238E27FC236}">
                <a16:creationId xmlns:a16="http://schemas.microsoft.com/office/drawing/2014/main" id="{67A5826B-0730-4935-87A6-73C29F3B81EF}"/>
              </a:ext>
            </a:extLst>
          </p:cNvPr>
          <p:cNvPicPr>
            <a:picLocks noGrp="1" noChangeAspect="1"/>
          </p:cNvPicPr>
          <p:nvPr>
            <p:ph type="pic" sz="quarter" idx="18"/>
          </p:nvPr>
        </p:nvPicPr>
        <p:blipFill>
          <a:blip r:embed="rId3"/>
          <a:srcRect l="1091" r="6153" b="-3"/>
          <a:stretch>
            <a:fillRect/>
          </a:stretch>
        </p:blipFill>
        <p:spPr>
          <a:xfrm>
            <a:off x="271445" y="274320"/>
            <a:ext cx="5852160" cy="6309360"/>
          </a:xfrm>
          <a:prstGeom prst="rect">
            <a:avLst/>
          </a:prstGeom>
          <a:noFill/>
        </p:spPr>
      </p:pic>
      <p:sp>
        <p:nvSpPr>
          <p:cNvPr id="4" name="Content Placeholder 3">
            <a:extLst>
              <a:ext uri="{FF2B5EF4-FFF2-40B4-BE49-F238E27FC236}">
                <a16:creationId xmlns:a16="http://schemas.microsoft.com/office/drawing/2014/main" id="{11878E3D-ACFD-7BDB-FFA6-5A7D6AD5A4A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10400" y="2133606"/>
            <a:ext cx="4572001" cy="4038575"/>
          </a:xfrm>
        </p:spPr>
        <p:txBody>
          <a:bodyPr>
            <a:normAutofit/>
          </a:bodyPr>
          <a:lstStyle/>
          <a:p>
            <a:pPr marL="0" indent="0">
              <a:spcBef>
                <a:spcPts val="2500"/>
              </a:spcBef>
              <a:buFont typeface="Arial" panose="020B0604020202020204" pitchFamily="34" charset="0"/>
              <a:buNone/>
            </a:pPr>
            <a:r>
              <a:rPr lang="en-US" b="1"/>
              <a:t>Initializing a New Repository</a:t>
            </a:r>
          </a:p>
          <a:p>
            <a:pPr marL="0" lvl="1" indent="0">
              <a:buFont typeface="Arial" panose="020B0604020202020204" pitchFamily="34" charset="0"/>
              <a:buNone/>
            </a:pPr>
            <a:r>
              <a:t>`git init` creates a new Git repository locally, enabling version control for new projects.</a:t>
            </a:r>
            <a:endParaRPr lang="en-US"/>
          </a:p>
          <a:p>
            <a:pPr marL="0" indent="0">
              <a:spcBef>
                <a:spcPts val="2500"/>
              </a:spcBef>
              <a:buFont typeface="Arial" panose="020B0604020202020204" pitchFamily="34" charset="0"/>
              <a:buNone/>
            </a:pPr>
            <a:r>
              <a:rPr lang="en-US" b="1"/>
              <a:t>Cloning an Existing Repository</a:t>
            </a:r>
          </a:p>
          <a:p>
            <a:pPr marL="0" lvl="1" indent="0">
              <a:buFont typeface="Arial" panose="020B0604020202020204" pitchFamily="34" charset="0"/>
              <a:buNone/>
            </a:pPr>
            <a:r>
              <a:t>`git clone` copies an existing remote repository to your local machine including its history.</a:t>
            </a:r>
            <a:endParaRPr lang="en-US"/>
          </a:p>
          <a:p>
            <a:pPr marL="0" indent="0">
              <a:spcBef>
                <a:spcPts val="2500"/>
              </a:spcBef>
              <a:buFont typeface="Arial" panose="020B0604020202020204" pitchFamily="34" charset="0"/>
              <a:buNone/>
            </a:pPr>
            <a:r>
              <a:rPr lang="en-US" b="1"/>
              <a:t>Starting vs Joining Projects</a:t>
            </a:r>
          </a:p>
          <a:p>
            <a:pPr marL="0" lvl="1" indent="0">
              <a:buFont typeface="Arial" panose="020B0604020202020204" pitchFamily="34" charset="0"/>
              <a:buNone/>
            </a:pPr>
            <a:r>
              <a:t>`git init` is for new projects; `git clone` is for contributing to existing projects.</a:t>
            </a:r>
            <a:endParaRPr lang="en-US"/>
          </a:p>
        </p:txBody>
      </p:sp>
    </p:spTree>
    <p:extLst>
      <p:ext uri="{BB962C8B-B14F-4D97-AF65-F5344CB8AC3E}">
        <p14:creationId xmlns:p14="http://schemas.microsoft.com/office/powerpoint/2010/main" val="4933722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06ACC-0DA2-4E21-C3CB-E030A122E041}"/>
              </a:ext>
            </a:extLst>
          </p:cNvPr>
          <p:cNvSpPr>
            <a:spLocks noGrp="1"/>
          </p:cNvSpPr>
          <p:nvPr>
            <p:ph type="title"/>
          </p:nvPr>
        </p:nvSpPr>
        <p:spPr>
          <a:xfrm>
            <a:off x="612647" y="681037"/>
            <a:ext cx="10963655" cy="919162"/>
          </a:xfrm>
        </p:spPr>
        <p:txBody>
          <a:bodyPr anchor="b">
            <a:normAutofit/>
          </a:bodyPr>
          <a:lstStyle/>
          <a:p>
            <a:r>
              <a:rPr lang="en-US"/>
              <a:t>Staging and Committing Changes</a:t>
            </a:r>
          </a:p>
        </p:txBody>
      </p:sp>
      <p:pic>
        <p:nvPicPr>
          <p:cNvPr id="5" name="Content Placeholder 4" descr="High angle shot of a creative workstation with no people">
            <a:extLst>
              <a:ext uri="{FF2B5EF4-FFF2-40B4-BE49-F238E27FC236}">
                <a16:creationId xmlns:a16="http://schemas.microsoft.com/office/drawing/2014/main" id="{CEF31B97-5317-433C-9E3B-236D5E183FEE}"/>
              </a:ext>
            </a:extLst>
          </p:cNvPr>
          <p:cNvPicPr>
            <a:picLocks noGrp="1" noChangeAspect="1"/>
          </p:cNvPicPr>
          <p:nvPr>
            <p:ph sz="quarter" idx="15"/>
          </p:nvPr>
        </p:nvPicPr>
        <p:blipFill>
          <a:blip r:embed="rId3"/>
          <a:srcRect l="8542" r="10985" b="2"/>
          <a:stretch>
            <a:fillRect/>
          </a:stretch>
        </p:blipFill>
        <p:spPr>
          <a:xfrm>
            <a:off x="612775" y="1825625"/>
            <a:ext cx="5074920" cy="4351338"/>
          </a:xfrm>
          <a:prstGeom prst="rect">
            <a:avLst/>
          </a:prstGeom>
          <a:noFill/>
        </p:spPr>
      </p:pic>
      <p:sp>
        <p:nvSpPr>
          <p:cNvPr id="4" name="Content Placeholder 3">
            <a:extLst>
              <a:ext uri="{FF2B5EF4-FFF2-40B4-BE49-F238E27FC236}">
                <a16:creationId xmlns:a16="http://schemas.microsoft.com/office/drawing/2014/main" id="{A7DE1EB1-0796-1622-8730-BEB2C5979DAB}"/>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01065" y="1825625"/>
            <a:ext cx="5075237" cy="4351338"/>
          </a:xfrm>
        </p:spPr>
        <p:txBody>
          <a:bodyPr>
            <a:normAutofit/>
          </a:bodyPr>
          <a:lstStyle/>
          <a:p>
            <a:pPr marL="0" indent="0">
              <a:spcBef>
                <a:spcPts val="2500"/>
              </a:spcBef>
              <a:buFont typeface="Arial" panose="020B0604020202020204" pitchFamily="34" charset="0"/>
              <a:buNone/>
            </a:pPr>
            <a:r>
              <a:rPr lang="en-US" b="1"/>
              <a:t>Staging Changes</a:t>
            </a:r>
          </a:p>
          <a:p>
            <a:pPr marL="0" lvl="1" indent="0">
              <a:buFont typeface="Arial" panose="020B0604020202020204" pitchFamily="34" charset="0"/>
              <a:buNone/>
            </a:pPr>
            <a:r>
              <a:t>Use the git add command to stage individual or multiple files, preparing them for commit.</a:t>
            </a:r>
            <a:endParaRPr lang="en-US"/>
          </a:p>
          <a:p>
            <a:pPr marL="0" indent="0">
              <a:spcBef>
                <a:spcPts val="2500"/>
              </a:spcBef>
              <a:buFont typeface="Arial" panose="020B0604020202020204" pitchFamily="34" charset="0"/>
              <a:buNone/>
            </a:pPr>
            <a:r>
              <a:rPr lang="en-US" b="1"/>
              <a:t>Committing Changes</a:t>
            </a:r>
          </a:p>
          <a:p>
            <a:pPr marL="0" lvl="1" indent="0">
              <a:buFont typeface="Arial" panose="020B0604020202020204" pitchFamily="34" charset="0"/>
              <a:buNone/>
            </a:pPr>
            <a:r>
              <a:t>Commit saves a snapshot of staged changes in the repository with a descriptive message.</a:t>
            </a:r>
            <a:endParaRPr lang="en-US"/>
          </a:p>
          <a:p>
            <a:pPr marL="0" indent="0">
              <a:spcBef>
                <a:spcPts val="2500"/>
              </a:spcBef>
              <a:buFont typeface="Arial" panose="020B0604020202020204" pitchFamily="34" charset="0"/>
              <a:buNone/>
            </a:pPr>
            <a:r>
              <a:rPr lang="en-US" b="1"/>
              <a:t>Project History Management</a:t>
            </a:r>
          </a:p>
          <a:p>
            <a:pPr marL="0" lvl="1" indent="0">
              <a:buFont typeface="Arial" panose="020B0604020202020204" pitchFamily="34" charset="0"/>
              <a:buNone/>
            </a:pPr>
            <a:r>
              <a:t>Staging and committing help maintain an organized, trackable project history for review and reversion.</a:t>
            </a:r>
            <a:endParaRPr lang="en-US"/>
          </a:p>
        </p:txBody>
      </p:sp>
    </p:spTree>
    <p:extLst>
      <p:ext uri="{BB962C8B-B14F-4D97-AF65-F5344CB8AC3E}">
        <p14:creationId xmlns:p14="http://schemas.microsoft.com/office/powerpoint/2010/main" val="18088596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81B34-8896-1131-F254-63885E35E1C9}"/>
              </a:ext>
            </a:extLst>
          </p:cNvPr>
          <p:cNvSpPr>
            <a:spLocks noGrp="1"/>
          </p:cNvSpPr>
          <p:nvPr>
            <p:ph type="title"/>
          </p:nvPr>
        </p:nvSpPr>
        <p:spPr>
          <a:xfrm>
            <a:off x="612647" y="681037"/>
            <a:ext cx="10963655" cy="919162"/>
          </a:xfrm>
        </p:spPr>
        <p:txBody>
          <a:bodyPr anchor="b">
            <a:normAutofit/>
          </a:bodyPr>
          <a:lstStyle/>
          <a:p>
            <a:r>
              <a:rPr lang="en-US"/>
              <a:t>Synchronizing with Remote Repositories</a:t>
            </a:r>
          </a:p>
        </p:txBody>
      </p:sp>
      <p:pic>
        <p:nvPicPr>
          <p:cNvPr id="5" name="Content Placeholder 4" descr="Digital concept which shows abstract network and concept of security optimization and internet technology  ">
            <a:extLst>
              <a:ext uri="{FF2B5EF4-FFF2-40B4-BE49-F238E27FC236}">
                <a16:creationId xmlns:a16="http://schemas.microsoft.com/office/drawing/2014/main" id="{B47F82C4-A4D8-4541-AC1A-616ED1B128AC}"/>
              </a:ext>
            </a:extLst>
          </p:cNvPr>
          <p:cNvPicPr>
            <a:picLocks noGrp="1" noChangeAspect="1"/>
          </p:cNvPicPr>
          <p:nvPr>
            <p:ph sz="quarter" idx="15"/>
          </p:nvPr>
        </p:nvPicPr>
        <p:blipFill>
          <a:blip r:embed="rId3"/>
          <a:srcRect l="10370" r="13821" b="1"/>
          <a:stretch>
            <a:fillRect/>
          </a:stretch>
        </p:blipFill>
        <p:spPr>
          <a:xfrm>
            <a:off x="612775" y="1825625"/>
            <a:ext cx="5074920" cy="4351338"/>
          </a:xfrm>
          <a:prstGeom prst="rect">
            <a:avLst/>
          </a:prstGeom>
          <a:noFill/>
        </p:spPr>
      </p:pic>
      <p:sp>
        <p:nvSpPr>
          <p:cNvPr id="4" name="Content Placeholder 3">
            <a:extLst>
              <a:ext uri="{FF2B5EF4-FFF2-40B4-BE49-F238E27FC236}">
                <a16:creationId xmlns:a16="http://schemas.microsoft.com/office/drawing/2014/main" id="{9E789E80-8E01-2F34-DF15-2E267A1534EE}"/>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01065" y="1825625"/>
            <a:ext cx="5075237" cy="4351338"/>
          </a:xfrm>
        </p:spPr>
        <p:txBody>
          <a:bodyPr>
            <a:normAutofit/>
          </a:bodyPr>
          <a:lstStyle/>
          <a:p>
            <a:pPr marL="0" indent="0">
              <a:spcBef>
                <a:spcPts val="2500"/>
              </a:spcBef>
              <a:buFont typeface="Arial" panose="020B0604020202020204" pitchFamily="34" charset="0"/>
              <a:buNone/>
            </a:pPr>
            <a:r>
              <a:rPr lang="en-US" b="1"/>
              <a:t>Pushing Local Commits</a:t>
            </a:r>
          </a:p>
          <a:p>
            <a:pPr marL="0" lvl="1" indent="0">
              <a:buFont typeface="Arial" panose="020B0604020202020204" pitchFamily="34" charset="0"/>
              <a:buNone/>
            </a:pPr>
            <a:r>
              <a:t>The git push command uploads local commits to the remote repository to share changes with collaborators.</a:t>
            </a:r>
            <a:endParaRPr lang="en-US"/>
          </a:p>
          <a:p>
            <a:pPr marL="0" indent="0">
              <a:spcBef>
                <a:spcPts val="2500"/>
              </a:spcBef>
              <a:buFont typeface="Arial" panose="020B0604020202020204" pitchFamily="34" charset="0"/>
              <a:buNone/>
            </a:pPr>
            <a:r>
              <a:rPr lang="en-US" b="1"/>
              <a:t>Pulling Remote Updates</a:t>
            </a:r>
          </a:p>
          <a:p>
            <a:pPr marL="0" lvl="1" indent="0">
              <a:buFont typeface="Arial" panose="020B0604020202020204" pitchFamily="34" charset="0"/>
              <a:buNone/>
            </a:pPr>
            <a:r>
              <a:t>The git pull command fetches and merges remote changes to keep the local repository up-to-date.</a:t>
            </a:r>
            <a:endParaRPr lang="en-US"/>
          </a:p>
          <a:p>
            <a:pPr marL="0" indent="0">
              <a:spcBef>
                <a:spcPts val="2500"/>
              </a:spcBef>
              <a:buFont typeface="Arial" panose="020B0604020202020204" pitchFamily="34" charset="0"/>
              <a:buNone/>
            </a:pPr>
            <a:r>
              <a:rPr lang="en-US" b="1"/>
              <a:t>Team Collaboration</a:t>
            </a:r>
          </a:p>
          <a:p>
            <a:pPr marL="0" lvl="1" indent="0">
              <a:buFont typeface="Arial" panose="020B0604020202020204" pitchFamily="34" charset="0"/>
              <a:buNone/>
            </a:pPr>
            <a:r>
              <a:t>Using push and pull commands ensures team members stay aligned and avoids code conflicts.</a:t>
            </a:r>
            <a:endParaRPr lang="en-US"/>
          </a:p>
        </p:txBody>
      </p:sp>
    </p:spTree>
    <p:extLst>
      <p:ext uri="{BB962C8B-B14F-4D97-AF65-F5344CB8AC3E}">
        <p14:creationId xmlns:p14="http://schemas.microsoft.com/office/powerpoint/2010/main" val="31989139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87572-8827-0BD9-C4C5-7E88A748C034}"/>
              </a:ext>
            </a:extLst>
          </p:cNvPr>
          <p:cNvSpPr>
            <a:spLocks noGrp="1"/>
          </p:cNvSpPr>
          <p:nvPr>
            <p:ph type="title"/>
          </p:nvPr>
        </p:nvSpPr>
        <p:spPr>
          <a:xfrm>
            <a:off x="7004302" y="685800"/>
            <a:ext cx="4572001" cy="895139"/>
          </a:xfrm>
        </p:spPr>
        <p:txBody>
          <a:bodyPr anchor="b">
            <a:normAutofit/>
          </a:bodyPr>
          <a:lstStyle/>
          <a:p>
            <a:r>
              <a:rPr lang="en-US" sz="2700"/>
              <a:t>Checking Status and Managing Branches</a:t>
            </a:r>
          </a:p>
        </p:txBody>
      </p:sp>
      <p:pic>
        <p:nvPicPr>
          <p:cNvPr id="5" name="Content Placeholder 4" descr="a programmer is debugging his code (code is mirrored horizontally)&#10;&#10;view more similar files:&#10;[url=search/portfolio/248175/?facets={%2235%22:%5B%22technology%22,%22OR%20computer%22,%22OR%20camera%22,%22OR%20internet%22%5D,%229%22:0,%2230%22:%22100%22}][img]http://www.photonullplus.de/misc/istock/istock-thumb-tech.jpg[/img][/url] [url=search/portfolio/248175/?facets={%2235%22:%5B%22job%22,%22OR%20work%22,%22OR%20messenger%22%5D,%229%22:0,%2230%22:%22100%22}][img]http://www.photonullplus.de/misc/istock/istock-thumb-jobs.jpg[/img][/url]&#10;&#10;[url=file_closeup.php?id=9924417][img]file_thumbview_approve.php?size=1&amp;id=9924417[/img][/url] [url=file_closeup.php?id=9880384][img]file_thumbview_approve.php?size=1&amp;id=9880384[/img][/url] [url=file_closeup.php?id=9880369][img]file_thumbview_approve.php?size=1&amp;id=9880369[/img][/url] [url=file_closeup.php?id=9880343][img]file_thumbview_approve.php?size=1&amp;id=9880343[/img][/url] [url=file_closeup.php?id=9880317][img]file_thumbview_approve.php?size=1&amp;id=9880317[/img][/url] [url=file_closeup.php?id=9422617][img]file_thumbview_approve.php?size=1&amp;id=9422617[/img][/url] [url=file_closeup.php?id=9422623][img]file_thumbview_approve.php?size=1&amp;id=9422623[/img][/url] [url=file_closeup.php?id=16508469][img]file_thumbview_approve.php?size=1&amp;id=16508469[/img][/url] [url=file_closeup.php?id=16863859][img]file_thumbview_approve.php?size=1&amp;id=16863859[/img][/url] [url=file_closeup.php?id=16863845][img]file_thumbview_approve.php?size=1&amp;id=16863845[/img][/url] [url=file_closeup.php?id=17323807][img]file_thumbview_approve.php?size=1&amp;id=17323807[/img][/url] [url=file_closeup.php?id=17323693][img]file_thumbview_approve.php?size=1&amp;id=17323693[/img][/url] [url=file_closeup.php?id=18279006][img]file_thumbview_approve.php?size=1&amp;id=18279006[/img][/url] [url=file_closeup.php?id=18279019][img]file_thumbview_approve.php?size=1&amp;id=18279019[/img][/url]">
            <a:extLst>
              <a:ext uri="{FF2B5EF4-FFF2-40B4-BE49-F238E27FC236}">
                <a16:creationId xmlns:a16="http://schemas.microsoft.com/office/drawing/2014/main" id="{F141EF5C-1F68-4A3F-B83A-26A05DCEF0A9}"/>
              </a:ext>
            </a:extLst>
          </p:cNvPr>
          <p:cNvPicPr>
            <a:picLocks noGrp="1" noChangeAspect="1"/>
          </p:cNvPicPr>
          <p:nvPr>
            <p:ph type="pic" sz="quarter" idx="18"/>
          </p:nvPr>
        </p:nvPicPr>
        <p:blipFill>
          <a:blip r:embed="rId3"/>
          <a:srcRect l="34418" r="3670" b="2"/>
          <a:stretch>
            <a:fillRect/>
          </a:stretch>
        </p:blipFill>
        <p:spPr>
          <a:xfrm>
            <a:off x="271445" y="274320"/>
            <a:ext cx="5852160" cy="6309360"/>
          </a:xfrm>
          <a:prstGeom prst="rect">
            <a:avLst/>
          </a:prstGeom>
          <a:noFill/>
        </p:spPr>
      </p:pic>
      <p:sp>
        <p:nvSpPr>
          <p:cNvPr id="4" name="Content Placeholder 3">
            <a:extLst>
              <a:ext uri="{FF2B5EF4-FFF2-40B4-BE49-F238E27FC236}">
                <a16:creationId xmlns:a16="http://schemas.microsoft.com/office/drawing/2014/main" id="{7E0AF9F5-11B1-20CF-BABF-E31F6DCC089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10400" y="2133606"/>
            <a:ext cx="4572001" cy="4038575"/>
          </a:xfrm>
        </p:spPr>
        <p:txBody>
          <a:bodyPr>
            <a:normAutofit/>
          </a:bodyPr>
          <a:lstStyle/>
          <a:p>
            <a:pPr marL="0" indent="0">
              <a:spcBef>
                <a:spcPts val="2500"/>
              </a:spcBef>
              <a:buFont typeface="Arial" panose="020B0604020202020204" pitchFamily="34" charset="0"/>
              <a:buNone/>
            </a:pPr>
            <a:r>
              <a:rPr lang="en-US" b="1"/>
              <a:t>Understanding Git Status</a:t>
            </a:r>
          </a:p>
          <a:p>
            <a:pPr marL="0" lvl="1" indent="0">
              <a:buFont typeface="Arial" panose="020B0604020202020204" pitchFamily="34" charset="0"/>
              <a:buNone/>
            </a:pPr>
            <a:r>
              <a:t>The git status command shows staged, unstaged, and untracked files to track what needs committing.</a:t>
            </a:r>
            <a:endParaRPr lang="en-US"/>
          </a:p>
          <a:p>
            <a:pPr marL="0" indent="0">
              <a:spcBef>
                <a:spcPts val="2500"/>
              </a:spcBef>
              <a:buFont typeface="Arial" panose="020B0604020202020204" pitchFamily="34" charset="0"/>
              <a:buNone/>
            </a:pPr>
            <a:r>
              <a:rPr lang="en-US" b="1"/>
              <a:t>Branching in Git</a:t>
            </a:r>
          </a:p>
          <a:p>
            <a:pPr marL="0" lvl="1" indent="0">
              <a:buFont typeface="Arial" panose="020B0604020202020204" pitchFamily="34" charset="0"/>
              <a:buNone/>
            </a:pPr>
            <a:r>
              <a:t>Git branching allows isolated development of new features without affecting the main codebase.</a:t>
            </a:r>
            <a:endParaRPr lang="en-US"/>
          </a:p>
          <a:p>
            <a:pPr marL="0" indent="0">
              <a:spcBef>
                <a:spcPts val="2500"/>
              </a:spcBef>
              <a:buFont typeface="Arial" panose="020B0604020202020204" pitchFamily="34" charset="0"/>
              <a:buNone/>
            </a:pPr>
            <a:r>
              <a:rPr lang="en-US" b="1"/>
              <a:t>Benefits of Branching</a:t>
            </a:r>
          </a:p>
          <a:p>
            <a:pPr marL="0" lvl="1" indent="0">
              <a:buFont typeface="Arial" panose="020B0604020202020204" pitchFamily="34" charset="0"/>
              <a:buNone/>
            </a:pPr>
            <a:r>
              <a:t>Branching supports parallel work and simplifies merging, facilitating collaboration in projects.</a:t>
            </a:r>
            <a:endParaRPr lang="en-US"/>
          </a:p>
        </p:txBody>
      </p:sp>
    </p:spTree>
    <p:extLst>
      <p:ext uri="{BB962C8B-B14F-4D97-AF65-F5344CB8AC3E}">
        <p14:creationId xmlns:p14="http://schemas.microsoft.com/office/powerpoint/2010/main" val="2744083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FFA44-BC80-2267-38B7-E656136563FA}"/>
              </a:ext>
            </a:extLst>
          </p:cNvPr>
          <p:cNvSpPr>
            <a:spLocks noGrp="1"/>
          </p:cNvSpPr>
          <p:nvPr>
            <p:ph type="ctrTitle"/>
          </p:nvPr>
        </p:nvSpPr>
        <p:spPr>
          <a:xfrm>
            <a:off x="612648" y="1417671"/>
            <a:ext cx="7909560" cy="4754529"/>
          </a:xfrm>
        </p:spPr>
        <p:txBody>
          <a:bodyPr anchor="b">
            <a:normAutofit/>
          </a:bodyPr>
          <a:lstStyle/>
          <a:p>
            <a:r>
              <a:rPr lang="en-US"/>
              <a:t>Conclusion and Best Practices</a:t>
            </a:r>
          </a:p>
        </p:txBody>
      </p:sp>
    </p:spTree>
    <p:extLst>
      <p:ext uri="{BB962C8B-B14F-4D97-AF65-F5344CB8AC3E}">
        <p14:creationId xmlns:p14="http://schemas.microsoft.com/office/powerpoint/2010/main" val="2560955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28B2E-92FA-D86D-E9BA-F20D89382F78}"/>
              </a:ext>
            </a:extLst>
          </p:cNvPr>
          <p:cNvSpPr>
            <a:spLocks noGrp="1"/>
          </p:cNvSpPr>
          <p:nvPr>
            <p:ph type="title"/>
          </p:nvPr>
        </p:nvSpPr>
        <p:spPr>
          <a:xfrm>
            <a:off x="7004302" y="685800"/>
            <a:ext cx="4572001" cy="895139"/>
          </a:xfrm>
        </p:spPr>
        <p:txBody>
          <a:bodyPr anchor="b">
            <a:normAutofit/>
          </a:bodyPr>
          <a:lstStyle/>
          <a:p>
            <a:r>
              <a:rPr lang="en-US"/>
              <a:t>Summary and Next Steps</a:t>
            </a:r>
          </a:p>
        </p:txBody>
      </p:sp>
      <p:pic>
        <p:nvPicPr>
          <p:cNvPr id="5" name="Content Placeholder 4" descr="4K Resolution">
            <a:extLst>
              <a:ext uri="{FF2B5EF4-FFF2-40B4-BE49-F238E27FC236}">
                <a16:creationId xmlns:a16="http://schemas.microsoft.com/office/drawing/2014/main" id="{51B8A5BF-769A-407D-AF83-E0DDB5027C89}"/>
              </a:ext>
            </a:extLst>
          </p:cNvPr>
          <p:cNvPicPr>
            <a:picLocks noGrp="1" noChangeAspect="1"/>
          </p:cNvPicPr>
          <p:nvPr>
            <p:ph type="pic" sz="quarter" idx="18"/>
          </p:nvPr>
        </p:nvPicPr>
        <p:blipFill>
          <a:blip r:embed="rId3"/>
          <a:srcRect l="23751" r="24076" b="1"/>
          <a:stretch>
            <a:fillRect/>
          </a:stretch>
        </p:blipFill>
        <p:spPr>
          <a:xfrm>
            <a:off x="271445" y="274320"/>
            <a:ext cx="5852160" cy="6309360"/>
          </a:xfrm>
          <a:prstGeom prst="rect">
            <a:avLst/>
          </a:prstGeom>
          <a:noFill/>
        </p:spPr>
      </p:pic>
      <p:sp>
        <p:nvSpPr>
          <p:cNvPr id="4" name="Content Placeholder 3">
            <a:extLst>
              <a:ext uri="{FF2B5EF4-FFF2-40B4-BE49-F238E27FC236}">
                <a16:creationId xmlns:a16="http://schemas.microsoft.com/office/drawing/2014/main" id="{234F193A-0C49-4B01-329F-D6568D9E909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10400" y="2133606"/>
            <a:ext cx="4572001" cy="4038575"/>
          </a:xfrm>
        </p:spPr>
        <p:txBody>
          <a:bodyPr>
            <a:normAutofit/>
          </a:bodyPr>
          <a:lstStyle/>
          <a:p>
            <a:pPr marL="0" indent="0">
              <a:spcBef>
                <a:spcPts val="2500"/>
              </a:spcBef>
              <a:buFont typeface="Arial" panose="020B0604020202020204" pitchFamily="34" charset="0"/>
              <a:buNone/>
            </a:pPr>
            <a:r>
              <a:rPr lang="en-US" b="1"/>
              <a:t>Fundamental Git Commands</a:t>
            </a:r>
          </a:p>
          <a:p>
            <a:pPr marL="0" lvl="1" indent="0">
              <a:buFont typeface="Arial" panose="020B0604020202020204" pitchFamily="34" charset="0"/>
              <a:buNone/>
            </a:pPr>
            <a:r>
              <a:t>Learned essential Git commands like init, clone, add, commit, push, pull, status, and branch for version control.</a:t>
            </a:r>
            <a:endParaRPr lang="en-US"/>
          </a:p>
          <a:p>
            <a:pPr marL="0" indent="0">
              <a:spcBef>
                <a:spcPts val="2500"/>
              </a:spcBef>
              <a:buFont typeface="Arial" panose="020B0604020202020204" pitchFamily="34" charset="0"/>
              <a:buNone/>
            </a:pPr>
            <a:r>
              <a:rPr lang="en-US" b="1"/>
              <a:t>Best Practices for Workflow</a:t>
            </a:r>
          </a:p>
          <a:p>
            <a:pPr marL="0" lvl="1" indent="0">
              <a:buFont typeface="Arial" panose="020B0604020202020204" pitchFamily="34" charset="0"/>
              <a:buNone/>
            </a:pPr>
            <a:r>
              <a:t>Writing clear commit messages, regularly pulling updates, and using branches maintain a clean and efficient workflow.</a:t>
            </a:r>
            <a:endParaRPr lang="en-US"/>
          </a:p>
          <a:p>
            <a:pPr marL="0" indent="0">
              <a:spcBef>
                <a:spcPts val="2500"/>
              </a:spcBef>
              <a:buFont typeface="Arial" panose="020B0604020202020204" pitchFamily="34" charset="0"/>
              <a:buNone/>
            </a:pPr>
            <a:r>
              <a:rPr lang="en-US" b="1"/>
              <a:t>Next Steps for Mastery</a:t>
            </a:r>
          </a:p>
          <a:p>
            <a:pPr marL="0" lvl="1" indent="0">
              <a:buFont typeface="Arial" panose="020B0604020202020204" pitchFamily="34" charset="0"/>
              <a:buNone/>
            </a:pPr>
            <a:r>
              <a:t>Explore advanced Git topics like merging branches, resolving conflicts, and using pull requests to enhance skills.</a:t>
            </a:r>
            <a:endParaRPr lang="en-US"/>
          </a:p>
        </p:txBody>
      </p:sp>
    </p:spTree>
    <p:extLst>
      <p:ext uri="{BB962C8B-B14F-4D97-AF65-F5344CB8AC3E}">
        <p14:creationId xmlns:p14="http://schemas.microsoft.com/office/powerpoint/2010/main" val="22683625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olace">
  <a:themeElements>
    <a:clrScheme name="Custom 2">
      <a:dk1>
        <a:srgbClr val="000000"/>
      </a:dk1>
      <a:lt1>
        <a:srgbClr val="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Custom 63">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ace_Copilot Layouts_win32_KO_V7" id="{158F8A01-2E5F-4A07-81BB-FE4F3C72D79D}" vid="{30D5BA39-8B68-4632-B62A-F659D871A1D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B99ED26-B189-4BA1-99D0-1112D8C2F106}">
  <ds:schemaRefs>
    <ds:schemaRef ds:uri="http://purl.org/dc/elements/1.1/"/>
    <ds:schemaRef ds:uri="http://schemas.microsoft.com/office/2006/documentManagement/types"/>
    <ds:schemaRef ds:uri="http://schemas.microsoft.com/office/infopath/2007/PartnerControls"/>
    <ds:schemaRef ds:uri="http://www.w3.org/XML/1998/namespace"/>
    <ds:schemaRef ds:uri="230e9df3-be65-4c73-a93b-d1236ebd677e"/>
    <ds:schemaRef ds:uri="http://schemas.microsoft.com/sharepoint/v3"/>
    <ds:schemaRef ds:uri="http://purl.org/dc/dcmitype/"/>
    <ds:schemaRef ds:uri="71af3243-3dd4-4a8d-8c0d-dd76da1f02a5"/>
    <ds:schemaRef ds:uri="http://purl.org/dc/terms/"/>
    <ds:schemaRef ds:uri="http://schemas.openxmlformats.org/package/2006/metadata/core-properties"/>
    <ds:schemaRef ds:uri="16c05727-aa75-4e4a-9b5f-8a80a1165891"/>
    <ds:schemaRef ds:uri="http://schemas.microsoft.com/office/2006/metadata/properties"/>
  </ds:schemaRefs>
</ds:datastoreItem>
</file>

<file path=customXml/itemProps2.xml><?xml version="1.0" encoding="utf-8"?>
<ds:datastoreItem xmlns:ds="http://schemas.openxmlformats.org/officeDocument/2006/customXml" ds:itemID="{38E339AF-67FC-4BA3-8B2E-038B3ED310D5}">
  <ds:schemaRefs>
    <ds:schemaRef ds:uri="http://schemas.microsoft.com/sharepoint/v3/contenttype/forms"/>
  </ds:schemaRefs>
</ds:datastoreItem>
</file>

<file path=customXml/itemProps3.xml><?xml version="1.0" encoding="utf-8"?>
<ds:datastoreItem xmlns:ds="http://schemas.openxmlformats.org/officeDocument/2006/customXml" ds:itemID="{3766CE19-BB35-48A2-AFDA-766E83330032}">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628</TotalTime>
  <Words>5</Words>
  <Application>Microsoft Office PowerPoint</Application>
  <PresentationFormat>Widescreen</PresentationFormat>
  <Paragraphs>3</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Solace</vt:lpstr>
      <vt:lpstr>GitHub Basic Commands Tutorial</vt:lpstr>
      <vt:lpstr>Introduction to GitHub and Git</vt:lpstr>
      <vt:lpstr>Overview of GitHub and Version Control</vt:lpstr>
      <vt:lpstr>Core Git Commands</vt:lpstr>
      <vt:lpstr>Initializing and Cloning Repositories</vt:lpstr>
      <vt:lpstr>Staging and Committing Changes</vt:lpstr>
      <vt:lpstr>Synchronizing with Remote Repositories</vt:lpstr>
      <vt:lpstr>Checking Status and Managing Branches</vt:lpstr>
      <vt:lpstr>Conclusion and Best Practices</vt:lpstr>
      <vt:lpstr>Summary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created xsi:type="dcterms:W3CDTF">2025-05-21T23:03:00Z</dcterms:created>
  <dcterms:modified xsi:type="dcterms:W3CDTF">2025-12-02T14:48:38Z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