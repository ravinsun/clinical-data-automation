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38" r:id="rId5"/>
    <p:sldId id="350" r:id="rId6"/>
    <p:sldId id="351" r:id="rId7"/>
    <p:sldId id="258" r:id="rId8"/>
    <p:sldId id="353" r:id="rId9"/>
    <p:sldId id="354" r:id="rId10"/>
    <p:sldId id="355" r:id="rId11"/>
    <p:sldId id="26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352" r:id="rId20"/>
    <p:sldId id="268" r:id="rId21"/>
  </p:sldIdLst>
  <p:sldSz cx="12192000" cy="6858000"/>
  <p:notesSz cx="6858000" cy="9144000"/>
  <p:defaultTextStyle>
    <a:defPPr>
      <a:defRPr lang="en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rp" id="{BC7F9D5B-10CF-441D-ABBB-43B77BEAB50F}">
          <p14:sldIdLst>
            <p14:sldId id="338"/>
            <p14:sldId id="350"/>
            <p14:sldId id="351"/>
            <p14:sldId id="258"/>
            <p14:sldId id="353"/>
            <p14:sldId id="354"/>
            <p14:sldId id="355"/>
            <p14:sldId id="269"/>
            <p14:sldId id="260"/>
            <p14:sldId id="261"/>
            <p14:sldId id="262"/>
            <p14:sldId id="263"/>
            <p14:sldId id="264"/>
            <p14:sldId id="265"/>
            <p14:sldId id="266"/>
            <p14:sldId id="352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3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C2EF839-73BA-031E-3BFE-E508C71AE434}" name="Annie Chang" initials="AC" userId="S::achang@bmrn.com::cc68cfe0-bb40-4bac-96b7-857b65a584dc" providerId="AD"/>
  <p188:author id="{013F999A-6C1F-249A-0342-88B00732993B}" name="Sharon Murotsune" initials="SM" userId="S::sh893431@bmrn.com::fef631f8-ab4c-4a16-b541-458ebfe5f37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118E"/>
    <a:srgbClr val="ED192E"/>
    <a:srgbClr val="4C53BE"/>
    <a:srgbClr val="363C98"/>
    <a:srgbClr val="062849"/>
    <a:srgbClr val="EC047C"/>
    <a:srgbClr val="F15029"/>
    <a:srgbClr val="263D96"/>
    <a:srgbClr val="4B4B4B"/>
    <a:srgbClr val="6456B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C969A-8900-CAA0-95EB-4A6DCBFB6F9B}" v="754" dt="2025-09-11T15:46:44.8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  <p:guide pos="732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nder  Maramamula" userId="S::ra914800@bmrn.com::4081f847-fa0d-4597-92bf-b41b1ff71513" providerId="AD" clId="Web-{49B05BFC-6DB6-095A-FA6E-023743088C15}"/>
    <pc:docChg chg="addSld delSld modSld modSection">
      <pc:chgData name="Ravinder  Maramamula" userId="S::ra914800@bmrn.com::4081f847-fa0d-4597-92bf-b41b1ff71513" providerId="AD" clId="Web-{49B05BFC-6DB6-095A-FA6E-023743088C15}" dt="2025-07-28T17:33:41.441" v="224" actId="20577"/>
      <pc:docMkLst>
        <pc:docMk/>
      </pc:docMkLst>
      <pc:sldChg chg="modSp">
        <pc:chgData name="Ravinder  Maramamula" userId="S::ra914800@bmrn.com::4081f847-fa0d-4597-92bf-b41b1ff71513" providerId="AD" clId="Web-{49B05BFC-6DB6-095A-FA6E-023743088C15}" dt="2025-07-28T17:20:14.182" v="133" actId="20577"/>
        <pc:sldMkLst>
          <pc:docMk/>
          <pc:sldMk cId="0" sldId="265"/>
        </pc:sldMkLst>
      </pc:sldChg>
      <pc:sldChg chg="modSp">
        <pc:chgData name="Ravinder  Maramamula" userId="S::ra914800@bmrn.com::4081f847-fa0d-4597-92bf-b41b1ff71513" providerId="AD" clId="Web-{49B05BFC-6DB6-095A-FA6E-023743088C15}" dt="2025-07-28T17:24:24.136" v="148" actId="20577"/>
        <pc:sldMkLst>
          <pc:docMk/>
          <pc:sldMk cId="0" sldId="266"/>
        </pc:sldMkLst>
      </pc:sldChg>
      <pc:sldChg chg="del">
        <pc:chgData name="Ravinder  Maramamula" userId="S::ra914800@bmrn.com::4081f847-fa0d-4597-92bf-b41b1ff71513" providerId="AD" clId="Web-{49B05BFC-6DB6-095A-FA6E-023743088C15}" dt="2025-07-28T12:17:42.963" v="7"/>
        <pc:sldMkLst>
          <pc:docMk/>
          <pc:sldMk cId="0" sldId="267"/>
        </pc:sldMkLst>
      </pc:sldChg>
      <pc:sldChg chg="modSp">
        <pc:chgData name="Ravinder  Maramamula" userId="S::ra914800@bmrn.com::4081f847-fa0d-4597-92bf-b41b1ff71513" providerId="AD" clId="Web-{49B05BFC-6DB6-095A-FA6E-023743088C15}" dt="2025-07-28T12:30:32.434" v="129" actId="20577"/>
        <pc:sldMkLst>
          <pc:docMk/>
          <pc:sldMk cId="0" sldId="268"/>
        </pc:sldMkLst>
      </pc:sldChg>
      <pc:sldChg chg="modSp">
        <pc:chgData name="Ravinder  Maramamula" userId="S::ra914800@bmrn.com::4081f847-fa0d-4597-92bf-b41b1ff71513" providerId="AD" clId="Web-{49B05BFC-6DB6-095A-FA6E-023743088C15}" dt="2025-07-28T12:29:56.199" v="122" actId="20577"/>
        <pc:sldMkLst>
          <pc:docMk/>
          <pc:sldMk cId="590298813" sldId="350"/>
        </pc:sldMkLst>
      </pc:sldChg>
      <pc:sldChg chg="modSp add replId">
        <pc:chgData name="Ravinder  Maramamula" userId="S::ra914800@bmrn.com::4081f847-fa0d-4597-92bf-b41b1ff71513" providerId="AD" clId="Web-{49B05BFC-6DB6-095A-FA6E-023743088C15}" dt="2025-07-28T17:33:41.441" v="224" actId="20577"/>
        <pc:sldMkLst>
          <pc:docMk/>
          <pc:sldMk cId="2057033146" sldId="352"/>
        </pc:sldMkLst>
      </pc:sldChg>
    </pc:docChg>
  </pc:docChgLst>
  <pc:docChgLst>
    <pc:chgData name="Ravinder  Maramamula" userId="4081f847-fa0d-4597-92bf-b41b1ff71513" providerId="ADAL" clId="{DCB0CDBB-A3B4-4353-90A9-695669DA0376}"/>
    <pc:docChg chg="undo redo custSel addSld delSld modSld modSection">
      <pc:chgData name="Ravinder  Maramamula" userId="4081f847-fa0d-4597-92bf-b41b1ff71513" providerId="ADAL" clId="{DCB0CDBB-A3B4-4353-90A9-695669DA0376}" dt="2025-07-24T21:01:09.085" v="231" actId="2696"/>
      <pc:docMkLst>
        <pc:docMk/>
      </pc:docMkLst>
      <pc:sldChg chg="add del">
        <pc:chgData name="Ravinder  Maramamula" userId="4081f847-fa0d-4597-92bf-b41b1ff71513" providerId="ADAL" clId="{DCB0CDBB-A3B4-4353-90A9-695669DA0376}" dt="2025-07-24T19:47:26.849" v="106" actId="47"/>
        <pc:sldMkLst>
          <pc:docMk/>
          <pc:sldMk cId="0" sldId="256"/>
        </pc:sldMkLst>
      </pc:sldChg>
      <pc:sldChg chg="add del">
        <pc:chgData name="Ravinder  Maramamula" userId="4081f847-fa0d-4597-92bf-b41b1ff71513" providerId="ADAL" clId="{DCB0CDBB-A3B4-4353-90A9-695669DA0376}" dt="2025-07-24T19:42:41.705" v="67" actId="2696"/>
        <pc:sldMkLst>
          <pc:docMk/>
          <pc:sldMk cId="0" sldId="257"/>
        </pc:sldMkLst>
      </pc:sldChg>
      <pc:sldChg chg="addSp modSp add mod">
        <pc:chgData name="Ravinder  Maramamula" userId="4081f847-fa0d-4597-92bf-b41b1ff71513" providerId="ADAL" clId="{DCB0CDBB-A3B4-4353-90A9-695669DA0376}" dt="2025-07-24T21:00:54.974" v="230" actId="1076"/>
        <pc:sldMkLst>
          <pc:docMk/>
          <pc:sldMk cId="0" sldId="258"/>
        </pc:sldMkLst>
      </pc:sldChg>
      <pc:sldChg chg="add del">
        <pc:chgData name="Ravinder  Maramamula" userId="4081f847-fa0d-4597-92bf-b41b1ff71513" providerId="ADAL" clId="{DCB0CDBB-A3B4-4353-90A9-695669DA0376}" dt="2025-07-24T19:51:33.355" v="147" actId="2696"/>
        <pc:sldMkLst>
          <pc:docMk/>
          <pc:sldMk cId="0" sldId="259"/>
        </pc:sldMkLst>
      </pc:sldChg>
      <pc:sldChg chg="add">
        <pc:chgData name="Ravinder  Maramamula" userId="4081f847-fa0d-4597-92bf-b41b1ff71513" providerId="ADAL" clId="{DCB0CDBB-A3B4-4353-90A9-695669DA0376}" dt="2025-07-24T19:42:07.976" v="66"/>
        <pc:sldMkLst>
          <pc:docMk/>
          <pc:sldMk cId="0" sldId="260"/>
        </pc:sldMkLst>
      </pc:sldChg>
      <pc:sldChg chg="modSp add mod">
        <pc:chgData name="Ravinder  Maramamula" userId="4081f847-fa0d-4597-92bf-b41b1ff71513" providerId="ADAL" clId="{DCB0CDBB-A3B4-4353-90A9-695669DA0376}" dt="2025-07-24T19:57:14.727" v="170" actId="20577"/>
        <pc:sldMkLst>
          <pc:docMk/>
          <pc:sldMk cId="0" sldId="261"/>
        </pc:sldMkLst>
      </pc:sldChg>
      <pc:sldChg chg="modSp add mod">
        <pc:chgData name="Ravinder  Maramamula" userId="4081f847-fa0d-4597-92bf-b41b1ff71513" providerId="ADAL" clId="{DCB0CDBB-A3B4-4353-90A9-695669DA0376}" dt="2025-07-24T19:57:26.043" v="181" actId="20577"/>
        <pc:sldMkLst>
          <pc:docMk/>
          <pc:sldMk cId="0" sldId="262"/>
        </pc:sldMkLst>
      </pc:sldChg>
      <pc:sldChg chg="modSp add">
        <pc:chgData name="Ravinder  Maramamula" userId="4081f847-fa0d-4597-92bf-b41b1ff71513" providerId="ADAL" clId="{DCB0CDBB-A3B4-4353-90A9-695669DA0376}" dt="2025-07-24T19:57:50.717" v="182"/>
        <pc:sldMkLst>
          <pc:docMk/>
          <pc:sldMk cId="0" sldId="263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507320287" sldId="263"/>
        </pc:sldMkLst>
      </pc:sldChg>
      <pc:sldChg chg="modSp add">
        <pc:chgData name="Ravinder  Maramamula" userId="4081f847-fa0d-4597-92bf-b41b1ff71513" providerId="ADAL" clId="{DCB0CDBB-A3B4-4353-90A9-695669DA0376}" dt="2025-07-24T19:57:50.717" v="182"/>
        <pc:sldMkLst>
          <pc:docMk/>
          <pc:sldMk cId="0" sldId="264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1296086446" sldId="264"/>
        </pc:sldMkLst>
      </pc:sldChg>
      <pc:sldChg chg="modSp add mod">
        <pc:chgData name="Ravinder  Maramamula" userId="4081f847-fa0d-4597-92bf-b41b1ff71513" providerId="ADAL" clId="{DCB0CDBB-A3B4-4353-90A9-695669DA0376}" dt="2025-07-24T19:58:50.170" v="198" actId="20577"/>
        <pc:sldMkLst>
          <pc:docMk/>
          <pc:sldMk cId="0" sldId="265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336938111" sldId="265"/>
        </pc:sldMkLst>
      </pc:sldChg>
      <pc:sldChg chg="add">
        <pc:chgData name="Ravinder  Maramamula" userId="4081f847-fa0d-4597-92bf-b41b1ff71513" providerId="ADAL" clId="{DCB0CDBB-A3B4-4353-90A9-695669DA0376}" dt="2025-07-24T19:42:07.976" v="66"/>
        <pc:sldMkLst>
          <pc:docMk/>
          <pc:sldMk cId="0" sldId="266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604506843" sldId="266"/>
        </pc:sldMkLst>
      </pc:sldChg>
      <pc:sldChg chg="add">
        <pc:chgData name="Ravinder  Maramamula" userId="4081f847-fa0d-4597-92bf-b41b1ff71513" providerId="ADAL" clId="{DCB0CDBB-A3B4-4353-90A9-695669DA0376}" dt="2025-07-24T19:42:07.976" v="66"/>
        <pc:sldMkLst>
          <pc:docMk/>
          <pc:sldMk cId="0" sldId="267"/>
        </pc:sldMkLst>
      </pc:sldChg>
      <pc:sldChg chg="modSp add mod">
        <pc:chgData name="Ravinder  Maramamula" userId="4081f847-fa0d-4597-92bf-b41b1ff71513" providerId="ADAL" clId="{DCB0CDBB-A3B4-4353-90A9-695669DA0376}" dt="2025-07-24T19:59:42.450" v="202" actId="20577"/>
        <pc:sldMkLst>
          <pc:docMk/>
          <pc:sldMk cId="0" sldId="268"/>
        </pc:sldMkLst>
      </pc:sldChg>
      <pc:sldChg chg="addSp modSp add mod">
        <pc:chgData name="Ravinder  Maramamula" userId="4081f847-fa0d-4597-92bf-b41b1ff71513" providerId="ADAL" clId="{DCB0CDBB-A3B4-4353-90A9-695669DA0376}" dt="2025-07-24T19:52:01.536" v="161" actId="20577"/>
        <pc:sldMkLst>
          <pc:docMk/>
          <pc:sldMk cId="1825834888" sldId="269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955110950" sldId="276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962654753" sldId="277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1023167388" sldId="281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1715191544" sldId="283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1977057495" sldId="284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73976385" sldId="285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1120865560" sldId="288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414616286" sldId="290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3740346528" sldId="291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1800211921" sldId="292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927668636" sldId="295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454725716" sldId="307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366100825" sldId="308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373304019" sldId="310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325557111" sldId="315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1276376304" sldId="316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4018083579" sldId="318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1875061286" sldId="320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743308659" sldId="322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218512140" sldId="323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303022351" sldId="324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1095455110" sldId="325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936912628" sldId="327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3878724591" sldId="329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1181401433" sldId="330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581704851" sldId="331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663487707" sldId="332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002181610" sldId="333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1887143601" sldId="335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886298542" sldId="336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1712388905" sldId="337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2396597185" sldId="339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3156986570" sldId="340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1545893060" sldId="341"/>
        </pc:sldMkLst>
      </pc:sldChg>
      <pc:sldChg chg="del">
        <pc:chgData name="Ravinder  Maramamula" userId="4081f847-fa0d-4597-92bf-b41b1ff71513" providerId="ADAL" clId="{DCB0CDBB-A3B4-4353-90A9-695669DA0376}" dt="2025-07-24T18:56:36.898" v="0" actId="47"/>
        <pc:sldMkLst>
          <pc:docMk/>
          <pc:sldMk cId="3117042385" sldId="349"/>
        </pc:sldMkLst>
      </pc:sldChg>
      <pc:sldChg chg="modSp mod">
        <pc:chgData name="Ravinder  Maramamula" userId="4081f847-fa0d-4597-92bf-b41b1ff71513" providerId="ADAL" clId="{DCB0CDBB-A3B4-4353-90A9-695669DA0376}" dt="2025-07-24T19:25:05.002" v="43"/>
        <pc:sldMkLst>
          <pc:docMk/>
          <pc:sldMk cId="590298813" sldId="350"/>
        </pc:sldMkLst>
      </pc:sldChg>
      <pc:sldChg chg="modSp new mod">
        <pc:chgData name="Ravinder  Maramamula" userId="4081f847-fa0d-4597-92bf-b41b1ff71513" providerId="ADAL" clId="{DCB0CDBB-A3B4-4353-90A9-695669DA0376}" dt="2025-07-24T19:43:54.797" v="105" actId="20577"/>
        <pc:sldMkLst>
          <pc:docMk/>
          <pc:sldMk cId="3269665330" sldId="351"/>
        </pc:sldMkLst>
      </pc:sldChg>
      <pc:sldChg chg="addSp delSp modSp new del mod">
        <pc:chgData name="Ravinder  Maramamula" userId="4081f847-fa0d-4597-92bf-b41b1ff71513" providerId="ADAL" clId="{DCB0CDBB-A3B4-4353-90A9-695669DA0376}" dt="2025-07-24T21:01:09.085" v="231" actId="2696"/>
        <pc:sldMkLst>
          <pc:docMk/>
          <pc:sldMk cId="566722651" sldId="352"/>
        </pc:sldMkLst>
      </pc:sldChg>
      <pc:sldChg chg="modSp new del mod">
        <pc:chgData name="Ravinder  Maramamula" userId="4081f847-fa0d-4597-92bf-b41b1ff71513" providerId="ADAL" clId="{DCB0CDBB-A3B4-4353-90A9-695669DA0376}" dt="2025-07-24T19:47:35.443" v="107" actId="47"/>
        <pc:sldMkLst>
          <pc:docMk/>
          <pc:sldMk cId="3179166262" sldId="352"/>
        </pc:sldMkLst>
      </pc:sldChg>
      <pc:sldChg chg="modSp new del mod">
        <pc:chgData name="Ravinder  Maramamula" userId="4081f847-fa0d-4597-92bf-b41b1ff71513" providerId="ADAL" clId="{DCB0CDBB-A3B4-4353-90A9-695669DA0376}" dt="2025-07-24T19:42:04.786" v="65" actId="47"/>
        <pc:sldMkLst>
          <pc:docMk/>
          <pc:sldMk cId="3260225897" sldId="353"/>
        </pc:sldMkLst>
      </pc:sldChg>
      <pc:sldChg chg="new del">
        <pc:chgData name="Ravinder  Maramamula" userId="4081f847-fa0d-4597-92bf-b41b1ff71513" providerId="ADAL" clId="{DCB0CDBB-A3B4-4353-90A9-695669DA0376}" dt="2025-07-24T19:59:13.410" v="199" actId="47"/>
        <pc:sldMkLst>
          <pc:docMk/>
          <pc:sldMk cId="2801152797" sldId="354"/>
        </pc:sldMkLst>
      </pc:sldChg>
      <pc:sldChg chg="new del">
        <pc:chgData name="Ravinder  Maramamula" userId="4081f847-fa0d-4597-92bf-b41b1ff71513" providerId="ADAL" clId="{DCB0CDBB-A3B4-4353-90A9-695669DA0376}" dt="2025-07-24T19:43:04.344" v="68" actId="2696"/>
        <pc:sldMkLst>
          <pc:docMk/>
          <pc:sldMk cId="3468233382" sldId="355"/>
        </pc:sldMkLst>
      </pc:sldChg>
      <pc:sldMasterChg chg="delSldLayout">
        <pc:chgData name="Ravinder  Maramamula" userId="4081f847-fa0d-4597-92bf-b41b1ff71513" providerId="ADAL" clId="{DCB0CDBB-A3B4-4353-90A9-695669DA0376}" dt="2025-07-24T19:47:26.849" v="106" actId="47"/>
        <pc:sldMasterMkLst>
          <pc:docMk/>
          <pc:sldMasterMk cId="605764893" sldId="2147483648"/>
        </pc:sldMasterMkLst>
        <pc:sldLayoutChg chg="del">
          <pc:chgData name="Ravinder  Maramamula" userId="4081f847-fa0d-4597-92bf-b41b1ff71513" providerId="ADAL" clId="{DCB0CDBB-A3B4-4353-90A9-695669DA0376}" dt="2025-07-24T18:56:36.898" v="0" actId="47"/>
          <pc:sldLayoutMkLst>
            <pc:docMk/>
            <pc:sldMasterMk cId="605764893" sldId="2147483648"/>
            <pc:sldLayoutMk cId="2596082259" sldId="2147483655"/>
          </pc:sldLayoutMkLst>
        </pc:sldLayoutChg>
        <pc:sldLayoutChg chg="del">
          <pc:chgData name="Ravinder  Maramamula" userId="4081f847-fa0d-4597-92bf-b41b1ff71513" providerId="ADAL" clId="{DCB0CDBB-A3B4-4353-90A9-695669DA0376}" dt="2025-07-24T18:56:36.898" v="0" actId="47"/>
          <pc:sldLayoutMkLst>
            <pc:docMk/>
            <pc:sldMasterMk cId="605764893" sldId="2147483648"/>
            <pc:sldLayoutMk cId="1936396429" sldId="2147483657"/>
          </pc:sldLayoutMkLst>
        </pc:sldLayoutChg>
        <pc:sldLayoutChg chg="del">
          <pc:chgData name="Ravinder  Maramamula" userId="4081f847-fa0d-4597-92bf-b41b1ff71513" providerId="ADAL" clId="{DCB0CDBB-A3B4-4353-90A9-695669DA0376}" dt="2025-07-24T18:56:36.898" v="0" actId="47"/>
          <pc:sldLayoutMkLst>
            <pc:docMk/>
            <pc:sldMasterMk cId="605764893" sldId="2147483648"/>
            <pc:sldLayoutMk cId="307639979" sldId="2147483658"/>
          </pc:sldLayoutMkLst>
        </pc:sldLayoutChg>
        <pc:sldLayoutChg chg="del">
          <pc:chgData name="Ravinder  Maramamula" userId="4081f847-fa0d-4597-92bf-b41b1ff71513" providerId="ADAL" clId="{DCB0CDBB-A3B4-4353-90A9-695669DA0376}" dt="2025-07-24T18:56:36.898" v="0" actId="47"/>
          <pc:sldLayoutMkLst>
            <pc:docMk/>
            <pc:sldMasterMk cId="605764893" sldId="2147483648"/>
            <pc:sldLayoutMk cId="3759242000" sldId="2147483659"/>
          </pc:sldLayoutMkLst>
        </pc:sldLayoutChg>
        <pc:sldLayoutChg chg="del">
          <pc:chgData name="Ravinder  Maramamula" userId="4081f847-fa0d-4597-92bf-b41b1ff71513" providerId="ADAL" clId="{DCB0CDBB-A3B4-4353-90A9-695669DA0376}" dt="2025-07-24T18:56:36.898" v="0" actId="47"/>
          <pc:sldLayoutMkLst>
            <pc:docMk/>
            <pc:sldMasterMk cId="605764893" sldId="2147483648"/>
            <pc:sldLayoutMk cId="312026563" sldId="2147483660"/>
          </pc:sldLayoutMkLst>
        </pc:sldLayoutChg>
        <pc:sldLayoutChg chg="del">
          <pc:chgData name="Ravinder  Maramamula" userId="4081f847-fa0d-4597-92bf-b41b1ff71513" providerId="ADAL" clId="{DCB0CDBB-A3B4-4353-90A9-695669DA0376}" dt="2025-07-24T18:56:36.898" v="0" actId="47"/>
          <pc:sldLayoutMkLst>
            <pc:docMk/>
            <pc:sldMasterMk cId="605764893" sldId="2147483648"/>
            <pc:sldLayoutMk cId="4063064963" sldId="2147483661"/>
          </pc:sldLayoutMkLst>
        </pc:sldLayoutChg>
        <pc:sldLayoutChg chg="del">
          <pc:chgData name="Ravinder  Maramamula" userId="4081f847-fa0d-4597-92bf-b41b1ff71513" providerId="ADAL" clId="{DCB0CDBB-A3B4-4353-90A9-695669DA0376}" dt="2025-07-24T18:56:36.898" v="0" actId="47"/>
          <pc:sldLayoutMkLst>
            <pc:docMk/>
            <pc:sldMasterMk cId="605764893" sldId="2147483648"/>
            <pc:sldLayoutMk cId="2484762831" sldId="2147483662"/>
          </pc:sldLayoutMkLst>
        </pc:sldLayoutChg>
        <pc:sldLayoutChg chg="del">
          <pc:chgData name="Ravinder  Maramamula" userId="4081f847-fa0d-4597-92bf-b41b1ff71513" providerId="ADAL" clId="{DCB0CDBB-A3B4-4353-90A9-695669DA0376}" dt="2025-07-24T18:56:36.898" v="0" actId="47"/>
          <pc:sldLayoutMkLst>
            <pc:docMk/>
            <pc:sldMasterMk cId="605764893" sldId="2147483648"/>
            <pc:sldLayoutMk cId="216402546" sldId="2147483667"/>
          </pc:sldLayoutMkLst>
        </pc:sldLayoutChg>
        <pc:sldLayoutChg chg="del">
          <pc:chgData name="Ravinder  Maramamula" userId="4081f847-fa0d-4597-92bf-b41b1ff71513" providerId="ADAL" clId="{DCB0CDBB-A3B4-4353-90A9-695669DA0376}" dt="2025-07-24T19:47:26.849" v="106" actId="47"/>
          <pc:sldLayoutMkLst>
            <pc:docMk/>
            <pc:sldMasterMk cId="605764893" sldId="2147483648"/>
            <pc:sldLayoutMk cId="904142093" sldId="2147483674"/>
          </pc:sldLayoutMkLst>
        </pc:sldLayoutChg>
        <pc:sldLayoutChg chg="del">
          <pc:chgData name="Ravinder  Maramamula" userId="4081f847-fa0d-4597-92bf-b41b1ff71513" providerId="ADAL" clId="{DCB0CDBB-A3B4-4353-90A9-695669DA0376}" dt="2025-07-24T18:56:36.898" v="0" actId="47"/>
          <pc:sldLayoutMkLst>
            <pc:docMk/>
            <pc:sldMasterMk cId="605764893" sldId="2147483648"/>
            <pc:sldLayoutMk cId="656968976" sldId="2147483675"/>
          </pc:sldLayoutMkLst>
        </pc:sldLayoutChg>
      </pc:sldMasterChg>
    </pc:docChg>
  </pc:docChgLst>
  <pc:docChgLst>
    <pc:chgData name="Ravinder  Maramamula" userId="S::ra914800@bmrn.com::4081f847-fa0d-4597-92bf-b41b1ff71513" providerId="AD" clId="Web-{B3E81C6C-6EE4-A71A-C321-D84399892022}"/>
    <pc:docChg chg="modSld">
      <pc:chgData name="Ravinder  Maramamula" userId="S::ra914800@bmrn.com::4081f847-fa0d-4597-92bf-b41b1ff71513" providerId="AD" clId="Web-{B3E81C6C-6EE4-A71A-C321-D84399892022}" dt="2025-07-29T14:34:59.764" v="1" actId="20577"/>
      <pc:docMkLst>
        <pc:docMk/>
      </pc:docMkLst>
      <pc:sldChg chg="modSp">
        <pc:chgData name="Ravinder  Maramamula" userId="S::ra914800@bmrn.com::4081f847-fa0d-4597-92bf-b41b1ff71513" providerId="AD" clId="Web-{B3E81C6C-6EE4-A71A-C321-D84399892022}" dt="2025-07-29T14:27:24.137" v="0" actId="20577"/>
        <pc:sldMkLst>
          <pc:docMk/>
          <pc:sldMk cId="0" sldId="258"/>
        </pc:sldMkLst>
      </pc:sldChg>
      <pc:sldChg chg="modSp">
        <pc:chgData name="Ravinder  Maramamula" userId="S::ra914800@bmrn.com::4081f847-fa0d-4597-92bf-b41b1ff71513" providerId="AD" clId="Web-{B3E81C6C-6EE4-A71A-C321-D84399892022}" dt="2025-07-29T14:34:59.764" v="1" actId="20577"/>
        <pc:sldMkLst>
          <pc:docMk/>
          <pc:sldMk cId="2057033146" sldId="352"/>
        </pc:sldMkLst>
      </pc:sldChg>
    </pc:docChg>
  </pc:docChgLst>
  <pc:docChgLst>
    <pc:chgData name="Ravinder  Maramamula" userId="S::ra914800@bmrn.com::4081f847-fa0d-4597-92bf-b41b1ff71513" providerId="AD" clId="Web-{D9910797-9350-8CDF-84C9-2476D93465EC}"/>
    <pc:docChg chg="modSld">
      <pc:chgData name="Ravinder  Maramamula" userId="S::ra914800@bmrn.com::4081f847-fa0d-4597-92bf-b41b1ff71513" providerId="AD" clId="Web-{D9910797-9350-8CDF-84C9-2476D93465EC}" dt="2025-07-29T15:50:11.163" v="2" actId="20577"/>
      <pc:docMkLst>
        <pc:docMk/>
      </pc:docMkLst>
      <pc:sldChg chg="modSp">
        <pc:chgData name="Ravinder  Maramamula" userId="S::ra914800@bmrn.com::4081f847-fa0d-4597-92bf-b41b1ff71513" providerId="AD" clId="Web-{D9910797-9350-8CDF-84C9-2476D93465EC}" dt="2025-07-29T15:50:11.163" v="2" actId="20577"/>
        <pc:sldMkLst>
          <pc:docMk/>
          <pc:sldMk cId="2187561075" sldId="338"/>
        </pc:sldMkLst>
      </pc:sldChg>
    </pc:docChg>
  </pc:docChgLst>
  <pc:docChgLst>
    <pc:chgData name="Ravinder Maramamula" userId="S::ra914800@bmrn.com::4081f847-fa0d-4597-92bf-b41b1ff71513" providerId="AD" clId="Web-{658C969A-8900-CAA0-95EB-4A6DCBFB6F9B}"/>
    <pc:docChg chg="addSld modSld modSection">
      <pc:chgData name="Ravinder Maramamula" userId="S::ra914800@bmrn.com::4081f847-fa0d-4597-92bf-b41b1ff71513" providerId="AD" clId="Web-{658C969A-8900-CAA0-95EB-4A6DCBFB6F9B}" dt="2025-09-11T15:46:42.122" v="692" actId="20577"/>
      <pc:docMkLst>
        <pc:docMk/>
      </pc:docMkLst>
      <pc:sldChg chg="modSp">
        <pc:chgData name="Ravinder Maramamula" userId="S::ra914800@bmrn.com::4081f847-fa0d-4597-92bf-b41b1ff71513" providerId="AD" clId="Web-{658C969A-8900-CAA0-95EB-4A6DCBFB6F9B}" dt="2025-09-11T14:13:13.481" v="210" actId="20577"/>
        <pc:sldMkLst>
          <pc:docMk/>
          <pc:sldMk cId="0" sldId="262"/>
        </pc:sldMkLst>
        <pc:spChg chg="mod">
          <ac:chgData name="Ravinder Maramamula" userId="S::ra914800@bmrn.com::4081f847-fa0d-4597-92bf-b41b1ff71513" providerId="AD" clId="Web-{658C969A-8900-CAA0-95EB-4A6DCBFB6F9B}" dt="2025-09-11T14:13:13.481" v="210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Ravinder Maramamula" userId="S::ra914800@bmrn.com::4081f847-fa0d-4597-92bf-b41b1ff71513" providerId="AD" clId="Web-{658C969A-8900-CAA0-95EB-4A6DCBFB6F9B}" dt="2025-09-11T14:13:00.761" v="208" actId="20577"/>
        <pc:sldMkLst>
          <pc:docMk/>
          <pc:sldMk cId="0" sldId="263"/>
        </pc:sldMkLst>
        <pc:spChg chg="mod">
          <ac:chgData name="Ravinder Maramamula" userId="S::ra914800@bmrn.com::4081f847-fa0d-4597-92bf-b41b1ff71513" providerId="AD" clId="Web-{658C969A-8900-CAA0-95EB-4A6DCBFB6F9B}" dt="2025-09-11T14:13:00.761" v="208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Ravinder Maramamula" userId="S::ra914800@bmrn.com::4081f847-fa0d-4597-92bf-b41b1ff71513" providerId="AD" clId="Web-{658C969A-8900-CAA0-95EB-4A6DCBFB6F9B}" dt="2025-09-11T14:12:42.166" v="206" actId="20577"/>
        <pc:sldMkLst>
          <pc:docMk/>
          <pc:sldMk cId="0" sldId="264"/>
        </pc:sldMkLst>
        <pc:spChg chg="mod">
          <ac:chgData name="Ravinder Maramamula" userId="S::ra914800@bmrn.com::4081f847-fa0d-4597-92bf-b41b1ff71513" providerId="AD" clId="Web-{658C969A-8900-CAA0-95EB-4A6DCBFB6F9B}" dt="2025-09-11T14:12:42.166" v="206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Ravinder Maramamula" userId="S::ra914800@bmrn.com::4081f847-fa0d-4597-92bf-b41b1ff71513" providerId="AD" clId="Web-{658C969A-8900-CAA0-95EB-4A6DCBFB6F9B}" dt="2025-09-11T14:29:52.461" v="226" actId="20577"/>
        <pc:sldMkLst>
          <pc:docMk/>
          <pc:sldMk cId="2187561075" sldId="338"/>
        </pc:sldMkLst>
        <pc:spChg chg="mod">
          <ac:chgData name="Ravinder Maramamula" userId="S::ra914800@bmrn.com::4081f847-fa0d-4597-92bf-b41b1ff71513" providerId="AD" clId="Web-{658C969A-8900-CAA0-95EB-4A6DCBFB6F9B}" dt="2025-09-11T14:29:52.461" v="226" actId="20577"/>
          <ac:spMkLst>
            <pc:docMk/>
            <pc:sldMk cId="2187561075" sldId="338"/>
            <ac:spMk id="2" creationId="{61F33FDB-E097-483D-A883-E5E4AB1CF61F}"/>
          </ac:spMkLst>
        </pc:spChg>
      </pc:sldChg>
      <pc:sldChg chg="modSp">
        <pc:chgData name="Ravinder Maramamula" userId="S::ra914800@bmrn.com::4081f847-fa0d-4597-92bf-b41b1ff71513" providerId="AD" clId="Web-{658C969A-8900-CAA0-95EB-4A6DCBFB6F9B}" dt="2025-09-11T13:10:39.328" v="17" actId="20577"/>
        <pc:sldMkLst>
          <pc:docMk/>
          <pc:sldMk cId="590298813" sldId="350"/>
        </pc:sldMkLst>
        <pc:spChg chg="mod">
          <ac:chgData name="Ravinder Maramamula" userId="S::ra914800@bmrn.com::4081f847-fa0d-4597-92bf-b41b1ff71513" providerId="AD" clId="Web-{658C969A-8900-CAA0-95EB-4A6DCBFB6F9B}" dt="2025-09-11T13:10:39.328" v="17" actId="20577"/>
          <ac:spMkLst>
            <pc:docMk/>
            <pc:sldMk cId="590298813" sldId="350"/>
            <ac:spMk id="3" creationId="{98DA5F6D-93EC-0E03-1629-E85309F24544}"/>
          </ac:spMkLst>
        </pc:spChg>
      </pc:sldChg>
      <pc:sldChg chg="delSp modSp add replId">
        <pc:chgData name="Ravinder Maramamula" userId="S::ra914800@bmrn.com::4081f847-fa0d-4597-92bf-b41b1ff71513" providerId="AD" clId="Web-{658C969A-8900-CAA0-95EB-4A6DCBFB6F9B}" dt="2025-09-11T13:45:15.898" v="106" actId="20577"/>
        <pc:sldMkLst>
          <pc:docMk/>
          <pc:sldMk cId="528881112" sldId="353"/>
        </pc:sldMkLst>
        <pc:spChg chg="mod">
          <ac:chgData name="Ravinder Maramamula" userId="S::ra914800@bmrn.com::4081f847-fa0d-4597-92bf-b41b1ff71513" providerId="AD" clId="Web-{658C969A-8900-CAA0-95EB-4A6DCBFB6F9B}" dt="2025-09-11T13:35:21.142" v="23" actId="20577"/>
          <ac:spMkLst>
            <pc:docMk/>
            <pc:sldMk cId="528881112" sldId="353"/>
            <ac:spMk id="2" creationId="{80AB522D-9E88-7A28-294C-BB5AECA3AD75}"/>
          </ac:spMkLst>
        </pc:spChg>
        <pc:spChg chg="mod">
          <ac:chgData name="Ravinder Maramamula" userId="S::ra914800@bmrn.com::4081f847-fa0d-4597-92bf-b41b1ff71513" providerId="AD" clId="Web-{658C969A-8900-CAA0-95EB-4A6DCBFB6F9B}" dt="2025-09-11T13:45:15.898" v="106" actId="20577"/>
          <ac:spMkLst>
            <pc:docMk/>
            <pc:sldMk cId="528881112" sldId="353"/>
            <ac:spMk id="3" creationId="{FC7611BC-79C6-AC8B-B097-9E15876DDE99}"/>
          </ac:spMkLst>
        </pc:spChg>
        <pc:graphicFrameChg chg="del mod modGraphic">
          <ac:chgData name="Ravinder Maramamula" userId="S::ra914800@bmrn.com::4081f847-fa0d-4597-92bf-b41b1ff71513" providerId="AD" clId="Web-{658C969A-8900-CAA0-95EB-4A6DCBFB6F9B}" dt="2025-09-11T13:39:01.682" v="37"/>
          <ac:graphicFrameMkLst>
            <pc:docMk/>
            <pc:sldMk cId="528881112" sldId="353"/>
            <ac:graphicFrameMk id="4" creationId="{7E3DC62F-9D46-9D58-721D-F7955ED5C707}"/>
          </ac:graphicFrameMkLst>
        </pc:graphicFrameChg>
      </pc:sldChg>
      <pc:sldChg chg="modSp add replId">
        <pc:chgData name="Ravinder Maramamula" userId="S::ra914800@bmrn.com::4081f847-fa0d-4597-92bf-b41b1ff71513" providerId="AD" clId="Web-{658C969A-8900-CAA0-95EB-4A6DCBFB6F9B}" dt="2025-09-11T14:14:14.065" v="220" actId="20577"/>
        <pc:sldMkLst>
          <pc:docMk/>
          <pc:sldMk cId="2622638621" sldId="354"/>
        </pc:sldMkLst>
        <pc:spChg chg="mod">
          <ac:chgData name="Ravinder Maramamula" userId="S::ra914800@bmrn.com::4081f847-fa0d-4597-92bf-b41b1ff71513" providerId="AD" clId="Web-{658C969A-8900-CAA0-95EB-4A6DCBFB6F9B}" dt="2025-09-11T14:14:14.065" v="220" actId="20577"/>
          <ac:spMkLst>
            <pc:docMk/>
            <pc:sldMk cId="2622638621" sldId="354"/>
            <ac:spMk id="2" creationId="{5C8C2224-F484-D87F-7853-6E0655279674}"/>
          </ac:spMkLst>
        </pc:spChg>
        <pc:spChg chg="mod">
          <ac:chgData name="Ravinder Maramamula" userId="S::ra914800@bmrn.com::4081f847-fa0d-4597-92bf-b41b1ff71513" providerId="AD" clId="Web-{658C969A-8900-CAA0-95EB-4A6DCBFB6F9B}" dt="2025-09-11T14:03:25.597" v="171" actId="20577"/>
          <ac:spMkLst>
            <pc:docMk/>
            <pc:sldMk cId="2622638621" sldId="354"/>
            <ac:spMk id="3" creationId="{273E0389-7425-CD95-2FC3-AEAC82CA8B75}"/>
          </ac:spMkLst>
        </pc:spChg>
      </pc:sldChg>
      <pc:sldChg chg="addSp delSp modSp add replId">
        <pc:chgData name="Ravinder Maramamula" userId="S::ra914800@bmrn.com::4081f847-fa0d-4597-92bf-b41b1ff71513" providerId="AD" clId="Web-{658C969A-8900-CAA0-95EB-4A6DCBFB6F9B}" dt="2025-09-11T15:46:42.122" v="692" actId="20577"/>
        <pc:sldMkLst>
          <pc:docMk/>
          <pc:sldMk cId="2287712017" sldId="355"/>
        </pc:sldMkLst>
        <pc:spChg chg="mod">
          <ac:chgData name="Ravinder Maramamula" userId="S::ra914800@bmrn.com::4081f847-fa0d-4597-92bf-b41b1ff71513" providerId="AD" clId="Web-{658C969A-8900-CAA0-95EB-4A6DCBFB6F9B}" dt="2025-09-11T14:14:24.597" v="222" actId="20577"/>
          <ac:spMkLst>
            <pc:docMk/>
            <pc:sldMk cId="2287712017" sldId="355"/>
            <ac:spMk id="2" creationId="{409742F4-7BAA-3FF9-C91C-CD5E9115070A}"/>
          </ac:spMkLst>
        </pc:spChg>
        <pc:spChg chg="mod">
          <ac:chgData name="Ravinder Maramamula" userId="S::ra914800@bmrn.com::4081f847-fa0d-4597-92bf-b41b1ff71513" providerId="AD" clId="Web-{658C969A-8900-CAA0-95EB-4A6DCBFB6F9B}" dt="2025-09-11T15:46:42.122" v="692" actId="20577"/>
          <ac:spMkLst>
            <pc:docMk/>
            <pc:sldMk cId="2287712017" sldId="355"/>
            <ac:spMk id="3" creationId="{7A89D4E6-F1C3-7A13-4FD7-32F3FE255E3D}"/>
          </ac:spMkLst>
        </pc:spChg>
        <pc:graphicFrameChg chg="add del mod">
          <ac:chgData name="Ravinder Maramamula" userId="S::ra914800@bmrn.com::4081f847-fa0d-4597-92bf-b41b1ff71513" providerId="AD" clId="Web-{658C969A-8900-CAA0-95EB-4A6DCBFB6F9B}" dt="2025-09-11T15:37:14.917" v="231"/>
          <ac:graphicFrameMkLst>
            <pc:docMk/>
            <pc:sldMk cId="2287712017" sldId="355"/>
            <ac:graphicFrameMk id="5" creationId="{AE74258D-7CC3-A3EE-3490-CC947EB00CA5}"/>
          </ac:graphicFrameMkLst>
        </pc:graphicFrameChg>
        <pc:graphicFrameChg chg="add mod modGraphic">
          <ac:chgData name="Ravinder Maramamula" userId="S::ra914800@bmrn.com::4081f847-fa0d-4597-92bf-b41b1ff71513" providerId="AD" clId="Web-{658C969A-8900-CAA0-95EB-4A6DCBFB6F9B}" dt="2025-09-11T15:46:32.825" v="690" actId="1076"/>
          <ac:graphicFrameMkLst>
            <pc:docMk/>
            <pc:sldMk cId="2287712017" sldId="355"/>
            <ac:graphicFrameMk id="6" creationId="{555883B1-E99F-373A-FF53-E8ED7265830F}"/>
          </ac:graphicFrameMkLst>
        </pc:graphicFrameChg>
        <pc:graphicFrameChg chg="add del mod">
          <ac:chgData name="Ravinder Maramamula" userId="S::ra914800@bmrn.com::4081f847-fa0d-4597-92bf-b41b1ff71513" providerId="AD" clId="Web-{658C969A-8900-CAA0-95EB-4A6DCBFB6F9B}" dt="2025-09-11T15:38:59.312" v="267"/>
          <ac:graphicFrameMkLst>
            <pc:docMk/>
            <pc:sldMk cId="2287712017" sldId="355"/>
            <ac:graphicFrameMk id="8" creationId="{9473C54D-BAE1-E3D5-B688-1A7FC12050BC}"/>
          </ac:graphicFrameMkLst>
        </pc:graphicFrameChg>
        <pc:graphicFrameChg chg="add del mod">
          <ac:chgData name="Ravinder Maramamula" userId="S::ra914800@bmrn.com::4081f847-fa0d-4597-92bf-b41b1ff71513" providerId="AD" clId="Web-{658C969A-8900-CAA0-95EB-4A6DCBFB6F9B}" dt="2025-09-11T15:39:07.562" v="269"/>
          <ac:graphicFrameMkLst>
            <pc:docMk/>
            <pc:sldMk cId="2287712017" sldId="355"/>
            <ac:graphicFrameMk id="10" creationId="{BCA367DE-308E-4B01-5F55-61CA8F35A754}"/>
          </ac:graphicFrameMkLst>
        </pc:graphicFrameChg>
        <pc:graphicFrameChg chg="add del mod">
          <ac:chgData name="Ravinder Maramamula" userId="S::ra914800@bmrn.com::4081f847-fa0d-4597-92bf-b41b1ff71513" providerId="AD" clId="Web-{658C969A-8900-CAA0-95EB-4A6DCBFB6F9B}" dt="2025-09-11T15:39:33.953" v="271"/>
          <ac:graphicFrameMkLst>
            <pc:docMk/>
            <pc:sldMk cId="2287712017" sldId="355"/>
            <ac:graphicFrameMk id="12" creationId="{0A3E161A-5435-3130-A0A9-92E7422F420A}"/>
          </ac:graphicFrameMkLst>
        </pc:graphicFrameChg>
        <pc:graphicFrameChg chg="add del mod">
          <ac:chgData name="Ravinder Maramamula" userId="S::ra914800@bmrn.com::4081f847-fa0d-4597-92bf-b41b1ff71513" providerId="AD" clId="Web-{658C969A-8900-CAA0-95EB-4A6DCBFB6F9B}" dt="2025-09-11T15:40:24.033" v="273"/>
          <ac:graphicFrameMkLst>
            <pc:docMk/>
            <pc:sldMk cId="2287712017" sldId="355"/>
            <ac:graphicFrameMk id="14" creationId="{45D92586-CF8A-68E7-3924-CE1E7E79393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37BF1C-443D-2352-27B3-1C96FC0E71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EA7BD-2355-4210-DB62-E6048D9A89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E6409C-D2AE-8E4E-B151-4B1F3416EC8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A175C-4444-C0AC-A4C7-D9EDAA924A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6CAE0-5FED-4B39-65A6-995F136B6D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D4146-6968-444D-AEC4-6C52C70CA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365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D6287-6C4C-4A4D-B975-AAB9AE573D92}" type="datetimeFigureOut">
              <a:rPr lang="en-AR" smtClean="0"/>
              <a:t>09/11/2025</a:t>
            </a:fld>
            <a:endParaRPr lang="en-A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BDF496-F425-6743-98FE-458938434868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49501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B965F0-F27E-B7C6-301F-0BEDF7E8D0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456" y="459044"/>
            <a:ext cx="10875818" cy="1005840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gradFill flip="none" rotWithShape="1">
                  <a:gsLst>
                    <a:gs pos="100000">
                      <a:schemeClr val="accent5"/>
                    </a:gs>
                    <a:gs pos="0">
                      <a:schemeClr val="accent1"/>
                    </a:gs>
                  </a:gsLst>
                  <a:lin ang="10800000" scaled="1"/>
                  <a:tileRect/>
                </a:gradFill>
                <a:latin typeface="+mj-lt"/>
                <a:ea typeface="+mn-ea"/>
                <a:cs typeface="Futura Medium" panose="020B0602020204020303" pitchFamily="34" charset="-79"/>
              </a:defRPr>
            </a:lvl1pPr>
          </a:lstStyle>
          <a:p>
            <a:r>
              <a:rPr lang="en-US"/>
              <a:t>Click to edit (Arial 32pt)</a:t>
            </a:r>
            <a:endParaRPr lang="en-AR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2E1EFA-1FAB-F48E-516E-740B8F861F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456" y="1508760"/>
            <a:ext cx="10872216" cy="313932"/>
          </a:xfrm>
        </p:spPr>
        <p:txBody>
          <a:bodyPr lIns="91440" tIns="45720" rIns="91440" bIns="45720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subtitle (Arial Bold 16pt)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A536150-988C-EFED-0E82-D6D58903CCB3}"/>
              </a:ext>
            </a:extLst>
          </p:cNvPr>
          <p:cNvSpPr txBox="1">
            <a:spLocks/>
          </p:cNvSpPr>
          <p:nvPr userDrawn="1"/>
        </p:nvSpPr>
        <p:spPr>
          <a:xfrm>
            <a:off x="240709" y="6268015"/>
            <a:ext cx="3213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R"/>
            </a:defPPr>
            <a:lvl1pPr marL="0" algn="l" defTabSz="914400" rtl="0" eaLnBrk="1" latinLnBrk="0" hangingPunct="1">
              <a:defRPr sz="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5602608-15A0-1B42-ADE4-514EC6B8A495}" type="slidenum">
              <a:rPr lang="en-US" sz="800" b="1" smtClean="0">
                <a:solidFill>
                  <a:schemeClr val="tx2"/>
                </a:solidFill>
                <a:cs typeface="Arial"/>
              </a:rPr>
              <a:pPr algn="r"/>
              <a:t>‹#›</a:t>
            </a:fld>
            <a:endParaRPr lang="en-US" sz="800" b="1">
              <a:solidFill>
                <a:schemeClr val="tx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1292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lanet in space&#10;&#10;Description automatically generated with low confidence">
            <a:extLst>
              <a:ext uri="{FF2B5EF4-FFF2-40B4-BE49-F238E27FC236}">
                <a16:creationId xmlns:a16="http://schemas.microsoft.com/office/drawing/2014/main" id="{313ACBB8-4986-9398-81E2-C5A4BE27F5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636399" cy="6858001"/>
          </a:xfrm>
          <a:custGeom>
            <a:avLst/>
            <a:gdLst>
              <a:gd name="connsiteX0" fmla="*/ 0 w 5636399"/>
              <a:gd name="connsiteY0" fmla="*/ 0 h 6660590"/>
              <a:gd name="connsiteX1" fmla="*/ 5636399 w 5636399"/>
              <a:gd name="connsiteY1" fmla="*/ 0 h 6660590"/>
              <a:gd name="connsiteX2" fmla="*/ 5636399 w 5636399"/>
              <a:gd name="connsiteY2" fmla="*/ 6660590 h 6660590"/>
              <a:gd name="connsiteX3" fmla="*/ 0 w 5636399"/>
              <a:gd name="connsiteY3" fmla="*/ 6660590 h 6660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6399" h="6660590">
                <a:moveTo>
                  <a:pt x="0" y="0"/>
                </a:moveTo>
                <a:lnTo>
                  <a:pt x="5636399" y="0"/>
                </a:lnTo>
                <a:lnTo>
                  <a:pt x="5636399" y="6660590"/>
                </a:lnTo>
                <a:lnTo>
                  <a:pt x="0" y="6660590"/>
                </a:lnTo>
                <a:close/>
              </a:path>
            </a:pathLst>
          </a:cu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1A44FAD-6DFD-C07A-328C-35C4262ABD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474" y="1260764"/>
            <a:ext cx="4019478" cy="401947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306019C-5539-2A51-4CC8-3A7F9C609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8553" y="2456231"/>
            <a:ext cx="3299320" cy="1048494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AR" sz="3200" kern="1200">
                <a:solidFill>
                  <a:schemeClr val="bg1"/>
                </a:solidFill>
                <a:latin typeface="+mj-lt"/>
                <a:ea typeface="+mn-ea"/>
                <a:cs typeface="Futura Medium" panose="020B0602020204020303" pitchFamily="34" charset="-79"/>
              </a:defRPr>
            </a:lvl1pPr>
          </a:lstStyle>
          <a:p>
            <a:r>
              <a:rPr lang="en-US"/>
              <a:t>Agenda</a:t>
            </a:r>
            <a:br>
              <a:rPr lang="en-US"/>
            </a:br>
            <a:r>
              <a:rPr lang="en-US"/>
              <a:t>(Arial 32pt)</a:t>
            </a:r>
            <a:endParaRPr lang="en-AR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F0BA483-841A-AD1E-89F6-BA7D225B4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9100" y="3668828"/>
            <a:ext cx="3298227" cy="535531"/>
          </a:xfrm>
        </p:spPr>
        <p:txBody>
          <a:bodyPr lIns="91440" tIns="45720" rIns="91440" bIns="45720">
            <a:sp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(Arial Bold 16pt)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EABF6FD-DB8A-D499-5CAC-A58ADC72E1B1}"/>
              </a:ext>
            </a:extLst>
          </p:cNvPr>
          <p:cNvSpPr txBox="1">
            <a:spLocks/>
          </p:cNvSpPr>
          <p:nvPr userDrawn="1"/>
        </p:nvSpPr>
        <p:spPr>
          <a:xfrm>
            <a:off x="240709" y="6268015"/>
            <a:ext cx="3213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R"/>
            </a:defPPr>
            <a:lvl1pPr marL="0" algn="l" defTabSz="914400" rtl="0" eaLnBrk="1" latinLnBrk="0" hangingPunct="1">
              <a:defRPr sz="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5602608-15A0-1B42-ADE4-514EC6B8A495}" type="slidenum">
              <a:rPr lang="en-US" sz="800" b="1" smtClean="0">
                <a:solidFill>
                  <a:schemeClr val="tx2"/>
                </a:solidFill>
                <a:cs typeface="Arial"/>
              </a:rPr>
              <a:pPr algn="r"/>
              <a:t>‹#›</a:t>
            </a:fld>
            <a:endParaRPr lang="en-US" sz="800" b="1">
              <a:solidFill>
                <a:schemeClr val="tx2"/>
              </a:solidFill>
              <a:cs typeface="Arial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209B340-845F-2D14-2E99-408C80DB1E08}"/>
              </a:ext>
            </a:extLst>
          </p:cNvPr>
          <p:cNvGrpSpPr/>
          <p:nvPr userDrawn="1"/>
        </p:nvGrpSpPr>
        <p:grpSpPr>
          <a:xfrm>
            <a:off x="10575235" y="6274936"/>
            <a:ext cx="1369766" cy="200074"/>
            <a:chOff x="10575235" y="6274936"/>
            <a:chExt cx="1369766" cy="200074"/>
          </a:xfrm>
        </p:grpSpPr>
        <p:grpSp>
          <p:nvGrpSpPr>
            <p:cNvPr id="5" name="Picture 15">
              <a:extLst>
                <a:ext uri="{FF2B5EF4-FFF2-40B4-BE49-F238E27FC236}">
                  <a16:creationId xmlns:a16="http://schemas.microsoft.com/office/drawing/2014/main" id="{9F2C8581-4317-C749-5672-AB6635850062}"/>
                </a:ext>
              </a:extLst>
            </p:cNvPr>
            <p:cNvGrpSpPr/>
            <p:nvPr/>
          </p:nvGrpSpPr>
          <p:grpSpPr>
            <a:xfrm>
              <a:off x="10575235" y="6274936"/>
              <a:ext cx="1369766" cy="197362"/>
              <a:chOff x="10575235" y="6274936"/>
              <a:chExt cx="1369766" cy="197362"/>
            </a:xfrm>
            <a:solidFill>
              <a:srgbClr val="28509C"/>
            </a:solidFill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0291C492-60D6-9965-491C-DBB01FF31C12}"/>
                  </a:ext>
                </a:extLst>
              </p:cNvPr>
              <p:cNvSpPr/>
              <p:nvPr/>
            </p:nvSpPr>
            <p:spPr>
              <a:xfrm>
                <a:off x="11272784" y="6274936"/>
                <a:ext cx="169375" cy="193338"/>
              </a:xfrm>
              <a:custGeom>
                <a:avLst/>
                <a:gdLst>
                  <a:gd name="connsiteX0" fmla="*/ 84665 w 169375"/>
                  <a:gd name="connsiteY0" fmla="*/ 0 h 193338"/>
                  <a:gd name="connsiteX1" fmla="*/ 0 w 169375"/>
                  <a:gd name="connsiteY1" fmla="*/ 193339 h 193338"/>
                  <a:gd name="connsiteX2" fmla="*/ 18152 w 169375"/>
                  <a:gd name="connsiteY2" fmla="*/ 193339 h 193338"/>
                  <a:gd name="connsiteX3" fmla="*/ 47819 w 169375"/>
                  <a:gd name="connsiteY3" fmla="*/ 125578 h 193338"/>
                  <a:gd name="connsiteX4" fmla="*/ 121602 w 169375"/>
                  <a:gd name="connsiteY4" fmla="*/ 125578 h 193338"/>
                  <a:gd name="connsiteX5" fmla="*/ 151449 w 169375"/>
                  <a:gd name="connsiteY5" fmla="*/ 193339 h 193338"/>
                  <a:gd name="connsiteX6" fmla="*/ 169375 w 169375"/>
                  <a:gd name="connsiteY6" fmla="*/ 193339 h 193338"/>
                  <a:gd name="connsiteX7" fmla="*/ 84665 w 169375"/>
                  <a:gd name="connsiteY7" fmla="*/ 0 h 193338"/>
                  <a:gd name="connsiteX8" fmla="*/ 54953 w 169375"/>
                  <a:gd name="connsiteY8" fmla="*/ 109168 h 193338"/>
                  <a:gd name="connsiteX9" fmla="*/ 84530 w 169375"/>
                  <a:gd name="connsiteY9" fmla="*/ 41498 h 193338"/>
                  <a:gd name="connsiteX10" fmla="*/ 114332 w 169375"/>
                  <a:gd name="connsiteY10" fmla="*/ 109168 h 193338"/>
                  <a:gd name="connsiteX11" fmla="*/ 54908 w 169375"/>
                  <a:gd name="connsiteY11" fmla="*/ 109168 h 193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9375" h="193338">
                    <a:moveTo>
                      <a:pt x="84665" y="0"/>
                    </a:moveTo>
                    <a:lnTo>
                      <a:pt x="0" y="193339"/>
                    </a:lnTo>
                    <a:lnTo>
                      <a:pt x="18152" y="193339"/>
                    </a:lnTo>
                    <a:lnTo>
                      <a:pt x="47819" y="125578"/>
                    </a:lnTo>
                    <a:lnTo>
                      <a:pt x="121602" y="125578"/>
                    </a:lnTo>
                    <a:lnTo>
                      <a:pt x="151449" y="193339"/>
                    </a:lnTo>
                    <a:lnTo>
                      <a:pt x="169375" y="193339"/>
                    </a:lnTo>
                    <a:lnTo>
                      <a:pt x="84665" y="0"/>
                    </a:lnTo>
                    <a:close/>
                    <a:moveTo>
                      <a:pt x="54953" y="109168"/>
                    </a:moveTo>
                    <a:lnTo>
                      <a:pt x="84530" y="41498"/>
                    </a:lnTo>
                    <a:lnTo>
                      <a:pt x="114332" y="109168"/>
                    </a:lnTo>
                    <a:lnTo>
                      <a:pt x="54908" y="109168"/>
                    </a:lnTo>
                    <a:close/>
                  </a:path>
                </a:pathLst>
              </a:custGeom>
              <a:solidFill>
                <a:srgbClr val="28509C"/>
              </a:solidFill>
              <a:ln w="44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AE326681-E464-2C61-D076-C627FFB1B2C4}"/>
                  </a:ext>
                </a:extLst>
              </p:cNvPr>
              <p:cNvSpPr/>
              <p:nvPr/>
            </p:nvSpPr>
            <p:spPr>
              <a:xfrm>
                <a:off x="11665358" y="6278959"/>
                <a:ext cx="16391" cy="189270"/>
              </a:xfrm>
              <a:custGeom>
                <a:avLst/>
                <a:gdLst>
                  <a:gd name="connsiteX0" fmla="*/ 0 w 16391"/>
                  <a:gd name="connsiteY0" fmla="*/ 0 h 189270"/>
                  <a:gd name="connsiteX1" fmla="*/ 16391 w 16391"/>
                  <a:gd name="connsiteY1" fmla="*/ 0 h 189270"/>
                  <a:gd name="connsiteX2" fmla="*/ 16391 w 16391"/>
                  <a:gd name="connsiteY2" fmla="*/ 189270 h 189270"/>
                  <a:gd name="connsiteX3" fmla="*/ 0 w 16391"/>
                  <a:gd name="connsiteY3" fmla="*/ 189270 h 189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391" h="189270">
                    <a:moveTo>
                      <a:pt x="0" y="0"/>
                    </a:moveTo>
                    <a:lnTo>
                      <a:pt x="16391" y="0"/>
                    </a:lnTo>
                    <a:lnTo>
                      <a:pt x="16391" y="189270"/>
                    </a:lnTo>
                    <a:lnTo>
                      <a:pt x="0" y="189270"/>
                    </a:lnTo>
                    <a:close/>
                  </a:path>
                </a:pathLst>
              </a:custGeom>
              <a:solidFill>
                <a:srgbClr val="28509C"/>
              </a:solidFill>
              <a:ln w="44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A98EF29C-6578-DD38-2C1D-485D0B0DA84A}"/>
                  </a:ext>
                </a:extLst>
              </p:cNvPr>
              <p:cNvSpPr/>
              <p:nvPr/>
            </p:nvSpPr>
            <p:spPr>
              <a:xfrm>
                <a:off x="11064892" y="6275252"/>
                <a:ext cx="173574" cy="192977"/>
              </a:xfrm>
              <a:custGeom>
                <a:avLst/>
                <a:gdLst>
                  <a:gd name="connsiteX0" fmla="*/ 86381 w 173574"/>
                  <a:gd name="connsiteY0" fmla="*/ 87244 h 192977"/>
                  <a:gd name="connsiteX1" fmla="*/ 0 w 173574"/>
                  <a:gd name="connsiteY1" fmla="*/ 90 h 192977"/>
                  <a:gd name="connsiteX2" fmla="*/ 90 w 173574"/>
                  <a:gd name="connsiteY2" fmla="*/ 192977 h 192977"/>
                  <a:gd name="connsiteX3" fmla="*/ 16481 w 173574"/>
                  <a:gd name="connsiteY3" fmla="*/ 192977 h 192977"/>
                  <a:gd name="connsiteX4" fmla="*/ 16481 w 173574"/>
                  <a:gd name="connsiteY4" fmla="*/ 40096 h 192977"/>
                  <a:gd name="connsiteX5" fmla="*/ 86200 w 173574"/>
                  <a:gd name="connsiteY5" fmla="*/ 110705 h 192977"/>
                  <a:gd name="connsiteX6" fmla="*/ 157183 w 173574"/>
                  <a:gd name="connsiteY6" fmla="*/ 39735 h 192977"/>
                  <a:gd name="connsiteX7" fmla="*/ 157183 w 173574"/>
                  <a:gd name="connsiteY7" fmla="*/ 192977 h 192977"/>
                  <a:gd name="connsiteX8" fmla="*/ 173575 w 173574"/>
                  <a:gd name="connsiteY8" fmla="*/ 192977 h 192977"/>
                  <a:gd name="connsiteX9" fmla="*/ 173575 w 173574"/>
                  <a:gd name="connsiteY9" fmla="*/ 0 h 192977"/>
                  <a:gd name="connsiteX10" fmla="*/ 86381 w 173574"/>
                  <a:gd name="connsiteY10" fmla="*/ 87244 h 192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3574" h="192977">
                    <a:moveTo>
                      <a:pt x="86381" y="87244"/>
                    </a:moveTo>
                    <a:lnTo>
                      <a:pt x="0" y="90"/>
                    </a:lnTo>
                    <a:lnTo>
                      <a:pt x="90" y="192977"/>
                    </a:lnTo>
                    <a:lnTo>
                      <a:pt x="16481" y="192977"/>
                    </a:lnTo>
                    <a:lnTo>
                      <a:pt x="16481" y="40096"/>
                    </a:lnTo>
                    <a:lnTo>
                      <a:pt x="86200" y="110705"/>
                    </a:lnTo>
                    <a:lnTo>
                      <a:pt x="157183" y="39735"/>
                    </a:lnTo>
                    <a:lnTo>
                      <a:pt x="157183" y="192977"/>
                    </a:lnTo>
                    <a:lnTo>
                      <a:pt x="173575" y="192977"/>
                    </a:lnTo>
                    <a:lnTo>
                      <a:pt x="173575" y="0"/>
                    </a:lnTo>
                    <a:lnTo>
                      <a:pt x="86381" y="87244"/>
                    </a:lnTo>
                    <a:close/>
                  </a:path>
                </a:pathLst>
              </a:custGeom>
              <a:solidFill>
                <a:srgbClr val="28509C"/>
              </a:solidFill>
              <a:ln w="44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6E60E823-3AA6-584D-48A2-4C031858DCB4}"/>
                  </a:ext>
                </a:extLst>
              </p:cNvPr>
              <p:cNvSpPr/>
              <p:nvPr/>
            </p:nvSpPr>
            <p:spPr>
              <a:xfrm>
                <a:off x="11748849" y="6275749"/>
                <a:ext cx="143095" cy="196548"/>
              </a:xfrm>
              <a:custGeom>
                <a:avLst/>
                <a:gdLst>
                  <a:gd name="connsiteX0" fmla="*/ 126659 w 143095"/>
                  <a:gd name="connsiteY0" fmla="*/ 3210 h 196548"/>
                  <a:gd name="connsiteX1" fmla="*/ 126659 w 143095"/>
                  <a:gd name="connsiteY1" fmla="*/ 150621 h 196548"/>
                  <a:gd name="connsiteX2" fmla="*/ 0 w 143095"/>
                  <a:gd name="connsiteY2" fmla="*/ 0 h 196548"/>
                  <a:gd name="connsiteX3" fmla="*/ 0 w 143095"/>
                  <a:gd name="connsiteY3" fmla="*/ 26219 h 196548"/>
                  <a:gd name="connsiteX4" fmla="*/ 0 w 143095"/>
                  <a:gd name="connsiteY4" fmla="*/ 192480 h 196548"/>
                  <a:gd name="connsiteX5" fmla="*/ 16391 w 143095"/>
                  <a:gd name="connsiteY5" fmla="*/ 192480 h 196548"/>
                  <a:gd name="connsiteX6" fmla="*/ 16391 w 143095"/>
                  <a:gd name="connsiteY6" fmla="*/ 45747 h 196548"/>
                  <a:gd name="connsiteX7" fmla="*/ 143095 w 143095"/>
                  <a:gd name="connsiteY7" fmla="*/ 196548 h 196548"/>
                  <a:gd name="connsiteX8" fmla="*/ 143095 w 143095"/>
                  <a:gd name="connsiteY8" fmla="*/ 3210 h 196548"/>
                  <a:gd name="connsiteX9" fmla="*/ 126659 w 143095"/>
                  <a:gd name="connsiteY9" fmla="*/ 3210 h 1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3095" h="196548">
                    <a:moveTo>
                      <a:pt x="126659" y="3210"/>
                    </a:moveTo>
                    <a:lnTo>
                      <a:pt x="126659" y="150621"/>
                    </a:lnTo>
                    <a:lnTo>
                      <a:pt x="0" y="0"/>
                    </a:lnTo>
                    <a:lnTo>
                      <a:pt x="0" y="26219"/>
                    </a:lnTo>
                    <a:lnTo>
                      <a:pt x="0" y="192480"/>
                    </a:lnTo>
                    <a:lnTo>
                      <a:pt x="16391" y="192480"/>
                    </a:lnTo>
                    <a:lnTo>
                      <a:pt x="16391" y="45747"/>
                    </a:lnTo>
                    <a:lnTo>
                      <a:pt x="143095" y="196548"/>
                    </a:lnTo>
                    <a:lnTo>
                      <a:pt x="143095" y="3210"/>
                    </a:lnTo>
                    <a:lnTo>
                      <a:pt x="126659" y="3210"/>
                    </a:lnTo>
                    <a:close/>
                  </a:path>
                </a:pathLst>
              </a:custGeom>
              <a:solidFill>
                <a:srgbClr val="28509C"/>
              </a:solidFill>
              <a:ln w="44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E9B3C67-DD4A-46FF-86F3-11C41AC171EE}"/>
                  </a:ext>
                </a:extLst>
              </p:cNvPr>
              <p:cNvSpPr/>
              <p:nvPr/>
            </p:nvSpPr>
            <p:spPr>
              <a:xfrm>
                <a:off x="11477921" y="6279094"/>
                <a:ext cx="137315" cy="189225"/>
              </a:xfrm>
              <a:custGeom>
                <a:avLst/>
                <a:gdLst>
                  <a:gd name="connsiteX0" fmla="*/ 118802 w 137315"/>
                  <a:gd name="connsiteY0" fmla="*/ 189225 h 189225"/>
                  <a:gd name="connsiteX1" fmla="*/ 137315 w 137315"/>
                  <a:gd name="connsiteY1" fmla="*/ 189225 h 189225"/>
                  <a:gd name="connsiteX2" fmla="*/ 91980 w 137315"/>
                  <a:gd name="connsiteY2" fmla="*/ 100625 h 189225"/>
                  <a:gd name="connsiteX3" fmla="*/ 129368 w 137315"/>
                  <a:gd name="connsiteY3" fmla="*/ 56099 h 189225"/>
                  <a:gd name="connsiteX4" fmla="*/ 129413 w 137315"/>
                  <a:gd name="connsiteY4" fmla="*/ 56099 h 189225"/>
                  <a:gd name="connsiteX5" fmla="*/ 129413 w 137315"/>
                  <a:gd name="connsiteY5" fmla="*/ 55059 h 189225"/>
                  <a:gd name="connsiteX6" fmla="*/ 129594 w 137315"/>
                  <a:gd name="connsiteY6" fmla="*/ 52030 h 189225"/>
                  <a:gd name="connsiteX7" fmla="*/ 129413 w 137315"/>
                  <a:gd name="connsiteY7" fmla="*/ 52030 h 189225"/>
                  <a:gd name="connsiteX8" fmla="*/ 129413 w 137315"/>
                  <a:gd name="connsiteY8" fmla="*/ 50267 h 189225"/>
                  <a:gd name="connsiteX9" fmla="*/ 129594 w 137315"/>
                  <a:gd name="connsiteY9" fmla="*/ 50267 h 189225"/>
                  <a:gd name="connsiteX10" fmla="*/ 129413 w 137315"/>
                  <a:gd name="connsiteY10" fmla="*/ 47193 h 189225"/>
                  <a:gd name="connsiteX11" fmla="*/ 129413 w 137315"/>
                  <a:gd name="connsiteY11" fmla="*/ 47193 h 189225"/>
                  <a:gd name="connsiteX12" fmla="*/ 79382 w 137315"/>
                  <a:gd name="connsiteY12" fmla="*/ 0 h 189225"/>
                  <a:gd name="connsiteX13" fmla="*/ 0 w 137315"/>
                  <a:gd name="connsiteY13" fmla="*/ 0 h 189225"/>
                  <a:gd name="connsiteX14" fmla="*/ 0 w 137315"/>
                  <a:gd name="connsiteY14" fmla="*/ 189180 h 189225"/>
                  <a:gd name="connsiteX15" fmla="*/ 16391 w 137315"/>
                  <a:gd name="connsiteY15" fmla="*/ 189180 h 189225"/>
                  <a:gd name="connsiteX16" fmla="*/ 16391 w 137315"/>
                  <a:gd name="connsiteY16" fmla="*/ 102207 h 189225"/>
                  <a:gd name="connsiteX17" fmla="*/ 74234 w 137315"/>
                  <a:gd name="connsiteY17" fmla="*/ 102207 h 189225"/>
                  <a:gd name="connsiteX18" fmla="*/ 118802 w 137315"/>
                  <a:gd name="connsiteY18" fmla="*/ 189225 h 189225"/>
                  <a:gd name="connsiteX19" fmla="*/ 16391 w 137315"/>
                  <a:gd name="connsiteY19" fmla="*/ 16454 h 189225"/>
                  <a:gd name="connsiteX20" fmla="*/ 79382 w 137315"/>
                  <a:gd name="connsiteY20" fmla="*/ 16454 h 189225"/>
                  <a:gd name="connsiteX21" fmla="*/ 113022 w 137315"/>
                  <a:gd name="connsiteY21" fmla="*/ 49544 h 189225"/>
                  <a:gd name="connsiteX22" fmla="*/ 113022 w 137315"/>
                  <a:gd name="connsiteY22" fmla="*/ 52663 h 189225"/>
                  <a:gd name="connsiteX23" fmla="*/ 79382 w 137315"/>
                  <a:gd name="connsiteY23" fmla="*/ 85707 h 189225"/>
                  <a:gd name="connsiteX24" fmla="*/ 79382 w 137315"/>
                  <a:gd name="connsiteY24" fmla="*/ 85707 h 189225"/>
                  <a:gd name="connsiteX25" fmla="*/ 16391 w 137315"/>
                  <a:gd name="connsiteY25" fmla="*/ 85753 h 189225"/>
                  <a:gd name="connsiteX26" fmla="*/ 16391 w 137315"/>
                  <a:gd name="connsiteY26" fmla="*/ 16454 h 189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37315" h="189225">
                    <a:moveTo>
                      <a:pt x="118802" y="189225"/>
                    </a:moveTo>
                    <a:lnTo>
                      <a:pt x="137315" y="189225"/>
                    </a:lnTo>
                    <a:cubicBezTo>
                      <a:pt x="137315" y="189225"/>
                      <a:pt x="91980" y="100625"/>
                      <a:pt x="91980" y="100625"/>
                    </a:cubicBezTo>
                    <a:cubicBezTo>
                      <a:pt x="112300" y="95336"/>
                      <a:pt x="127652" y="77661"/>
                      <a:pt x="129368" y="56099"/>
                    </a:cubicBezTo>
                    <a:lnTo>
                      <a:pt x="129413" y="56099"/>
                    </a:lnTo>
                    <a:lnTo>
                      <a:pt x="129413" y="55059"/>
                    </a:lnTo>
                    <a:cubicBezTo>
                      <a:pt x="129458" y="54064"/>
                      <a:pt x="129594" y="53025"/>
                      <a:pt x="129594" y="52030"/>
                    </a:cubicBezTo>
                    <a:lnTo>
                      <a:pt x="129413" y="52030"/>
                    </a:lnTo>
                    <a:lnTo>
                      <a:pt x="129413" y="50267"/>
                    </a:lnTo>
                    <a:lnTo>
                      <a:pt x="129594" y="50267"/>
                    </a:lnTo>
                    <a:cubicBezTo>
                      <a:pt x="129594" y="49228"/>
                      <a:pt x="129504" y="48233"/>
                      <a:pt x="129413" y="47193"/>
                    </a:cubicBezTo>
                    <a:lnTo>
                      <a:pt x="129413" y="47193"/>
                    </a:lnTo>
                    <a:cubicBezTo>
                      <a:pt x="127788" y="20839"/>
                      <a:pt x="106068" y="0"/>
                      <a:pt x="79382" y="0"/>
                    </a:cubicBezTo>
                    <a:lnTo>
                      <a:pt x="0" y="0"/>
                    </a:lnTo>
                    <a:lnTo>
                      <a:pt x="0" y="189180"/>
                    </a:lnTo>
                    <a:lnTo>
                      <a:pt x="16391" y="189180"/>
                    </a:lnTo>
                    <a:lnTo>
                      <a:pt x="16391" y="102207"/>
                    </a:lnTo>
                    <a:lnTo>
                      <a:pt x="74234" y="102207"/>
                    </a:lnTo>
                    <a:lnTo>
                      <a:pt x="118802" y="189225"/>
                    </a:lnTo>
                    <a:close/>
                    <a:moveTo>
                      <a:pt x="16391" y="16454"/>
                    </a:moveTo>
                    <a:lnTo>
                      <a:pt x="79382" y="16454"/>
                    </a:lnTo>
                    <a:cubicBezTo>
                      <a:pt x="97760" y="16454"/>
                      <a:pt x="112661" y="31236"/>
                      <a:pt x="113022" y="49544"/>
                    </a:cubicBezTo>
                    <a:lnTo>
                      <a:pt x="113022" y="52663"/>
                    </a:lnTo>
                    <a:cubicBezTo>
                      <a:pt x="112661" y="70971"/>
                      <a:pt x="97760" y="85707"/>
                      <a:pt x="79382" y="85707"/>
                    </a:cubicBezTo>
                    <a:lnTo>
                      <a:pt x="79382" y="85707"/>
                    </a:lnTo>
                    <a:cubicBezTo>
                      <a:pt x="79382" y="85707"/>
                      <a:pt x="16391" y="85753"/>
                      <a:pt x="16391" y="85753"/>
                    </a:cubicBezTo>
                    <a:lnTo>
                      <a:pt x="16391" y="16454"/>
                    </a:lnTo>
                    <a:close/>
                  </a:path>
                </a:pathLst>
              </a:custGeom>
              <a:solidFill>
                <a:srgbClr val="28509C"/>
              </a:solidFill>
              <a:ln w="44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8A375038-095E-BBDE-FED6-2077DF2E9A8F}"/>
                  </a:ext>
                </a:extLst>
              </p:cNvPr>
              <p:cNvSpPr/>
              <p:nvPr/>
            </p:nvSpPr>
            <p:spPr>
              <a:xfrm>
                <a:off x="10575235" y="6279004"/>
                <a:ext cx="133522" cy="189270"/>
              </a:xfrm>
              <a:custGeom>
                <a:avLst/>
                <a:gdLst>
                  <a:gd name="connsiteX0" fmla="*/ 133342 w 133522"/>
                  <a:gd name="connsiteY0" fmla="*/ 133443 h 189270"/>
                  <a:gd name="connsiteX1" fmla="*/ 126298 w 133522"/>
                  <a:gd name="connsiteY1" fmla="*/ 108762 h 189270"/>
                  <a:gd name="connsiteX2" fmla="*/ 109274 w 133522"/>
                  <a:gd name="connsiteY2" fmla="*/ 92398 h 189270"/>
                  <a:gd name="connsiteX3" fmla="*/ 129323 w 133522"/>
                  <a:gd name="connsiteY3" fmla="*/ 56144 h 189270"/>
                  <a:gd name="connsiteX4" fmla="*/ 129368 w 133522"/>
                  <a:gd name="connsiteY4" fmla="*/ 56144 h 189270"/>
                  <a:gd name="connsiteX5" fmla="*/ 129368 w 133522"/>
                  <a:gd name="connsiteY5" fmla="*/ 55104 h 189270"/>
                  <a:gd name="connsiteX6" fmla="*/ 129504 w 133522"/>
                  <a:gd name="connsiteY6" fmla="*/ 52075 h 189270"/>
                  <a:gd name="connsiteX7" fmla="*/ 129368 w 133522"/>
                  <a:gd name="connsiteY7" fmla="*/ 52075 h 189270"/>
                  <a:gd name="connsiteX8" fmla="*/ 129368 w 133522"/>
                  <a:gd name="connsiteY8" fmla="*/ 50312 h 189270"/>
                  <a:gd name="connsiteX9" fmla="*/ 129504 w 133522"/>
                  <a:gd name="connsiteY9" fmla="*/ 50312 h 189270"/>
                  <a:gd name="connsiteX10" fmla="*/ 129368 w 133522"/>
                  <a:gd name="connsiteY10" fmla="*/ 47239 h 189270"/>
                  <a:gd name="connsiteX11" fmla="*/ 129368 w 133522"/>
                  <a:gd name="connsiteY11" fmla="*/ 47239 h 189270"/>
                  <a:gd name="connsiteX12" fmla="*/ 129368 w 133522"/>
                  <a:gd name="connsiteY12" fmla="*/ 47193 h 189270"/>
                  <a:gd name="connsiteX13" fmla="*/ 79292 w 133522"/>
                  <a:gd name="connsiteY13" fmla="*/ 45 h 189270"/>
                  <a:gd name="connsiteX14" fmla="*/ 79292 w 133522"/>
                  <a:gd name="connsiteY14" fmla="*/ 136 h 189270"/>
                  <a:gd name="connsiteX15" fmla="*/ 0 w 133522"/>
                  <a:gd name="connsiteY15" fmla="*/ 0 h 189270"/>
                  <a:gd name="connsiteX16" fmla="*/ 0 w 133522"/>
                  <a:gd name="connsiteY16" fmla="*/ 189270 h 189270"/>
                  <a:gd name="connsiteX17" fmla="*/ 82407 w 133522"/>
                  <a:gd name="connsiteY17" fmla="*/ 189270 h 189270"/>
                  <a:gd name="connsiteX18" fmla="*/ 133432 w 133522"/>
                  <a:gd name="connsiteY18" fmla="*/ 138913 h 189270"/>
                  <a:gd name="connsiteX19" fmla="*/ 133522 w 133522"/>
                  <a:gd name="connsiteY19" fmla="*/ 138913 h 189270"/>
                  <a:gd name="connsiteX20" fmla="*/ 133522 w 133522"/>
                  <a:gd name="connsiteY20" fmla="*/ 133443 h 189270"/>
                  <a:gd name="connsiteX21" fmla="*/ 133432 w 133522"/>
                  <a:gd name="connsiteY21" fmla="*/ 133443 h 189270"/>
                  <a:gd name="connsiteX22" fmla="*/ 79337 w 133522"/>
                  <a:gd name="connsiteY22" fmla="*/ 16545 h 189270"/>
                  <a:gd name="connsiteX23" fmla="*/ 79337 w 133522"/>
                  <a:gd name="connsiteY23" fmla="*/ 16545 h 189270"/>
                  <a:gd name="connsiteX24" fmla="*/ 113022 w 133522"/>
                  <a:gd name="connsiteY24" fmla="*/ 49725 h 189270"/>
                  <a:gd name="connsiteX25" fmla="*/ 113022 w 133522"/>
                  <a:gd name="connsiteY25" fmla="*/ 52663 h 189270"/>
                  <a:gd name="connsiteX26" fmla="*/ 79337 w 133522"/>
                  <a:gd name="connsiteY26" fmla="*/ 85933 h 189270"/>
                  <a:gd name="connsiteX27" fmla="*/ 16391 w 133522"/>
                  <a:gd name="connsiteY27" fmla="*/ 85933 h 189270"/>
                  <a:gd name="connsiteX28" fmla="*/ 16391 w 133522"/>
                  <a:gd name="connsiteY28" fmla="*/ 16545 h 189270"/>
                  <a:gd name="connsiteX29" fmla="*/ 79337 w 133522"/>
                  <a:gd name="connsiteY29" fmla="*/ 16545 h 189270"/>
                  <a:gd name="connsiteX30" fmla="*/ 117041 w 133522"/>
                  <a:gd name="connsiteY30" fmla="*/ 138054 h 189270"/>
                  <a:gd name="connsiteX31" fmla="*/ 116905 w 133522"/>
                  <a:gd name="connsiteY31" fmla="*/ 138054 h 189270"/>
                  <a:gd name="connsiteX32" fmla="*/ 82091 w 133522"/>
                  <a:gd name="connsiteY32" fmla="*/ 172907 h 189270"/>
                  <a:gd name="connsiteX33" fmla="*/ 82091 w 133522"/>
                  <a:gd name="connsiteY33" fmla="*/ 172907 h 189270"/>
                  <a:gd name="connsiteX34" fmla="*/ 16391 w 133522"/>
                  <a:gd name="connsiteY34" fmla="*/ 172907 h 189270"/>
                  <a:gd name="connsiteX35" fmla="*/ 16391 w 133522"/>
                  <a:gd name="connsiteY35" fmla="*/ 102433 h 189270"/>
                  <a:gd name="connsiteX36" fmla="*/ 84394 w 133522"/>
                  <a:gd name="connsiteY36" fmla="*/ 102704 h 189270"/>
                  <a:gd name="connsiteX37" fmla="*/ 84394 w 133522"/>
                  <a:gd name="connsiteY37" fmla="*/ 102704 h 189270"/>
                  <a:gd name="connsiteX38" fmla="*/ 112525 w 133522"/>
                  <a:gd name="connsiteY38" fmla="*/ 117848 h 189270"/>
                  <a:gd name="connsiteX39" fmla="*/ 116951 w 133522"/>
                  <a:gd name="connsiteY39" fmla="*/ 134709 h 189270"/>
                  <a:gd name="connsiteX40" fmla="*/ 117086 w 133522"/>
                  <a:gd name="connsiteY40" fmla="*/ 134709 h 189270"/>
                  <a:gd name="connsiteX41" fmla="*/ 117086 w 133522"/>
                  <a:gd name="connsiteY41" fmla="*/ 138054 h 189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33522" h="189270">
                    <a:moveTo>
                      <a:pt x="133342" y="133443"/>
                    </a:moveTo>
                    <a:cubicBezTo>
                      <a:pt x="133116" y="124267"/>
                      <a:pt x="130813" y="116085"/>
                      <a:pt x="126298" y="108762"/>
                    </a:cubicBezTo>
                    <a:cubicBezTo>
                      <a:pt x="121963" y="101845"/>
                      <a:pt x="116138" y="96285"/>
                      <a:pt x="109274" y="92398"/>
                    </a:cubicBezTo>
                    <a:cubicBezTo>
                      <a:pt x="120518" y="83990"/>
                      <a:pt x="128149" y="70971"/>
                      <a:pt x="129323" y="56144"/>
                    </a:cubicBezTo>
                    <a:lnTo>
                      <a:pt x="129368" y="56144"/>
                    </a:lnTo>
                    <a:lnTo>
                      <a:pt x="129368" y="55104"/>
                    </a:lnTo>
                    <a:cubicBezTo>
                      <a:pt x="129413" y="54110"/>
                      <a:pt x="129504" y="53070"/>
                      <a:pt x="129504" y="52075"/>
                    </a:cubicBezTo>
                    <a:lnTo>
                      <a:pt x="129368" y="52075"/>
                    </a:lnTo>
                    <a:lnTo>
                      <a:pt x="129368" y="50312"/>
                    </a:lnTo>
                    <a:lnTo>
                      <a:pt x="129504" y="50312"/>
                    </a:lnTo>
                    <a:cubicBezTo>
                      <a:pt x="129504" y="49273"/>
                      <a:pt x="129413" y="48278"/>
                      <a:pt x="129368" y="47239"/>
                    </a:cubicBezTo>
                    <a:lnTo>
                      <a:pt x="129368" y="47239"/>
                    </a:lnTo>
                    <a:cubicBezTo>
                      <a:pt x="129368" y="47239"/>
                      <a:pt x="129368" y="47193"/>
                      <a:pt x="129368" y="47193"/>
                    </a:cubicBezTo>
                    <a:cubicBezTo>
                      <a:pt x="127743" y="20884"/>
                      <a:pt x="105978" y="45"/>
                      <a:pt x="79292" y="45"/>
                    </a:cubicBezTo>
                    <a:lnTo>
                      <a:pt x="79292" y="136"/>
                    </a:lnTo>
                    <a:lnTo>
                      <a:pt x="0" y="0"/>
                    </a:lnTo>
                    <a:lnTo>
                      <a:pt x="0" y="189270"/>
                    </a:lnTo>
                    <a:lnTo>
                      <a:pt x="82407" y="189270"/>
                    </a:lnTo>
                    <a:cubicBezTo>
                      <a:pt x="110268" y="189090"/>
                      <a:pt x="132845" y="166714"/>
                      <a:pt x="133432" y="138913"/>
                    </a:cubicBezTo>
                    <a:lnTo>
                      <a:pt x="133522" y="138913"/>
                    </a:lnTo>
                    <a:lnTo>
                      <a:pt x="133522" y="133443"/>
                    </a:lnTo>
                    <a:lnTo>
                      <a:pt x="133432" y="133443"/>
                    </a:lnTo>
                    <a:close/>
                    <a:moveTo>
                      <a:pt x="79337" y="16545"/>
                    </a:moveTo>
                    <a:lnTo>
                      <a:pt x="79337" y="16545"/>
                    </a:lnTo>
                    <a:cubicBezTo>
                      <a:pt x="97760" y="16545"/>
                      <a:pt x="112706" y="31372"/>
                      <a:pt x="113022" y="49725"/>
                    </a:cubicBezTo>
                    <a:lnTo>
                      <a:pt x="113022" y="52663"/>
                    </a:lnTo>
                    <a:cubicBezTo>
                      <a:pt x="112706" y="71016"/>
                      <a:pt x="97760" y="85933"/>
                      <a:pt x="79337" y="85933"/>
                    </a:cubicBezTo>
                    <a:lnTo>
                      <a:pt x="16391" y="85933"/>
                    </a:lnTo>
                    <a:lnTo>
                      <a:pt x="16391" y="16545"/>
                    </a:lnTo>
                    <a:lnTo>
                      <a:pt x="79337" y="16545"/>
                    </a:lnTo>
                    <a:close/>
                    <a:moveTo>
                      <a:pt x="117041" y="138054"/>
                    </a:moveTo>
                    <a:lnTo>
                      <a:pt x="116905" y="138054"/>
                    </a:lnTo>
                    <a:cubicBezTo>
                      <a:pt x="116905" y="157311"/>
                      <a:pt x="101327" y="172907"/>
                      <a:pt x="82091" y="172907"/>
                    </a:cubicBezTo>
                    <a:lnTo>
                      <a:pt x="82091" y="172907"/>
                    </a:lnTo>
                    <a:cubicBezTo>
                      <a:pt x="82091" y="172907"/>
                      <a:pt x="16391" y="172907"/>
                      <a:pt x="16391" y="172907"/>
                    </a:cubicBezTo>
                    <a:lnTo>
                      <a:pt x="16391" y="102433"/>
                    </a:lnTo>
                    <a:lnTo>
                      <a:pt x="84394" y="102704"/>
                    </a:lnTo>
                    <a:lnTo>
                      <a:pt x="84394" y="102704"/>
                    </a:lnTo>
                    <a:cubicBezTo>
                      <a:pt x="96225" y="102704"/>
                      <a:pt x="106520" y="108536"/>
                      <a:pt x="112525" y="117848"/>
                    </a:cubicBezTo>
                    <a:cubicBezTo>
                      <a:pt x="115054" y="123137"/>
                      <a:pt x="116951" y="128471"/>
                      <a:pt x="116951" y="134709"/>
                    </a:cubicBezTo>
                    <a:lnTo>
                      <a:pt x="117086" y="134709"/>
                    </a:lnTo>
                    <a:lnTo>
                      <a:pt x="117086" y="138054"/>
                    </a:lnTo>
                    <a:close/>
                  </a:path>
                </a:pathLst>
              </a:custGeom>
              <a:solidFill>
                <a:srgbClr val="28509C"/>
              </a:solidFill>
              <a:ln w="44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9CEA05AF-1DF9-6FD3-7A0C-0AB7A01F84EA}"/>
                  </a:ext>
                </a:extLst>
              </p:cNvPr>
              <p:cNvSpPr/>
              <p:nvPr/>
            </p:nvSpPr>
            <p:spPr>
              <a:xfrm>
                <a:off x="10828507" y="6275749"/>
                <a:ext cx="195519" cy="195644"/>
              </a:xfrm>
              <a:custGeom>
                <a:avLst/>
                <a:gdLst>
                  <a:gd name="connsiteX0" fmla="*/ 858 w 195519"/>
                  <a:gd name="connsiteY0" fmla="*/ 110118 h 195644"/>
                  <a:gd name="connsiteX1" fmla="*/ 97805 w 195519"/>
                  <a:gd name="connsiteY1" fmla="*/ 195644 h 195644"/>
                  <a:gd name="connsiteX2" fmla="*/ 194752 w 195519"/>
                  <a:gd name="connsiteY2" fmla="*/ 110073 h 195644"/>
                  <a:gd name="connsiteX3" fmla="*/ 195520 w 195519"/>
                  <a:gd name="connsiteY3" fmla="*/ 98139 h 195644"/>
                  <a:gd name="connsiteX4" fmla="*/ 194978 w 195519"/>
                  <a:gd name="connsiteY4" fmla="*/ 87470 h 195644"/>
                  <a:gd name="connsiteX5" fmla="*/ 97805 w 195519"/>
                  <a:gd name="connsiteY5" fmla="*/ 0 h 195644"/>
                  <a:gd name="connsiteX6" fmla="*/ 632 w 195519"/>
                  <a:gd name="connsiteY6" fmla="*/ 87470 h 195644"/>
                  <a:gd name="connsiteX7" fmla="*/ 542 w 195519"/>
                  <a:gd name="connsiteY7" fmla="*/ 87470 h 195644"/>
                  <a:gd name="connsiteX8" fmla="*/ 0 w 195519"/>
                  <a:gd name="connsiteY8" fmla="*/ 98139 h 195644"/>
                  <a:gd name="connsiteX9" fmla="*/ 768 w 195519"/>
                  <a:gd name="connsiteY9" fmla="*/ 110073 h 195644"/>
                  <a:gd name="connsiteX10" fmla="*/ 97805 w 195519"/>
                  <a:gd name="connsiteY10" fmla="*/ 179009 h 195644"/>
                  <a:gd name="connsiteX11" fmla="*/ 17610 w 195519"/>
                  <a:gd name="connsiteY11" fmla="*/ 110118 h 195644"/>
                  <a:gd name="connsiteX12" fmla="*/ 17520 w 195519"/>
                  <a:gd name="connsiteY12" fmla="*/ 110118 h 195644"/>
                  <a:gd name="connsiteX13" fmla="*/ 16617 w 195519"/>
                  <a:gd name="connsiteY13" fmla="*/ 98139 h 195644"/>
                  <a:gd name="connsiteX14" fmla="*/ 17249 w 195519"/>
                  <a:gd name="connsiteY14" fmla="*/ 87787 h 195644"/>
                  <a:gd name="connsiteX15" fmla="*/ 17294 w 195519"/>
                  <a:gd name="connsiteY15" fmla="*/ 87787 h 195644"/>
                  <a:gd name="connsiteX16" fmla="*/ 97760 w 195519"/>
                  <a:gd name="connsiteY16" fmla="*/ 16635 h 195644"/>
                  <a:gd name="connsiteX17" fmla="*/ 178180 w 195519"/>
                  <a:gd name="connsiteY17" fmla="*/ 87651 h 195644"/>
                  <a:gd name="connsiteX18" fmla="*/ 178858 w 195519"/>
                  <a:gd name="connsiteY18" fmla="*/ 98184 h 195644"/>
                  <a:gd name="connsiteX19" fmla="*/ 177954 w 195519"/>
                  <a:gd name="connsiteY19" fmla="*/ 110299 h 195644"/>
                  <a:gd name="connsiteX20" fmla="*/ 97760 w 195519"/>
                  <a:gd name="connsiteY20" fmla="*/ 179054 h 195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5519" h="195644">
                    <a:moveTo>
                      <a:pt x="858" y="110118"/>
                    </a:moveTo>
                    <a:cubicBezTo>
                      <a:pt x="6909" y="158351"/>
                      <a:pt x="47999" y="195644"/>
                      <a:pt x="97805" y="195644"/>
                    </a:cubicBezTo>
                    <a:cubicBezTo>
                      <a:pt x="147611" y="195644"/>
                      <a:pt x="188701" y="158306"/>
                      <a:pt x="194752" y="110073"/>
                    </a:cubicBezTo>
                    <a:cubicBezTo>
                      <a:pt x="195204" y="106185"/>
                      <a:pt x="195520" y="102162"/>
                      <a:pt x="195520" y="98139"/>
                    </a:cubicBezTo>
                    <a:cubicBezTo>
                      <a:pt x="195520" y="94432"/>
                      <a:pt x="195384" y="91087"/>
                      <a:pt x="194978" y="87470"/>
                    </a:cubicBezTo>
                    <a:cubicBezTo>
                      <a:pt x="189920" y="38152"/>
                      <a:pt x="148378" y="0"/>
                      <a:pt x="97805" y="0"/>
                    </a:cubicBezTo>
                    <a:cubicBezTo>
                      <a:pt x="47232" y="0"/>
                      <a:pt x="5780" y="38333"/>
                      <a:pt x="632" y="87470"/>
                    </a:cubicBezTo>
                    <a:lnTo>
                      <a:pt x="542" y="87470"/>
                    </a:lnTo>
                    <a:cubicBezTo>
                      <a:pt x="135" y="91087"/>
                      <a:pt x="0" y="94432"/>
                      <a:pt x="0" y="98139"/>
                    </a:cubicBezTo>
                    <a:cubicBezTo>
                      <a:pt x="0" y="102162"/>
                      <a:pt x="271" y="106185"/>
                      <a:pt x="768" y="110073"/>
                    </a:cubicBezTo>
                    <a:moveTo>
                      <a:pt x="97805" y="179009"/>
                    </a:moveTo>
                    <a:cubicBezTo>
                      <a:pt x="57166" y="179009"/>
                      <a:pt x="23526" y="149129"/>
                      <a:pt x="17610" y="110118"/>
                    </a:cubicBezTo>
                    <a:lnTo>
                      <a:pt x="17520" y="110118"/>
                    </a:lnTo>
                    <a:cubicBezTo>
                      <a:pt x="16933" y="106185"/>
                      <a:pt x="16617" y="102252"/>
                      <a:pt x="16617" y="98139"/>
                    </a:cubicBezTo>
                    <a:cubicBezTo>
                      <a:pt x="16617" y="94567"/>
                      <a:pt x="16798" y="91222"/>
                      <a:pt x="17249" y="87787"/>
                    </a:cubicBezTo>
                    <a:lnTo>
                      <a:pt x="17294" y="87787"/>
                    </a:lnTo>
                    <a:cubicBezTo>
                      <a:pt x="22216" y="47691"/>
                      <a:pt x="56353" y="16635"/>
                      <a:pt x="97760" y="16635"/>
                    </a:cubicBezTo>
                    <a:cubicBezTo>
                      <a:pt x="139167" y="16635"/>
                      <a:pt x="173258" y="47510"/>
                      <a:pt x="178180" y="87651"/>
                    </a:cubicBezTo>
                    <a:cubicBezTo>
                      <a:pt x="178632" y="91177"/>
                      <a:pt x="178858" y="94567"/>
                      <a:pt x="178858" y="98184"/>
                    </a:cubicBezTo>
                    <a:cubicBezTo>
                      <a:pt x="178858" y="102343"/>
                      <a:pt x="178541" y="106321"/>
                      <a:pt x="177954" y="110299"/>
                    </a:cubicBezTo>
                    <a:cubicBezTo>
                      <a:pt x="172039" y="149310"/>
                      <a:pt x="138399" y="179054"/>
                      <a:pt x="97760" y="179054"/>
                    </a:cubicBezTo>
                    <a:close/>
                  </a:path>
                </a:pathLst>
              </a:custGeom>
              <a:solidFill>
                <a:srgbClr val="28509C"/>
              </a:solidFill>
              <a:ln w="44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4F7F1DE0-4881-CE39-9454-0461B3D2D9A9}"/>
                  </a:ext>
                </a:extLst>
              </p:cNvPr>
              <p:cNvSpPr/>
              <p:nvPr/>
            </p:nvSpPr>
            <p:spPr>
              <a:xfrm>
                <a:off x="11918450" y="6275342"/>
                <a:ext cx="26550" cy="26580"/>
              </a:xfrm>
              <a:custGeom>
                <a:avLst/>
                <a:gdLst>
                  <a:gd name="connsiteX0" fmla="*/ 0 w 26550"/>
                  <a:gd name="connsiteY0" fmla="*/ 13245 h 26580"/>
                  <a:gd name="connsiteX1" fmla="*/ 13321 w 26550"/>
                  <a:gd name="connsiteY1" fmla="*/ 0 h 26580"/>
                  <a:gd name="connsiteX2" fmla="*/ 26551 w 26550"/>
                  <a:gd name="connsiteY2" fmla="*/ 13245 h 26580"/>
                  <a:gd name="connsiteX3" fmla="*/ 13321 w 26550"/>
                  <a:gd name="connsiteY3" fmla="*/ 26580 h 26580"/>
                  <a:gd name="connsiteX4" fmla="*/ 0 w 26550"/>
                  <a:gd name="connsiteY4" fmla="*/ 13245 h 26580"/>
                  <a:gd name="connsiteX5" fmla="*/ 24429 w 26550"/>
                  <a:gd name="connsiteY5" fmla="*/ 13245 h 26580"/>
                  <a:gd name="connsiteX6" fmla="*/ 13321 w 26550"/>
                  <a:gd name="connsiteY6" fmla="*/ 1763 h 26580"/>
                  <a:gd name="connsiteX7" fmla="*/ 2122 w 26550"/>
                  <a:gd name="connsiteY7" fmla="*/ 13245 h 26580"/>
                  <a:gd name="connsiteX8" fmla="*/ 13321 w 26550"/>
                  <a:gd name="connsiteY8" fmla="*/ 24817 h 26580"/>
                  <a:gd name="connsiteX9" fmla="*/ 24429 w 26550"/>
                  <a:gd name="connsiteY9" fmla="*/ 13245 h 26580"/>
                  <a:gd name="connsiteX10" fmla="*/ 19913 w 26550"/>
                  <a:gd name="connsiteY10" fmla="*/ 20658 h 26580"/>
                  <a:gd name="connsiteX11" fmla="*/ 17746 w 26550"/>
                  <a:gd name="connsiteY11" fmla="*/ 20658 h 26580"/>
                  <a:gd name="connsiteX12" fmla="*/ 13501 w 26550"/>
                  <a:gd name="connsiteY12" fmla="*/ 13833 h 26580"/>
                  <a:gd name="connsiteX13" fmla="*/ 10160 w 26550"/>
                  <a:gd name="connsiteY13" fmla="*/ 13833 h 26580"/>
                  <a:gd name="connsiteX14" fmla="*/ 10160 w 26550"/>
                  <a:gd name="connsiteY14" fmla="*/ 20658 h 26580"/>
                  <a:gd name="connsiteX15" fmla="*/ 8354 w 26550"/>
                  <a:gd name="connsiteY15" fmla="*/ 20658 h 26580"/>
                  <a:gd name="connsiteX16" fmla="*/ 8354 w 26550"/>
                  <a:gd name="connsiteY16" fmla="*/ 5831 h 26580"/>
                  <a:gd name="connsiteX17" fmla="*/ 14856 w 26550"/>
                  <a:gd name="connsiteY17" fmla="*/ 5831 h 26580"/>
                  <a:gd name="connsiteX18" fmla="*/ 20094 w 26550"/>
                  <a:gd name="connsiteY18" fmla="*/ 9764 h 26580"/>
                  <a:gd name="connsiteX19" fmla="*/ 15443 w 26550"/>
                  <a:gd name="connsiteY19" fmla="*/ 13833 h 26580"/>
                  <a:gd name="connsiteX20" fmla="*/ 19913 w 26550"/>
                  <a:gd name="connsiteY20" fmla="*/ 20658 h 26580"/>
                  <a:gd name="connsiteX21" fmla="*/ 12959 w 26550"/>
                  <a:gd name="connsiteY21" fmla="*/ 12386 h 26580"/>
                  <a:gd name="connsiteX22" fmla="*/ 18152 w 26550"/>
                  <a:gd name="connsiteY22" fmla="*/ 9719 h 26580"/>
                  <a:gd name="connsiteX23" fmla="*/ 14450 w 26550"/>
                  <a:gd name="connsiteY23" fmla="*/ 7142 h 26580"/>
                  <a:gd name="connsiteX24" fmla="*/ 10205 w 26550"/>
                  <a:gd name="connsiteY24" fmla="*/ 7142 h 26580"/>
                  <a:gd name="connsiteX25" fmla="*/ 10205 w 26550"/>
                  <a:gd name="connsiteY25" fmla="*/ 12386 h 26580"/>
                  <a:gd name="connsiteX26" fmla="*/ 12959 w 26550"/>
                  <a:gd name="connsiteY26" fmla="*/ 12386 h 26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6550" h="26580">
                    <a:moveTo>
                      <a:pt x="0" y="13245"/>
                    </a:moveTo>
                    <a:cubicBezTo>
                      <a:pt x="0" y="5967"/>
                      <a:pt x="5960" y="0"/>
                      <a:pt x="13321" y="0"/>
                    </a:cubicBezTo>
                    <a:cubicBezTo>
                      <a:pt x="20681" y="0"/>
                      <a:pt x="26551" y="5967"/>
                      <a:pt x="26551" y="13245"/>
                    </a:cubicBezTo>
                    <a:cubicBezTo>
                      <a:pt x="26551" y="20523"/>
                      <a:pt x="20636" y="26580"/>
                      <a:pt x="13321" y="26580"/>
                    </a:cubicBezTo>
                    <a:cubicBezTo>
                      <a:pt x="6006" y="26580"/>
                      <a:pt x="0" y="20613"/>
                      <a:pt x="0" y="13245"/>
                    </a:cubicBezTo>
                    <a:close/>
                    <a:moveTo>
                      <a:pt x="24429" y="13245"/>
                    </a:moveTo>
                    <a:cubicBezTo>
                      <a:pt x="24429" y="6781"/>
                      <a:pt x="19733" y="1763"/>
                      <a:pt x="13321" y="1763"/>
                    </a:cubicBezTo>
                    <a:cubicBezTo>
                      <a:pt x="6909" y="1763"/>
                      <a:pt x="2122" y="6826"/>
                      <a:pt x="2122" y="13245"/>
                    </a:cubicBezTo>
                    <a:cubicBezTo>
                      <a:pt x="2122" y="19664"/>
                      <a:pt x="6863" y="24817"/>
                      <a:pt x="13321" y="24817"/>
                    </a:cubicBezTo>
                    <a:cubicBezTo>
                      <a:pt x="19778" y="24817"/>
                      <a:pt x="24429" y="19754"/>
                      <a:pt x="24429" y="13245"/>
                    </a:cubicBezTo>
                    <a:close/>
                    <a:moveTo>
                      <a:pt x="19913" y="20658"/>
                    </a:moveTo>
                    <a:lnTo>
                      <a:pt x="17746" y="20658"/>
                    </a:lnTo>
                    <a:lnTo>
                      <a:pt x="13501" y="13833"/>
                    </a:lnTo>
                    <a:lnTo>
                      <a:pt x="10160" y="13833"/>
                    </a:lnTo>
                    <a:lnTo>
                      <a:pt x="10160" y="20658"/>
                    </a:lnTo>
                    <a:lnTo>
                      <a:pt x="8354" y="20658"/>
                    </a:lnTo>
                    <a:lnTo>
                      <a:pt x="8354" y="5831"/>
                    </a:lnTo>
                    <a:lnTo>
                      <a:pt x="14856" y="5831"/>
                    </a:lnTo>
                    <a:cubicBezTo>
                      <a:pt x="18784" y="5831"/>
                      <a:pt x="20094" y="7323"/>
                      <a:pt x="20094" y="9764"/>
                    </a:cubicBezTo>
                    <a:cubicBezTo>
                      <a:pt x="20094" y="12657"/>
                      <a:pt x="18062" y="13742"/>
                      <a:pt x="15443" y="13833"/>
                    </a:cubicBezTo>
                    <a:lnTo>
                      <a:pt x="19913" y="20658"/>
                    </a:lnTo>
                    <a:close/>
                    <a:moveTo>
                      <a:pt x="12959" y="12386"/>
                    </a:moveTo>
                    <a:cubicBezTo>
                      <a:pt x="15082" y="12386"/>
                      <a:pt x="18152" y="12748"/>
                      <a:pt x="18152" y="9719"/>
                    </a:cubicBezTo>
                    <a:cubicBezTo>
                      <a:pt x="18152" y="7414"/>
                      <a:pt x="16256" y="7142"/>
                      <a:pt x="14450" y="7142"/>
                    </a:cubicBezTo>
                    <a:lnTo>
                      <a:pt x="10205" y="7142"/>
                    </a:lnTo>
                    <a:lnTo>
                      <a:pt x="10205" y="12386"/>
                    </a:lnTo>
                    <a:lnTo>
                      <a:pt x="12959" y="12386"/>
                    </a:lnTo>
                    <a:close/>
                  </a:path>
                </a:pathLst>
              </a:custGeom>
              <a:solidFill>
                <a:srgbClr val="28509C"/>
              </a:solidFill>
              <a:ln w="44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A7811FA-09CE-E20A-25C2-8B218F80169B}"/>
                </a:ext>
              </a:extLst>
            </p:cNvPr>
            <p:cNvSpPr/>
            <p:nvPr/>
          </p:nvSpPr>
          <p:spPr>
            <a:xfrm>
              <a:off x="10747680" y="6276970"/>
              <a:ext cx="44025" cy="25721"/>
            </a:xfrm>
            <a:custGeom>
              <a:avLst/>
              <a:gdLst>
                <a:gd name="connsiteX0" fmla="*/ 9573 w 44025"/>
                <a:gd name="connsiteY0" fmla="*/ 2757 h 25721"/>
                <a:gd name="connsiteX1" fmla="*/ 5915 w 44025"/>
                <a:gd name="connsiteY1" fmla="*/ 4837 h 25721"/>
                <a:gd name="connsiteX2" fmla="*/ 2709 w 44025"/>
                <a:gd name="connsiteY2" fmla="*/ 7278 h 25721"/>
                <a:gd name="connsiteX3" fmla="*/ 1716 w 44025"/>
                <a:gd name="connsiteY3" fmla="*/ 9493 h 25721"/>
                <a:gd name="connsiteX4" fmla="*/ 406 w 44025"/>
                <a:gd name="connsiteY4" fmla="*/ 11391 h 25721"/>
                <a:gd name="connsiteX5" fmla="*/ 90 w 44025"/>
                <a:gd name="connsiteY5" fmla="*/ 12070 h 25721"/>
                <a:gd name="connsiteX6" fmla="*/ 0 w 44025"/>
                <a:gd name="connsiteY6" fmla="*/ 12748 h 25721"/>
                <a:gd name="connsiteX7" fmla="*/ 181 w 44025"/>
                <a:gd name="connsiteY7" fmla="*/ 13516 h 25721"/>
                <a:gd name="connsiteX8" fmla="*/ 1400 w 44025"/>
                <a:gd name="connsiteY8" fmla="*/ 16861 h 25721"/>
                <a:gd name="connsiteX9" fmla="*/ 3522 w 44025"/>
                <a:gd name="connsiteY9" fmla="*/ 18172 h 25721"/>
                <a:gd name="connsiteX10" fmla="*/ 5960 w 44025"/>
                <a:gd name="connsiteY10" fmla="*/ 20930 h 25721"/>
                <a:gd name="connsiteX11" fmla="*/ 7721 w 44025"/>
                <a:gd name="connsiteY11" fmla="*/ 22602 h 25721"/>
                <a:gd name="connsiteX12" fmla="*/ 10250 w 44025"/>
                <a:gd name="connsiteY12" fmla="*/ 23823 h 25721"/>
                <a:gd name="connsiteX13" fmla="*/ 12779 w 44025"/>
                <a:gd name="connsiteY13" fmla="*/ 24591 h 25721"/>
                <a:gd name="connsiteX14" fmla="*/ 16346 w 44025"/>
                <a:gd name="connsiteY14" fmla="*/ 24591 h 25721"/>
                <a:gd name="connsiteX15" fmla="*/ 18694 w 44025"/>
                <a:gd name="connsiteY15" fmla="*/ 25043 h 25721"/>
                <a:gd name="connsiteX16" fmla="*/ 21223 w 44025"/>
                <a:gd name="connsiteY16" fmla="*/ 25269 h 25721"/>
                <a:gd name="connsiteX17" fmla="*/ 24654 w 44025"/>
                <a:gd name="connsiteY17" fmla="*/ 25495 h 25721"/>
                <a:gd name="connsiteX18" fmla="*/ 27951 w 44025"/>
                <a:gd name="connsiteY18" fmla="*/ 25721 h 25721"/>
                <a:gd name="connsiteX19" fmla="*/ 32060 w 44025"/>
                <a:gd name="connsiteY19" fmla="*/ 25405 h 25721"/>
                <a:gd name="connsiteX20" fmla="*/ 35175 w 44025"/>
                <a:gd name="connsiteY20" fmla="*/ 24501 h 25721"/>
                <a:gd name="connsiteX21" fmla="*/ 38923 w 44025"/>
                <a:gd name="connsiteY21" fmla="*/ 22964 h 25721"/>
                <a:gd name="connsiteX22" fmla="*/ 40594 w 44025"/>
                <a:gd name="connsiteY22" fmla="*/ 21065 h 25721"/>
                <a:gd name="connsiteX23" fmla="*/ 42491 w 44025"/>
                <a:gd name="connsiteY23" fmla="*/ 19302 h 25721"/>
                <a:gd name="connsiteX24" fmla="*/ 44026 w 44025"/>
                <a:gd name="connsiteY24" fmla="*/ 16861 h 25721"/>
                <a:gd name="connsiteX25" fmla="*/ 43935 w 44025"/>
                <a:gd name="connsiteY25" fmla="*/ 14330 h 25721"/>
                <a:gd name="connsiteX26" fmla="*/ 43258 w 44025"/>
                <a:gd name="connsiteY26" fmla="*/ 10668 h 25721"/>
                <a:gd name="connsiteX27" fmla="*/ 39285 w 44025"/>
                <a:gd name="connsiteY27" fmla="*/ 4882 h 25721"/>
                <a:gd name="connsiteX28" fmla="*/ 35762 w 44025"/>
                <a:gd name="connsiteY28" fmla="*/ 2215 h 25721"/>
                <a:gd name="connsiteX29" fmla="*/ 34001 w 44025"/>
                <a:gd name="connsiteY29" fmla="*/ 1356 h 25721"/>
                <a:gd name="connsiteX30" fmla="*/ 32692 w 44025"/>
                <a:gd name="connsiteY30" fmla="*/ 859 h 25721"/>
                <a:gd name="connsiteX31" fmla="*/ 31428 w 44025"/>
                <a:gd name="connsiteY31" fmla="*/ 678 h 25721"/>
                <a:gd name="connsiteX32" fmla="*/ 27319 w 44025"/>
                <a:gd name="connsiteY32" fmla="*/ 994 h 25721"/>
                <a:gd name="connsiteX33" fmla="*/ 23210 w 44025"/>
                <a:gd name="connsiteY33" fmla="*/ 316 h 25721"/>
                <a:gd name="connsiteX34" fmla="*/ 21223 w 44025"/>
                <a:gd name="connsiteY34" fmla="*/ 0 h 25721"/>
                <a:gd name="connsiteX35" fmla="*/ 18694 w 44025"/>
                <a:gd name="connsiteY35" fmla="*/ 542 h 25721"/>
                <a:gd name="connsiteX36" fmla="*/ 15353 w 44025"/>
                <a:gd name="connsiteY36" fmla="*/ 994 h 25721"/>
                <a:gd name="connsiteX37" fmla="*/ 13230 w 44025"/>
                <a:gd name="connsiteY37" fmla="*/ 1763 h 25721"/>
                <a:gd name="connsiteX38" fmla="*/ 9573 w 44025"/>
                <a:gd name="connsiteY38" fmla="*/ 2757 h 25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4025" h="25721">
                  <a:moveTo>
                    <a:pt x="9573" y="2757"/>
                  </a:moveTo>
                  <a:lnTo>
                    <a:pt x="5915" y="4837"/>
                  </a:lnTo>
                  <a:lnTo>
                    <a:pt x="2709" y="7278"/>
                  </a:lnTo>
                  <a:lnTo>
                    <a:pt x="1716" y="9493"/>
                  </a:lnTo>
                  <a:lnTo>
                    <a:pt x="406" y="11391"/>
                  </a:lnTo>
                  <a:lnTo>
                    <a:pt x="90" y="12070"/>
                  </a:lnTo>
                  <a:lnTo>
                    <a:pt x="0" y="12748"/>
                  </a:lnTo>
                  <a:lnTo>
                    <a:pt x="181" y="13516"/>
                  </a:lnTo>
                  <a:lnTo>
                    <a:pt x="1400" y="16861"/>
                  </a:lnTo>
                  <a:lnTo>
                    <a:pt x="3522" y="18172"/>
                  </a:lnTo>
                  <a:lnTo>
                    <a:pt x="5960" y="20930"/>
                  </a:lnTo>
                  <a:lnTo>
                    <a:pt x="7721" y="22602"/>
                  </a:lnTo>
                  <a:lnTo>
                    <a:pt x="10250" y="23823"/>
                  </a:lnTo>
                  <a:lnTo>
                    <a:pt x="12779" y="24591"/>
                  </a:lnTo>
                  <a:lnTo>
                    <a:pt x="16346" y="24591"/>
                  </a:lnTo>
                  <a:lnTo>
                    <a:pt x="18694" y="25043"/>
                  </a:lnTo>
                  <a:lnTo>
                    <a:pt x="21223" y="25269"/>
                  </a:lnTo>
                  <a:lnTo>
                    <a:pt x="24654" y="25495"/>
                  </a:lnTo>
                  <a:lnTo>
                    <a:pt x="27951" y="25721"/>
                  </a:lnTo>
                  <a:lnTo>
                    <a:pt x="32060" y="25405"/>
                  </a:lnTo>
                  <a:lnTo>
                    <a:pt x="35175" y="24501"/>
                  </a:lnTo>
                  <a:lnTo>
                    <a:pt x="38923" y="22964"/>
                  </a:lnTo>
                  <a:lnTo>
                    <a:pt x="40594" y="21065"/>
                  </a:lnTo>
                  <a:lnTo>
                    <a:pt x="42491" y="19302"/>
                  </a:lnTo>
                  <a:lnTo>
                    <a:pt x="44026" y="16861"/>
                  </a:lnTo>
                  <a:lnTo>
                    <a:pt x="43935" y="14330"/>
                  </a:lnTo>
                  <a:lnTo>
                    <a:pt x="43258" y="10668"/>
                  </a:lnTo>
                  <a:lnTo>
                    <a:pt x="39285" y="4882"/>
                  </a:lnTo>
                  <a:lnTo>
                    <a:pt x="35762" y="2215"/>
                  </a:lnTo>
                  <a:lnTo>
                    <a:pt x="34001" y="1356"/>
                  </a:lnTo>
                  <a:lnTo>
                    <a:pt x="32692" y="859"/>
                  </a:lnTo>
                  <a:lnTo>
                    <a:pt x="31428" y="678"/>
                  </a:lnTo>
                  <a:lnTo>
                    <a:pt x="27319" y="994"/>
                  </a:lnTo>
                  <a:lnTo>
                    <a:pt x="23210" y="316"/>
                  </a:lnTo>
                  <a:lnTo>
                    <a:pt x="21223" y="0"/>
                  </a:lnTo>
                  <a:lnTo>
                    <a:pt x="18694" y="542"/>
                  </a:lnTo>
                  <a:lnTo>
                    <a:pt x="15353" y="994"/>
                  </a:lnTo>
                  <a:lnTo>
                    <a:pt x="13230" y="1763"/>
                  </a:lnTo>
                  <a:lnTo>
                    <a:pt x="9573" y="2757"/>
                  </a:lnTo>
                </a:path>
              </a:pathLst>
            </a:custGeom>
            <a:solidFill>
              <a:srgbClr val="F26531"/>
            </a:solidFill>
            <a:ln w="4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BAAAABF-D623-4B75-4AA9-EA3CFE456CB8}"/>
                </a:ext>
              </a:extLst>
            </p:cNvPr>
            <p:cNvSpPr/>
            <p:nvPr/>
          </p:nvSpPr>
          <p:spPr>
            <a:xfrm>
              <a:off x="10751247" y="6340165"/>
              <a:ext cx="37568" cy="9990"/>
            </a:xfrm>
            <a:custGeom>
              <a:avLst/>
              <a:gdLst>
                <a:gd name="connsiteX0" fmla="*/ 768 w 37568"/>
                <a:gd name="connsiteY0" fmla="*/ 226 h 9990"/>
                <a:gd name="connsiteX1" fmla="*/ 20500 w 37568"/>
                <a:gd name="connsiteY1" fmla="*/ 678 h 9990"/>
                <a:gd name="connsiteX2" fmla="*/ 23435 w 37568"/>
                <a:gd name="connsiteY2" fmla="*/ 90 h 9990"/>
                <a:gd name="connsiteX3" fmla="*/ 27228 w 37568"/>
                <a:gd name="connsiteY3" fmla="*/ 0 h 9990"/>
                <a:gd name="connsiteX4" fmla="*/ 31021 w 37568"/>
                <a:gd name="connsiteY4" fmla="*/ 407 h 9990"/>
                <a:gd name="connsiteX5" fmla="*/ 33911 w 37568"/>
                <a:gd name="connsiteY5" fmla="*/ 1221 h 9990"/>
                <a:gd name="connsiteX6" fmla="*/ 36124 w 37568"/>
                <a:gd name="connsiteY6" fmla="*/ 2712 h 9990"/>
                <a:gd name="connsiteX7" fmla="*/ 36937 w 37568"/>
                <a:gd name="connsiteY7" fmla="*/ 3752 h 9990"/>
                <a:gd name="connsiteX8" fmla="*/ 37433 w 37568"/>
                <a:gd name="connsiteY8" fmla="*/ 4837 h 9990"/>
                <a:gd name="connsiteX9" fmla="*/ 37569 w 37568"/>
                <a:gd name="connsiteY9" fmla="*/ 6012 h 9990"/>
                <a:gd name="connsiteX10" fmla="*/ 37207 w 37568"/>
                <a:gd name="connsiteY10" fmla="*/ 7233 h 9990"/>
                <a:gd name="connsiteX11" fmla="*/ 36349 w 37568"/>
                <a:gd name="connsiteY11" fmla="*/ 8408 h 9990"/>
                <a:gd name="connsiteX12" fmla="*/ 34814 w 37568"/>
                <a:gd name="connsiteY12" fmla="*/ 9538 h 9990"/>
                <a:gd name="connsiteX13" fmla="*/ 32557 w 37568"/>
                <a:gd name="connsiteY13" fmla="*/ 9990 h 9990"/>
                <a:gd name="connsiteX14" fmla="*/ 28538 w 37568"/>
                <a:gd name="connsiteY14" fmla="*/ 9990 h 9990"/>
                <a:gd name="connsiteX15" fmla="*/ 17701 w 37568"/>
                <a:gd name="connsiteY15" fmla="*/ 9176 h 9990"/>
                <a:gd name="connsiteX16" fmla="*/ 1174 w 37568"/>
                <a:gd name="connsiteY16" fmla="*/ 7278 h 9990"/>
                <a:gd name="connsiteX17" fmla="*/ 542 w 37568"/>
                <a:gd name="connsiteY17" fmla="*/ 7007 h 9990"/>
                <a:gd name="connsiteX18" fmla="*/ 181 w 37568"/>
                <a:gd name="connsiteY18" fmla="*/ 6374 h 9990"/>
                <a:gd name="connsiteX19" fmla="*/ 0 w 37568"/>
                <a:gd name="connsiteY19" fmla="*/ 4340 h 9990"/>
                <a:gd name="connsiteX20" fmla="*/ 768 w 37568"/>
                <a:gd name="connsiteY20" fmla="*/ 226 h 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7568" h="9990">
                  <a:moveTo>
                    <a:pt x="768" y="226"/>
                  </a:moveTo>
                  <a:lnTo>
                    <a:pt x="20500" y="678"/>
                  </a:lnTo>
                  <a:lnTo>
                    <a:pt x="23435" y="90"/>
                  </a:lnTo>
                  <a:lnTo>
                    <a:pt x="27228" y="0"/>
                  </a:lnTo>
                  <a:lnTo>
                    <a:pt x="31021" y="407"/>
                  </a:lnTo>
                  <a:lnTo>
                    <a:pt x="33911" y="1221"/>
                  </a:lnTo>
                  <a:lnTo>
                    <a:pt x="36124" y="2712"/>
                  </a:lnTo>
                  <a:lnTo>
                    <a:pt x="36937" y="3752"/>
                  </a:lnTo>
                  <a:lnTo>
                    <a:pt x="37433" y="4837"/>
                  </a:lnTo>
                  <a:lnTo>
                    <a:pt x="37569" y="6012"/>
                  </a:lnTo>
                  <a:lnTo>
                    <a:pt x="37207" y="7233"/>
                  </a:lnTo>
                  <a:lnTo>
                    <a:pt x="36349" y="8408"/>
                  </a:lnTo>
                  <a:lnTo>
                    <a:pt x="34814" y="9538"/>
                  </a:lnTo>
                  <a:lnTo>
                    <a:pt x="32557" y="9990"/>
                  </a:lnTo>
                  <a:lnTo>
                    <a:pt x="28538" y="9990"/>
                  </a:lnTo>
                  <a:lnTo>
                    <a:pt x="17701" y="9176"/>
                  </a:lnTo>
                  <a:lnTo>
                    <a:pt x="1174" y="7278"/>
                  </a:lnTo>
                  <a:lnTo>
                    <a:pt x="542" y="7007"/>
                  </a:lnTo>
                  <a:lnTo>
                    <a:pt x="181" y="6374"/>
                  </a:lnTo>
                  <a:lnTo>
                    <a:pt x="0" y="4340"/>
                  </a:lnTo>
                  <a:lnTo>
                    <a:pt x="768" y="226"/>
                  </a:lnTo>
                </a:path>
              </a:pathLst>
            </a:custGeom>
            <a:solidFill>
              <a:srgbClr val="ED1849"/>
            </a:solidFill>
            <a:ln w="4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44269F6-CC2C-C9ED-BC52-4619402AE7BF}"/>
                </a:ext>
              </a:extLst>
            </p:cNvPr>
            <p:cNvSpPr/>
            <p:nvPr/>
          </p:nvSpPr>
          <p:spPr>
            <a:xfrm>
              <a:off x="10753144" y="6358609"/>
              <a:ext cx="36214" cy="9809"/>
            </a:xfrm>
            <a:custGeom>
              <a:avLst/>
              <a:gdLst>
                <a:gd name="connsiteX0" fmla="*/ 4425 w 36214"/>
                <a:gd name="connsiteY0" fmla="*/ 0 h 9809"/>
                <a:gd name="connsiteX1" fmla="*/ 6141 w 36214"/>
                <a:gd name="connsiteY1" fmla="*/ 1040 h 9809"/>
                <a:gd name="connsiteX2" fmla="*/ 7225 w 36214"/>
                <a:gd name="connsiteY2" fmla="*/ 1673 h 9809"/>
                <a:gd name="connsiteX3" fmla="*/ 8444 w 36214"/>
                <a:gd name="connsiteY3" fmla="*/ 1989 h 9809"/>
                <a:gd name="connsiteX4" fmla="*/ 9302 w 36214"/>
                <a:gd name="connsiteY4" fmla="*/ 1808 h 9809"/>
                <a:gd name="connsiteX5" fmla="*/ 10295 w 36214"/>
                <a:gd name="connsiteY5" fmla="*/ 1356 h 9809"/>
                <a:gd name="connsiteX6" fmla="*/ 11289 w 36214"/>
                <a:gd name="connsiteY6" fmla="*/ 859 h 9809"/>
                <a:gd name="connsiteX7" fmla="*/ 12282 w 36214"/>
                <a:gd name="connsiteY7" fmla="*/ 633 h 9809"/>
                <a:gd name="connsiteX8" fmla="*/ 13998 w 36214"/>
                <a:gd name="connsiteY8" fmla="*/ 1266 h 9809"/>
                <a:gd name="connsiteX9" fmla="*/ 15849 w 36214"/>
                <a:gd name="connsiteY9" fmla="*/ 1899 h 9809"/>
                <a:gd name="connsiteX10" fmla="*/ 17385 w 36214"/>
                <a:gd name="connsiteY10" fmla="*/ 1401 h 9809"/>
                <a:gd name="connsiteX11" fmla="*/ 18965 w 36214"/>
                <a:gd name="connsiteY11" fmla="*/ 949 h 9809"/>
                <a:gd name="connsiteX12" fmla="*/ 20816 w 36214"/>
                <a:gd name="connsiteY12" fmla="*/ 1627 h 9809"/>
                <a:gd name="connsiteX13" fmla="*/ 21719 w 36214"/>
                <a:gd name="connsiteY13" fmla="*/ 1989 h 9809"/>
                <a:gd name="connsiteX14" fmla="*/ 22622 w 36214"/>
                <a:gd name="connsiteY14" fmla="*/ 1989 h 9809"/>
                <a:gd name="connsiteX15" fmla="*/ 28357 w 36214"/>
                <a:gd name="connsiteY15" fmla="*/ 1221 h 9809"/>
                <a:gd name="connsiteX16" fmla="*/ 32737 w 36214"/>
                <a:gd name="connsiteY16" fmla="*/ 1944 h 9809"/>
                <a:gd name="connsiteX17" fmla="*/ 33008 w 36214"/>
                <a:gd name="connsiteY17" fmla="*/ 2125 h 9809"/>
                <a:gd name="connsiteX18" fmla="*/ 33144 w 36214"/>
                <a:gd name="connsiteY18" fmla="*/ 2351 h 9809"/>
                <a:gd name="connsiteX19" fmla="*/ 33008 w 36214"/>
                <a:gd name="connsiteY19" fmla="*/ 2893 h 9809"/>
                <a:gd name="connsiteX20" fmla="*/ 32827 w 36214"/>
                <a:gd name="connsiteY20" fmla="*/ 3481 h 9809"/>
                <a:gd name="connsiteX21" fmla="*/ 33008 w 36214"/>
                <a:gd name="connsiteY21" fmla="*/ 4023 h 9809"/>
                <a:gd name="connsiteX22" fmla="*/ 34092 w 36214"/>
                <a:gd name="connsiteY22" fmla="*/ 4656 h 9809"/>
                <a:gd name="connsiteX23" fmla="*/ 35311 w 36214"/>
                <a:gd name="connsiteY23" fmla="*/ 5153 h 9809"/>
                <a:gd name="connsiteX24" fmla="*/ 35808 w 36214"/>
                <a:gd name="connsiteY24" fmla="*/ 5515 h 9809"/>
                <a:gd name="connsiteX25" fmla="*/ 36124 w 36214"/>
                <a:gd name="connsiteY25" fmla="*/ 6057 h 9809"/>
                <a:gd name="connsiteX26" fmla="*/ 36214 w 36214"/>
                <a:gd name="connsiteY26" fmla="*/ 6871 h 9809"/>
                <a:gd name="connsiteX27" fmla="*/ 35988 w 36214"/>
                <a:gd name="connsiteY27" fmla="*/ 8001 h 9809"/>
                <a:gd name="connsiteX28" fmla="*/ 35627 w 36214"/>
                <a:gd name="connsiteY28" fmla="*/ 8544 h 9809"/>
                <a:gd name="connsiteX29" fmla="*/ 34814 w 36214"/>
                <a:gd name="connsiteY29" fmla="*/ 8996 h 9809"/>
                <a:gd name="connsiteX30" fmla="*/ 32331 w 36214"/>
                <a:gd name="connsiteY30" fmla="*/ 9538 h 9809"/>
                <a:gd name="connsiteX31" fmla="*/ 24474 w 36214"/>
                <a:gd name="connsiteY31" fmla="*/ 9809 h 9809"/>
                <a:gd name="connsiteX32" fmla="*/ 13230 w 36214"/>
                <a:gd name="connsiteY32" fmla="*/ 8363 h 9809"/>
                <a:gd name="connsiteX33" fmla="*/ 3477 w 36214"/>
                <a:gd name="connsiteY33" fmla="*/ 6555 h 9809"/>
                <a:gd name="connsiteX34" fmla="*/ 2032 w 36214"/>
                <a:gd name="connsiteY34" fmla="*/ 5967 h 9809"/>
                <a:gd name="connsiteX35" fmla="*/ 948 w 36214"/>
                <a:gd name="connsiteY35" fmla="*/ 4656 h 9809"/>
                <a:gd name="connsiteX36" fmla="*/ 226 w 36214"/>
                <a:gd name="connsiteY36" fmla="*/ 3119 h 9809"/>
                <a:gd name="connsiteX37" fmla="*/ 0 w 36214"/>
                <a:gd name="connsiteY37" fmla="*/ 1763 h 9809"/>
                <a:gd name="connsiteX38" fmla="*/ 4425 w 36214"/>
                <a:gd name="connsiteY38" fmla="*/ 0 h 9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6214" h="9809">
                  <a:moveTo>
                    <a:pt x="4425" y="0"/>
                  </a:moveTo>
                  <a:lnTo>
                    <a:pt x="6141" y="1040"/>
                  </a:lnTo>
                  <a:lnTo>
                    <a:pt x="7225" y="1673"/>
                  </a:lnTo>
                  <a:lnTo>
                    <a:pt x="8444" y="1989"/>
                  </a:lnTo>
                  <a:lnTo>
                    <a:pt x="9302" y="1808"/>
                  </a:lnTo>
                  <a:lnTo>
                    <a:pt x="10295" y="1356"/>
                  </a:lnTo>
                  <a:lnTo>
                    <a:pt x="11289" y="859"/>
                  </a:lnTo>
                  <a:lnTo>
                    <a:pt x="12282" y="633"/>
                  </a:lnTo>
                  <a:lnTo>
                    <a:pt x="13998" y="1266"/>
                  </a:lnTo>
                  <a:lnTo>
                    <a:pt x="15849" y="1899"/>
                  </a:lnTo>
                  <a:lnTo>
                    <a:pt x="17385" y="1401"/>
                  </a:lnTo>
                  <a:lnTo>
                    <a:pt x="18965" y="949"/>
                  </a:lnTo>
                  <a:lnTo>
                    <a:pt x="20816" y="1627"/>
                  </a:lnTo>
                  <a:lnTo>
                    <a:pt x="21719" y="1989"/>
                  </a:lnTo>
                  <a:lnTo>
                    <a:pt x="22622" y="1989"/>
                  </a:lnTo>
                  <a:lnTo>
                    <a:pt x="28357" y="1221"/>
                  </a:lnTo>
                  <a:lnTo>
                    <a:pt x="32737" y="1944"/>
                  </a:lnTo>
                  <a:lnTo>
                    <a:pt x="33008" y="2125"/>
                  </a:lnTo>
                  <a:lnTo>
                    <a:pt x="33144" y="2351"/>
                  </a:lnTo>
                  <a:lnTo>
                    <a:pt x="33008" y="2893"/>
                  </a:lnTo>
                  <a:lnTo>
                    <a:pt x="32827" y="3481"/>
                  </a:lnTo>
                  <a:lnTo>
                    <a:pt x="33008" y="4023"/>
                  </a:lnTo>
                  <a:lnTo>
                    <a:pt x="34092" y="4656"/>
                  </a:lnTo>
                  <a:lnTo>
                    <a:pt x="35311" y="5153"/>
                  </a:lnTo>
                  <a:lnTo>
                    <a:pt x="35808" y="5515"/>
                  </a:lnTo>
                  <a:lnTo>
                    <a:pt x="36124" y="6057"/>
                  </a:lnTo>
                  <a:lnTo>
                    <a:pt x="36214" y="6871"/>
                  </a:lnTo>
                  <a:lnTo>
                    <a:pt x="35988" y="8001"/>
                  </a:lnTo>
                  <a:lnTo>
                    <a:pt x="35627" y="8544"/>
                  </a:lnTo>
                  <a:lnTo>
                    <a:pt x="34814" y="8996"/>
                  </a:lnTo>
                  <a:lnTo>
                    <a:pt x="32331" y="9538"/>
                  </a:lnTo>
                  <a:lnTo>
                    <a:pt x="24474" y="9809"/>
                  </a:lnTo>
                  <a:lnTo>
                    <a:pt x="13230" y="8363"/>
                  </a:lnTo>
                  <a:lnTo>
                    <a:pt x="3477" y="6555"/>
                  </a:lnTo>
                  <a:lnTo>
                    <a:pt x="2032" y="5967"/>
                  </a:lnTo>
                  <a:lnTo>
                    <a:pt x="948" y="4656"/>
                  </a:lnTo>
                  <a:lnTo>
                    <a:pt x="226" y="3119"/>
                  </a:lnTo>
                  <a:lnTo>
                    <a:pt x="0" y="1763"/>
                  </a:lnTo>
                  <a:lnTo>
                    <a:pt x="4425" y="0"/>
                  </a:lnTo>
                </a:path>
              </a:pathLst>
            </a:custGeom>
            <a:solidFill>
              <a:srgbClr val="ED037C"/>
            </a:solidFill>
            <a:ln w="4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BA63403-8C1D-B6C3-5B04-440C7298C8C5}"/>
                </a:ext>
              </a:extLst>
            </p:cNvPr>
            <p:cNvSpPr/>
            <p:nvPr/>
          </p:nvSpPr>
          <p:spPr>
            <a:xfrm>
              <a:off x="10751383" y="6369232"/>
              <a:ext cx="37478" cy="10668"/>
            </a:xfrm>
            <a:custGeom>
              <a:avLst/>
              <a:gdLst>
                <a:gd name="connsiteX0" fmla="*/ 3522 w 37478"/>
                <a:gd name="connsiteY0" fmla="*/ 0 h 10668"/>
                <a:gd name="connsiteX1" fmla="*/ 6547 w 37478"/>
                <a:gd name="connsiteY1" fmla="*/ 1175 h 10668"/>
                <a:gd name="connsiteX2" fmla="*/ 8038 w 37478"/>
                <a:gd name="connsiteY2" fmla="*/ 1718 h 10668"/>
                <a:gd name="connsiteX3" fmla="*/ 9528 w 37478"/>
                <a:gd name="connsiteY3" fmla="*/ 1673 h 10668"/>
                <a:gd name="connsiteX4" fmla="*/ 22939 w 37478"/>
                <a:gd name="connsiteY4" fmla="*/ 1040 h 10668"/>
                <a:gd name="connsiteX5" fmla="*/ 28312 w 37478"/>
                <a:gd name="connsiteY5" fmla="*/ 1537 h 10668"/>
                <a:gd name="connsiteX6" fmla="*/ 32511 w 37478"/>
                <a:gd name="connsiteY6" fmla="*/ 2577 h 10668"/>
                <a:gd name="connsiteX7" fmla="*/ 34408 w 37478"/>
                <a:gd name="connsiteY7" fmla="*/ 3074 h 10668"/>
                <a:gd name="connsiteX8" fmla="*/ 35492 w 37478"/>
                <a:gd name="connsiteY8" fmla="*/ 3526 h 10668"/>
                <a:gd name="connsiteX9" fmla="*/ 36350 w 37478"/>
                <a:gd name="connsiteY9" fmla="*/ 4159 h 10668"/>
                <a:gd name="connsiteX10" fmla="*/ 37298 w 37478"/>
                <a:gd name="connsiteY10" fmla="*/ 5831 h 10668"/>
                <a:gd name="connsiteX11" fmla="*/ 37478 w 37478"/>
                <a:gd name="connsiteY11" fmla="*/ 7459 h 10668"/>
                <a:gd name="connsiteX12" fmla="*/ 37072 w 37478"/>
                <a:gd name="connsiteY12" fmla="*/ 8860 h 10668"/>
                <a:gd name="connsiteX13" fmla="*/ 36350 w 37478"/>
                <a:gd name="connsiteY13" fmla="*/ 9764 h 10668"/>
                <a:gd name="connsiteX14" fmla="*/ 36350 w 37478"/>
                <a:gd name="connsiteY14" fmla="*/ 10668 h 10668"/>
                <a:gd name="connsiteX15" fmla="*/ 23210 w 37478"/>
                <a:gd name="connsiteY15" fmla="*/ 10623 h 10668"/>
                <a:gd name="connsiteX16" fmla="*/ 18830 w 37478"/>
                <a:gd name="connsiteY16" fmla="*/ 10668 h 10668"/>
                <a:gd name="connsiteX17" fmla="*/ 14495 w 37478"/>
                <a:gd name="connsiteY17" fmla="*/ 10307 h 10668"/>
                <a:gd name="connsiteX18" fmla="*/ 10160 w 37478"/>
                <a:gd name="connsiteY18" fmla="*/ 9538 h 10668"/>
                <a:gd name="connsiteX19" fmla="*/ 6277 w 37478"/>
                <a:gd name="connsiteY19" fmla="*/ 8905 h 10668"/>
                <a:gd name="connsiteX20" fmla="*/ 3477 w 37478"/>
                <a:gd name="connsiteY20" fmla="*/ 8453 h 10668"/>
                <a:gd name="connsiteX21" fmla="*/ 2348 w 37478"/>
                <a:gd name="connsiteY21" fmla="*/ 8182 h 10668"/>
                <a:gd name="connsiteX22" fmla="*/ 1580 w 37478"/>
                <a:gd name="connsiteY22" fmla="*/ 7459 h 10668"/>
                <a:gd name="connsiteX23" fmla="*/ 497 w 37478"/>
                <a:gd name="connsiteY23" fmla="*/ 5153 h 10668"/>
                <a:gd name="connsiteX24" fmla="*/ 0 w 37478"/>
                <a:gd name="connsiteY24" fmla="*/ 2667 h 10668"/>
                <a:gd name="connsiteX25" fmla="*/ 3522 w 37478"/>
                <a:gd name="connsiteY25" fmla="*/ 0 h 10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7478" h="10668">
                  <a:moveTo>
                    <a:pt x="3522" y="0"/>
                  </a:moveTo>
                  <a:lnTo>
                    <a:pt x="6547" y="1175"/>
                  </a:lnTo>
                  <a:lnTo>
                    <a:pt x="8038" y="1718"/>
                  </a:lnTo>
                  <a:lnTo>
                    <a:pt x="9528" y="1673"/>
                  </a:lnTo>
                  <a:lnTo>
                    <a:pt x="22939" y="1040"/>
                  </a:lnTo>
                  <a:lnTo>
                    <a:pt x="28312" y="1537"/>
                  </a:lnTo>
                  <a:lnTo>
                    <a:pt x="32511" y="2577"/>
                  </a:lnTo>
                  <a:lnTo>
                    <a:pt x="34408" y="3074"/>
                  </a:lnTo>
                  <a:lnTo>
                    <a:pt x="35492" y="3526"/>
                  </a:lnTo>
                  <a:lnTo>
                    <a:pt x="36350" y="4159"/>
                  </a:lnTo>
                  <a:lnTo>
                    <a:pt x="37298" y="5831"/>
                  </a:lnTo>
                  <a:lnTo>
                    <a:pt x="37478" y="7459"/>
                  </a:lnTo>
                  <a:lnTo>
                    <a:pt x="37072" y="8860"/>
                  </a:lnTo>
                  <a:lnTo>
                    <a:pt x="36350" y="9764"/>
                  </a:lnTo>
                  <a:lnTo>
                    <a:pt x="36350" y="10668"/>
                  </a:lnTo>
                  <a:lnTo>
                    <a:pt x="23210" y="10623"/>
                  </a:lnTo>
                  <a:lnTo>
                    <a:pt x="18830" y="10668"/>
                  </a:lnTo>
                  <a:lnTo>
                    <a:pt x="14495" y="10307"/>
                  </a:lnTo>
                  <a:lnTo>
                    <a:pt x="10160" y="9538"/>
                  </a:lnTo>
                  <a:lnTo>
                    <a:pt x="6277" y="8905"/>
                  </a:lnTo>
                  <a:lnTo>
                    <a:pt x="3477" y="8453"/>
                  </a:lnTo>
                  <a:lnTo>
                    <a:pt x="2348" y="8182"/>
                  </a:lnTo>
                  <a:lnTo>
                    <a:pt x="1580" y="7459"/>
                  </a:lnTo>
                  <a:lnTo>
                    <a:pt x="497" y="5153"/>
                  </a:lnTo>
                  <a:lnTo>
                    <a:pt x="0" y="2667"/>
                  </a:lnTo>
                  <a:lnTo>
                    <a:pt x="3522" y="0"/>
                  </a:lnTo>
                </a:path>
              </a:pathLst>
            </a:custGeom>
            <a:solidFill>
              <a:srgbClr val="ED037C"/>
            </a:solidFill>
            <a:ln w="4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8058AFF-BB7A-B2B4-40D0-CE4E712A07D4}"/>
                </a:ext>
              </a:extLst>
            </p:cNvPr>
            <p:cNvSpPr/>
            <p:nvPr/>
          </p:nvSpPr>
          <p:spPr>
            <a:xfrm>
              <a:off x="10751428" y="6384918"/>
              <a:ext cx="38110" cy="17494"/>
            </a:xfrm>
            <a:custGeom>
              <a:avLst/>
              <a:gdLst>
                <a:gd name="connsiteX0" fmla="*/ 4470 w 38110"/>
                <a:gd name="connsiteY0" fmla="*/ 0 h 17494"/>
                <a:gd name="connsiteX1" fmla="*/ 10431 w 38110"/>
                <a:gd name="connsiteY1" fmla="*/ 768 h 17494"/>
                <a:gd name="connsiteX2" fmla="*/ 12418 w 38110"/>
                <a:gd name="connsiteY2" fmla="*/ 994 h 17494"/>
                <a:gd name="connsiteX3" fmla="*/ 14133 w 38110"/>
                <a:gd name="connsiteY3" fmla="*/ 678 h 17494"/>
                <a:gd name="connsiteX4" fmla="*/ 16436 w 38110"/>
                <a:gd name="connsiteY4" fmla="*/ 452 h 17494"/>
                <a:gd name="connsiteX5" fmla="*/ 20049 w 38110"/>
                <a:gd name="connsiteY5" fmla="*/ 723 h 17494"/>
                <a:gd name="connsiteX6" fmla="*/ 25241 w 38110"/>
                <a:gd name="connsiteY6" fmla="*/ 814 h 17494"/>
                <a:gd name="connsiteX7" fmla="*/ 30479 w 38110"/>
                <a:gd name="connsiteY7" fmla="*/ 542 h 17494"/>
                <a:gd name="connsiteX8" fmla="*/ 32286 w 38110"/>
                <a:gd name="connsiteY8" fmla="*/ 497 h 17494"/>
                <a:gd name="connsiteX9" fmla="*/ 33821 w 38110"/>
                <a:gd name="connsiteY9" fmla="*/ 1130 h 17494"/>
                <a:gd name="connsiteX10" fmla="*/ 36530 w 38110"/>
                <a:gd name="connsiteY10" fmla="*/ 3390 h 17494"/>
                <a:gd name="connsiteX11" fmla="*/ 37433 w 38110"/>
                <a:gd name="connsiteY11" fmla="*/ 4520 h 17494"/>
                <a:gd name="connsiteX12" fmla="*/ 37975 w 38110"/>
                <a:gd name="connsiteY12" fmla="*/ 5831 h 17494"/>
                <a:gd name="connsiteX13" fmla="*/ 38111 w 38110"/>
                <a:gd name="connsiteY13" fmla="*/ 7278 h 17494"/>
                <a:gd name="connsiteX14" fmla="*/ 37749 w 38110"/>
                <a:gd name="connsiteY14" fmla="*/ 8724 h 17494"/>
                <a:gd name="connsiteX15" fmla="*/ 36169 w 38110"/>
                <a:gd name="connsiteY15" fmla="*/ 13154 h 17494"/>
                <a:gd name="connsiteX16" fmla="*/ 35266 w 38110"/>
                <a:gd name="connsiteY16" fmla="*/ 15098 h 17494"/>
                <a:gd name="connsiteX17" fmla="*/ 33956 w 38110"/>
                <a:gd name="connsiteY17" fmla="*/ 16680 h 17494"/>
                <a:gd name="connsiteX18" fmla="*/ 33189 w 38110"/>
                <a:gd name="connsiteY18" fmla="*/ 17042 h 17494"/>
                <a:gd name="connsiteX19" fmla="*/ 32286 w 38110"/>
                <a:gd name="connsiteY19" fmla="*/ 17087 h 17494"/>
                <a:gd name="connsiteX20" fmla="*/ 30073 w 38110"/>
                <a:gd name="connsiteY20" fmla="*/ 16680 h 17494"/>
                <a:gd name="connsiteX21" fmla="*/ 27770 w 38110"/>
                <a:gd name="connsiteY21" fmla="*/ 16048 h 17494"/>
                <a:gd name="connsiteX22" fmla="*/ 25783 w 38110"/>
                <a:gd name="connsiteY22" fmla="*/ 15776 h 17494"/>
                <a:gd name="connsiteX23" fmla="*/ 24338 w 38110"/>
                <a:gd name="connsiteY23" fmla="*/ 16138 h 17494"/>
                <a:gd name="connsiteX24" fmla="*/ 23074 w 38110"/>
                <a:gd name="connsiteY24" fmla="*/ 16771 h 17494"/>
                <a:gd name="connsiteX25" fmla="*/ 21765 w 38110"/>
                <a:gd name="connsiteY25" fmla="*/ 17313 h 17494"/>
                <a:gd name="connsiteX26" fmla="*/ 20274 w 38110"/>
                <a:gd name="connsiteY26" fmla="*/ 17494 h 17494"/>
                <a:gd name="connsiteX27" fmla="*/ 16030 w 38110"/>
                <a:gd name="connsiteY27" fmla="*/ 16364 h 17494"/>
                <a:gd name="connsiteX28" fmla="*/ 13637 w 38110"/>
                <a:gd name="connsiteY28" fmla="*/ 16048 h 17494"/>
                <a:gd name="connsiteX29" fmla="*/ 10882 w 38110"/>
                <a:gd name="connsiteY29" fmla="*/ 16500 h 17494"/>
                <a:gd name="connsiteX30" fmla="*/ 10160 w 38110"/>
                <a:gd name="connsiteY30" fmla="*/ 16590 h 17494"/>
                <a:gd name="connsiteX31" fmla="*/ 9482 w 38110"/>
                <a:gd name="connsiteY31" fmla="*/ 16274 h 17494"/>
                <a:gd name="connsiteX32" fmla="*/ 8760 w 38110"/>
                <a:gd name="connsiteY32" fmla="*/ 15912 h 17494"/>
                <a:gd name="connsiteX33" fmla="*/ 7992 w 38110"/>
                <a:gd name="connsiteY33" fmla="*/ 15731 h 17494"/>
                <a:gd name="connsiteX34" fmla="*/ 6322 w 38110"/>
                <a:gd name="connsiteY34" fmla="*/ 15686 h 17494"/>
                <a:gd name="connsiteX35" fmla="*/ 5689 w 38110"/>
                <a:gd name="connsiteY35" fmla="*/ 15460 h 17494"/>
                <a:gd name="connsiteX36" fmla="*/ 5373 w 38110"/>
                <a:gd name="connsiteY36" fmla="*/ 15098 h 17494"/>
                <a:gd name="connsiteX37" fmla="*/ 3341 w 38110"/>
                <a:gd name="connsiteY37" fmla="*/ 11979 h 17494"/>
                <a:gd name="connsiteX38" fmla="*/ 1174 w 38110"/>
                <a:gd name="connsiteY38" fmla="*/ 9402 h 17494"/>
                <a:gd name="connsiteX39" fmla="*/ 271 w 38110"/>
                <a:gd name="connsiteY39" fmla="*/ 8227 h 17494"/>
                <a:gd name="connsiteX40" fmla="*/ 0 w 38110"/>
                <a:gd name="connsiteY40" fmla="*/ 6871 h 17494"/>
                <a:gd name="connsiteX41" fmla="*/ 497 w 38110"/>
                <a:gd name="connsiteY41" fmla="*/ 5244 h 17494"/>
                <a:gd name="connsiteX42" fmla="*/ 1671 w 38110"/>
                <a:gd name="connsiteY42" fmla="*/ 3526 h 17494"/>
                <a:gd name="connsiteX43" fmla="*/ 4470 w 38110"/>
                <a:gd name="connsiteY43" fmla="*/ 0 h 17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38110" h="17494">
                  <a:moveTo>
                    <a:pt x="4470" y="0"/>
                  </a:moveTo>
                  <a:lnTo>
                    <a:pt x="10431" y="768"/>
                  </a:lnTo>
                  <a:lnTo>
                    <a:pt x="12418" y="994"/>
                  </a:lnTo>
                  <a:lnTo>
                    <a:pt x="14133" y="678"/>
                  </a:lnTo>
                  <a:lnTo>
                    <a:pt x="16436" y="452"/>
                  </a:lnTo>
                  <a:lnTo>
                    <a:pt x="20049" y="723"/>
                  </a:lnTo>
                  <a:lnTo>
                    <a:pt x="25241" y="814"/>
                  </a:lnTo>
                  <a:lnTo>
                    <a:pt x="30479" y="542"/>
                  </a:lnTo>
                  <a:lnTo>
                    <a:pt x="32286" y="497"/>
                  </a:lnTo>
                  <a:lnTo>
                    <a:pt x="33821" y="1130"/>
                  </a:lnTo>
                  <a:lnTo>
                    <a:pt x="36530" y="3390"/>
                  </a:lnTo>
                  <a:lnTo>
                    <a:pt x="37433" y="4520"/>
                  </a:lnTo>
                  <a:lnTo>
                    <a:pt x="37975" y="5831"/>
                  </a:lnTo>
                  <a:lnTo>
                    <a:pt x="38111" y="7278"/>
                  </a:lnTo>
                  <a:lnTo>
                    <a:pt x="37749" y="8724"/>
                  </a:lnTo>
                  <a:lnTo>
                    <a:pt x="36169" y="13154"/>
                  </a:lnTo>
                  <a:lnTo>
                    <a:pt x="35266" y="15098"/>
                  </a:lnTo>
                  <a:lnTo>
                    <a:pt x="33956" y="16680"/>
                  </a:lnTo>
                  <a:lnTo>
                    <a:pt x="33189" y="17042"/>
                  </a:lnTo>
                  <a:lnTo>
                    <a:pt x="32286" y="17087"/>
                  </a:lnTo>
                  <a:lnTo>
                    <a:pt x="30073" y="16680"/>
                  </a:lnTo>
                  <a:lnTo>
                    <a:pt x="27770" y="16048"/>
                  </a:lnTo>
                  <a:lnTo>
                    <a:pt x="25783" y="15776"/>
                  </a:lnTo>
                  <a:lnTo>
                    <a:pt x="24338" y="16138"/>
                  </a:lnTo>
                  <a:lnTo>
                    <a:pt x="23074" y="16771"/>
                  </a:lnTo>
                  <a:lnTo>
                    <a:pt x="21765" y="17313"/>
                  </a:lnTo>
                  <a:lnTo>
                    <a:pt x="20274" y="17494"/>
                  </a:lnTo>
                  <a:lnTo>
                    <a:pt x="16030" y="16364"/>
                  </a:lnTo>
                  <a:lnTo>
                    <a:pt x="13637" y="16048"/>
                  </a:lnTo>
                  <a:lnTo>
                    <a:pt x="10882" y="16500"/>
                  </a:lnTo>
                  <a:lnTo>
                    <a:pt x="10160" y="16590"/>
                  </a:lnTo>
                  <a:lnTo>
                    <a:pt x="9482" y="16274"/>
                  </a:lnTo>
                  <a:lnTo>
                    <a:pt x="8760" y="15912"/>
                  </a:lnTo>
                  <a:lnTo>
                    <a:pt x="7992" y="15731"/>
                  </a:lnTo>
                  <a:lnTo>
                    <a:pt x="6322" y="15686"/>
                  </a:lnTo>
                  <a:lnTo>
                    <a:pt x="5689" y="15460"/>
                  </a:lnTo>
                  <a:lnTo>
                    <a:pt x="5373" y="15098"/>
                  </a:lnTo>
                  <a:lnTo>
                    <a:pt x="3341" y="11979"/>
                  </a:lnTo>
                  <a:lnTo>
                    <a:pt x="1174" y="9402"/>
                  </a:lnTo>
                  <a:lnTo>
                    <a:pt x="271" y="8227"/>
                  </a:lnTo>
                  <a:lnTo>
                    <a:pt x="0" y="6871"/>
                  </a:lnTo>
                  <a:lnTo>
                    <a:pt x="497" y="5244"/>
                  </a:lnTo>
                  <a:lnTo>
                    <a:pt x="1671" y="3526"/>
                  </a:lnTo>
                  <a:lnTo>
                    <a:pt x="4470" y="0"/>
                  </a:lnTo>
                </a:path>
              </a:pathLst>
            </a:custGeom>
            <a:solidFill>
              <a:srgbClr val="A9218E"/>
            </a:solidFill>
            <a:ln w="4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79E05F0-77A1-0794-14BB-2CE30DC9E14A}"/>
                </a:ext>
              </a:extLst>
            </p:cNvPr>
            <p:cNvSpPr/>
            <p:nvPr/>
          </p:nvSpPr>
          <p:spPr>
            <a:xfrm>
              <a:off x="10748764" y="6415250"/>
              <a:ext cx="43619" cy="24771"/>
            </a:xfrm>
            <a:custGeom>
              <a:avLst/>
              <a:gdLst>
                <a:gd name="connsiteX0" fmla="*/ 13908 w 43619"/>
                <a:gd name="connsiteY0" fmla="*/ 136 h 24771"/>
                <a:gd name="connsiteX1" fmla="*/ 16120 w 43619"/>
                <a:gd name="connsiteY1" fmla="*/ 0 h 24771"/>
                <a:gd name="connsiteX2" fmla="*/ 18333 w 43619"/>
                <a:gd name="connsiteY2" fmla="*/ 226 h 24771"/>
                <a:gd name="connsiteX3" fmla="*/ 31066 w 43619"/>
                <a:gd name="connsiteY3" fmla="*/ 1492 h 24771"/>
                <a:gd name="connsiteX4" fmla="*/ 34634 w 43619"/>
                <a:gd name="connsiteY4" fmla="*/ 2034 h 24771"/>
                <a:gd name="connsiteX5" fmla="*/ 38020 w 43619"/>
                <a:gd name="connsiteY5" fmla="*/ 2983 h 24771"/>
                <a:gd name="connsiteX6" fmla="*/ 39555 w 43619"/>
                <a:gd name="connsiteY6" fmla="*/ 3933 h 24771"/>
                <a:gd name="connsiteX7" fmla="*/ 40910 w 43619"/>
                <a:gd name="connsiteY7" fmla="*/ 5289 h 24771"/>
                <a:gd name="connsiteX8" fmla="*/ 42039 w 43619"/>
                <a:gd name="connsiteY8" fmla="*/ 7323 h 24771"/>
                <a:gd name="connsiteX9" fmla="*/ 42942 w 43619"/>
                <a:gd name="connsiteY9" fmla="*/ 10035 h 24771"/>
                <a:gd name="connsiteX10" fmla="*/ 43619 w 43619"/>
                <a:gd name="connsiteY10" fmla="*/ 14646 h 24771"/>
                <a:gd name="connsiteX11" fmla="*/ 43394 w 43619"/>
                <a:gd name="connsiteY11" fmla="*/ 16952 h 24771"/>
                <a:gd name="connsiteX12" fmla="*/ 42536 w 43619"/>
                <a:gd name="connsiteY12" fmla="*/ 19076 h 24771"/>
                <a:gd name="connsiteX13" fmla="*/ 41362 w 43619"/>
                <a:gd name="connsiteY13" fmla="*/ 20432 h 24771"/>
                <a:gd name="connsiteX14" fmla="*/ 39826 w 43619"/>
                <a:gd name="connsiteY14" fmla="*/ 21608 h 24771"/>
                <a:gd name="connsiteX15" fmla="*/ 35717 w 43619"/>
                <a:gd name="connsiteY15" fmla="*/ 23371 h 24771"/>
                <a:gd name="connsiteX16" fmla="*/ 24925 w 43619"/>
                <a:gd name="connsiteY16" fmla="*/ 24772 h 24771"/>
                <a:gd name="connsiteX17" fmla="*/ 21494 w 43619"/>
                <a:gd name="connsiteY17" fmla="*/ 24320 h 24771"/>
                <a:gd name="connsiteX18" fmla="*/ 18197 w 43619"/>
                <a:gd name="connsiteY18" fmla="*/ 23371 h 24771"/>
                <a:gd name="connsiteX19" fmla="*/ 14901 w 43619"/>
                <a:gd name="connsiteY19" fmla="*/ 22467 h 24771"/>
                <a:gd name="connsiteX20" fmla="*/ 11695 w 43619"/>
                <a:gd name="connsiteY20" fmla="*/ 22105 h 24771"/>
                <a:gd name="connsiteX21" fmla="*/ 7180 w 43619"/>
                <a:gd name="connsiteY21" fmla="*/ 21562 h 24771"/>
                <a:gd name="connsiteX22" fmla="*/ 3793 w 43619"/>
                <a:gd name="connsiteY22" fmla="*/ 19890 h 24771"/>
                <a:gd name="connsiteX23" fmla="*/ 1535 w 43619"/>
                <a:gd name="connsiteY23" fmla="*/ 17494 h 24771"/>
                <a:gd name="connsiteX24" fmla="*/ 316 w 43619"/>
                <a:gd name="connsiteY24" fmla="*/ 14782 h 24771"/>
                <a:gd name="connsiteX25" fmla="*/ 0 w 43619"/>
                <a:gd name="connsiteY25" fmla="*/ 11798 h 24771"/>
                <a:gd name="connsiteX26" fmla="*/ 722 w 43619"/>
                <a:gd name="connsiteY26" fmla="*/ 9222 h 24771"/>
                <a:gd name="connsiteX27" fmla="*/ 2213 w 43619"/>
                <a:gd name="connsiteY27" fmla="*/ 7052 h 24771"/>
                <a:gd name="connsiteX28" fmla="*/ 4154 w 43619"/>
                <a:gd name="connsiteY28" fmla="*/ 5334 h 24771"/>
                <a:gd name="connsiteX29" fmla="*/ 8399 w 43619"/>
                <a:gd name="connsiteY29" fmla="*/ 2983 h 24771"/>
                <a:gd name="connsiteX30" fmla="*/ 11289 w 43619"/>
                <a:gd name="connsiteY30" fmla="*/ 1944 h 24771"/>
                <a:gd name="connsiteX31" fmla="*/ 12011 w 43619"/>
                <a:gd name="connsiteY31" fmla="*/ 1582 h 24771"/>
                <a:gd name="connsiteX32" fmla="*/ 12508 w 43619"/>
                <a:gd name="connsiteY32" fmla="*/ 1085 h 24771"/>
                <a:gd name="connsiteX33" fmla="*/ 13050 w 43619"/>
                <a:gd name="connsiteY33" fmla="*/ 542 h 24771"/>
                <a:gd name="connsiteX34" fmla="*/ 13908 w 43619"/>
                <a:gd name="connsiteY34" fmla="*/ 136 h 24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3619" h="24771">
                  <a:moveTo>
                    <a:pt x="13908" y="136"/>
                  </a:moveTo>
                  <a:lnTo>
                    <a:pt x="16120" y="0"/>
                  </a:lnTo>
                  <a:lnTo>
                    <a:pt x="18333" y="226"/>
                  </a:lnTo>
                  <a:lnTo>
                    <a:pt x="31066" y="1492"/>
                  </a:lnTo>
                  <a:lnTo>
                    <a:pt x="34634" y="2034"/>
                  </a:lnTo>
                  <a:lnTo>
                    <a:pt x="38020" y="2983"/>
                  </a:lnTo>
                  <a:lnTo>
                    <a:pt x="39555" y="3933"/>
                  </a:lnTo>
                  <a:lnTo>
                    <a:pt x="40910" y="5289"/>
                  </a:lnTo>
                  <a:lnTo>
                    <a:pt x="42039" y="7323"/>
                  </a:lnTo>
                  <a:lnTo>
                    <a:pt x="42942" y="10035"/>
                  </a:lnTo>
                  <a:lnTo>
                    <a:pt x="43619" y="14646"/>
                  </a:lnTo>
                  <a:lnTo>
                    <a:pt x="43394" y="16952"/>
                  </a:lnTo>
                  <a:lnTo>
                    <a:pt x="42536" y="19076"/>
                  </a:lnTo>
                  <a:lnTo>
                    <a:pt x="41362" y="20432"/>
                  </a:lnTo>
                  <a:lnTo>
                    <a:pt x="39826" y="21608"/>
                  </a:lnTo>
                  <a:lnTo>
                    <a:pt x="35717" y="23371"/>
                  </a:lnTo>
                  <a:lnTo>
                    <a:pt x="24925" y="24772"/>
                  </a:lnTo>
                  <a:lnTo>
                    <a:pt x="21494" y="24320"/>
                  </a:lnTo>
                  <a:lnTo>
                    <a:pt x="18197" y="23371"/>
                  </a:lnTo>
                  <a:lnTo>
                    <a:pt x="14901" y="22467"/>
                  </a:lnTo>
                  <a:lnTo>
                    <a:pt x="11695" y="22105"/>
                  </a:lnTo>
                  <a:lnTo>
                    <a:pt x="7180" y="21562"/>
                  </a:lnTo>
                  <a:lnTo>
                    <a:pt x="3793" y="19890"/>
                  </a:lnTo>
                  <a:lnTo>
                    <a:pt x="1535" y="17494"/>
                  </a:lnTo>
                  <a:lnTo>
                    <a:pt x="316" y="14782"/>
                  </a:lnTo>
                  <a:lnTo>
                    <a:pt x="0" y="11798"/>
                  </a:lnTo>
                  <a:lnTo>
                    <a:pt x="722" y="9222"/>
                  </a:lnTo>
                  <a:lnTo>
                    <a:pt x="2213" y="7052"/>
                  </a:lnTo>
                  <a:lnTo>
                    <a:pt x="4154" y="5334"/>
                  </a:lnTo>
                  <a:lnTo>
                    <a:pt x="8399" y="2983"/>
                  </a:lnTo>
                  <a:lnTo>
                    <a:pt x="11289" y="1944"/>
                  </a:lnTo>
                  <a:lnTo>
                    <a:pt x="12011" y="1582"/>
                  </a:lnTo>
                  <a:lnTo>
                    <a:pt x="12508" y="1085"/>
                  </a:lnTo>
                  <a:lnTo>
                    <a:pt x="13050" y="542"/>
                  </a:lnTo>
                  <a:lnTo>
                    <a:pt x="13908" y="136"/>
                  </a:lnTo>
                </a:path>
              </a:pathLst>
            </a:custGeom>
            <a:solidFill>
              <a:srgbClr val="353D98"/>
            </a:solidFill>
            <a:ln w="4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2D5B2D6-7D9E-5CF6-585F-540325867BD7}"/>
                </a:ext>
              </a:extLst>
            </p:cNvPr>
            <p:cNvSpPr/>
            <p:nvPr/>
          </p:nvSpPr>
          <p:spPr>
            <a:xfrm>
              <a:off x="10751834" y="6451097"/>
              <a:ext cx="36484" cy="23913"/>
            </a:xfrm>
            <a:custGeom>
              <a:avLst/>
              <a:gdLst>
                <a:gd name="connsiteX0" fmla="*/ 20591 w 36484"/>
                <a:gd name="connsiteY0" fmla="*/ 0 h 23913"/>
                <a:gd name="connsiteX1" fmla="*/ 24745 w 36484"/>
                <a:gd name="connsiteY1" fmla="*/ 362 h 23913"/>
                <a:gd name="connsiteX2" fmla="*/ 29080 w 36484"/>
                <a:gd name="connsiteY2" fmla="*/ 1944 h 23913"/>
                <a:gd name="connsiteX3" fmla="*/ 30344 w 36484"/>
                <a:gd name="connsiteY3" fmla="*/ 3164 h 23913"/>
                <a:gd name="connsiteX4" fmla="*/ 31382 w 36484"/>
                <a:gd name="connsiteY4" fmla="*/ 4114 h 23913"/>
                <a:gd name="connsiteX5" fmla="*/ 33550 w 36484"/>
                <a:gd name="connsiteY5" fmla="*/ 4566 h 23913"/>
                <a:gd name="connsiteX6" fmla="*/ 34588 w 36484"/>
                <a:gd name="connsiteY6" fmla="*/ 4882 h 23913"/>
                <a:gd name="connsiteX7" fmla="*/ 35266 w 36484"/>
                <a:gd name="connsiteY7" fmla="*/ 5470 h 23913"/>
                <a:gd name="connsiteX8" fmla="*/ 36395 w 36484"/>
                <a:gd name="connsiteY8" fmla="*/ 10442 h 23913"/>
                <a:gd name="connsiteX9" fmla="*/ 36485 w 36484"/>
                <a:gd name="connsiteY9" fmla="*/ 13606 h 23913"/>
                <a:gd name="connsiteX10" fmla="*/ 35988 w 36484"/>
                <a:gd name="connsiteY10" fmla="*/ 16228 h 23913"/>
                <a:gd name="connsiteX11" fmla="*/ 35040 w 36484"/>
                <a:gd name="connsiteY11" fmla="*/ 17856 h 23913"/>
                <a:gd name="connsiteX12" fmla="*/ 33685 w 36484"/>
                <a:gd name="connsiteY12" fmla="*/ 19302 h 23913"/>
                <a:gd name="connsiteX13" fmla="*/ 30118 w 36484"/>
                <a:gd name="connsiteY13" fmla="*/ 21562 h 23913"/>
                <a:gd name="connsiteX14" fmla="*/ 25648 w 36484"/>
                <a:gd name="connsiteY14" fmla="*/ 23054 h 23913"/>
                <a:gd name="connsiteX15" fmla="*/ 20636 w 36484"/>
                <a:gd name="connsiteY15" fmla="*/ 23823 h 23913"/>
                <a:gd name="connsiteX16" fmla="*/ 15488 w 36484"/>
                <a:gd name="connsiteY16" fmla="*/ 23913 h 23913"/>
                <a:gd name="connsiteX17" fmla="*/ 10566 w 36484"/>
                <a:gd name="connsiteY17" fmla="*/ 23325 h 23913"/>
                <a:gd name="connsiteX18" fmla="*/ 6231 w 36484"/>
                <a:gd name="connsiteY18" fmla="*/ 22195 h 23913"/>
                <a:gd name="connsiteX19" fmla="*/ 2935 w 36484"/>
                <a:gd name="connsiteY19" fmla="*/ 20523 h 23913"/>
                <a:gd name="connsiteX20" fmla="*/ 1896 w 36484"/>
                <a:gd name="connsiteY20" fmla="*/ 19528 h 23913"/>
                <a:gd name="connsiteX21" fmla="*/ 1174 w 36484"/>
                <a:gd name="connsiteY21" fmla="*/ 18353 h 23913"/>
                <a:gd name="connsiteX22" fmla="*/ 271 w 36484"/>
                <a:gd name="connsiteY22" fmla="*/ 15686 h 23913"/>
                <a:gd name="connsiteX23" fmla="*/ 0 w 36484"/>
                <a:gd name="connsiteY23" fmla="*/ 12748 h 23913"/>
                <a:gd name="connsiteX24" fmla="*/ 587 w 36484"/>
                <a:gd name="connsiteY24" fmla="*/ 10171 h 23913"/>
                <a:gd name="connsiteX25" fmla="*/ 1942 w 36484"/>
                <a:gd name="connsiteY25" fmla="*/ 7956 h 23913"/>
                <a:gd name="connsiteX26" fmla="*/ 3748 w 36484"/>
                <a:gd name="connsiteY26" fmla="*/ 6103 h 23913"/>
                <a:gd name="connsiteX27" fmla="*/ 8218 w 36484"/>
                <a:gd name="connsiteY27" fmla="*/ 3526 h 23913"/>
                <a:gd name="connsiteX28" fmla="*/ 12372 w 36484"/>
                <a:gd name="connsiteY28" fmla="*/ 2396 h 23913"/>
                <a:gd name="connsiteX29" fmla="*/ 16572 w 36484"/>
                <a:gd name="connsiteY29" fmla="*/ 1130 h 23913"/>
                <a:gd name="connsiteX30" fmla="*/ 20591 w 36484"/>
                <a:gd name="connsiteY30" fmla="*/ 0 h 2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6484" h="23913">
                  <a:moveTo>
                    <a:pt x="20591" y="0"/>
                  </a:moveTo>
                  <a:lnTo>
                    <a:pt x="24745" y="362"/>
                  </a:lnTo>
                  <a:lnTo>
                    <a:pt x="29080" y="1944"/>
                  </a:lnTo>
                  <a:lnTo>
                    <a:pt x="30344" y="3164"/>
                  </a:lnTo>
                  <a:lnTo>
                    <a:pt x="31382" y="4114"/>
                  </a:lnTo>
                  <a:lnTo>
                    <a:pt x="33550" y="4566"/>
                  </a:lnTo>
                  <a:lnTo>
                    <a:pt x="34588" y="4882"/>
                  </a:lnTo>
                  <a:lnTo>
                    <a:pt x="35266" y="5470"/>
                  </a:lnTo>
                  <a:lnTo>
                    <a:pt x="36395" y="10442"/>
                  </a:lnTo>
                  <a:lnTo>
                    <a:pt x="36485" y="13606"/>
                  </a:lnTo>
                  <a:lnTo>
                    <a:pt x="35988" y="16228"/>
                  </a:lnTo>
                  <a:lnTo>
                    <a:pt x="35040" y="17856"/>
                  </a:lnTo>
                  <a:lnTo>
                    <a:pt x="33685" y="19302"/>
                  </a:lnTo>
                  <a:lnTo>
                    <a:pt x="30118" y="21562"/>
                  </a:lnTo>
                  <a:lnTo>
                    <a:pt x="25648" y="23054"/>
                  </a:lnTo>
                  <a:lnTo>
                    <a:pt x="20636" y="23823"/>
                  </a:lnTo>
                  <a:lnTo>
                    <a:pt x="15488" y="23913"/>
                  </a:lnTo>
                  <a:lnTo>
                    <a:pt x="10566" y="23325"/>
                  </a:lnTo>
                  <a:lnTo>
                    <a:pt x="6231" y="22195"/>
                  </a:lnTo>
                  <a:lnTo>
                    <a:pt x="2935" y="20523"/>
                  </a:lnTo>
                  <a:lnTo>
                    <a:pt x="1896" y="19528"/>
                  </a:lnTo>
                  <a:lnTo>
                    <a:pt x="1174" y="18353"/>
                  </a:lnTo>
                  <a:lnTo>
                    <a:pt x="271" y="15686"/>
                  </a:lnTo>
                  <a:lnTo>
                    <a:pt x="0" y="12748"/>
                  </a:lnTo>
                  <a:lnTo>
                    <a:pt x="587" y="10171"/>
                  </a:lnTo>
                  <a:lnTo>
                    <a:pt x="1942" y="7956"/>
                  </a:lnTo>
                  <a:lnTo>
                    <a:pt x="3748" y="6103"/>
                  </a:lnTo>
                  <a:lnTo>
                    <a:pt x="8218" y="3526"/>
                  </a:lnTo>
                  <a:lnTo>
                    <a:pt x="12372" y="2396"/>
                  </a:lnTo>
                  <a:lnTo>
                    <a:pt x="16572" y="1130"/>
                  </a:lnTo>
                  <a:lnTo>
                    <a:pt x="20591" y="0"/>
                  </a:lnTo>
                </a:path>
              </a:pathLst>
            </a:custGeom>
            <a:solidFill>
              <a:srgbClr val="002E56"/>
            </a:solidFill>
            <a:ln w="4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449A724-F820-4031-AE54-C7DE0A0E39E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031" y="459045"/>
            <a:ext cx="6651242" cy="5622916"/>
          </a:xfrm>
        </p:spPr>
        <p:txBody>
          <a:bodyPr anchor="ctr"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7E955-D7CF-12FB-6FA1-721A19115856}"/>
              </a:ext>
            </a:extLst>
          </p:cNvPr>
          <p:cNvSpPr/>
          <p:nvPr userDrawn="1"/>
        </p:nvSpPr>
        <p:spPr>
          <a:xfrm flipH="1">
            <a:off x="0" y="6660589"/>
            <a:ext cx="12192000" cy="197411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5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srgbClr val="FFFFFF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3626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 Bar Layout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lanet in space&#10;&#10;Description automatically generated with low confidence">
            <a:extLst>
              <a:ext uri="{FF2B5EF4-FFF2-40B4-BE49-F238E27FC236}">
                <a16:creationId xmlns:a16="http://schemas.microsoft.com/office/drawing/2014/main" id="{313ACBB8-4986-9398-81E2-C5A4BE27F5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636399" cy="6858001"/>
          </a:xfrm>
          <a:custGeom>
            <a:avLst/>
            <a:gdLst>
              <a:gd name="connsiteX0" fmla="*/ 0 w 5636399"/>
              <a:gd name="connsiteY0" fmla="*/ 0 h 6660590"/>
              <a:gd name="connsiteX1" fmla="*/ 5636399 w 5636399"/>
              <a:gd name="connsiteY1" fmla="*/ 0 h 6660590"/>
              <a:gd name="connsiteX2" fmla="*/ 5636399 w 5636399"/>
              <a:gd name="connsiteY2" fmla="*/ 6660590 h 6660590"/>
              <a:gd name="connsiteX3" fmla="*/ 0 w 5636399"/>
              <a:gd name="connsiteY3" fmla="*/ 6660590 h 6660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6399" h="6660590">
                <a:moveTo>
                  <a:pt x="0" y="0"/>
                </a:moveTo>
                <a:lnTo>
                  <a:pt x="5636399" y="0"/>
                </a:lnTo>
                <a:lnTo>
                  <a:pt x="5636399" y="6660590"/>
                </a:lnTo>
                <a:lnTo>
                  <a:pt x="0" y="6660590"/>
                </a:lnTo>
                <a:close/>
              </a:path>
            </a:pathLst>
          </a:cu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1A44FAD-6DFD-C07A-328C-35C4262ABD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60" y="630708"/>
            <a:ext cx="5279590" cy="52795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306019C-5539-2A51-4CC8-3A7F9C609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3995" y="2544061"/>
            <a:ext cx="3299320" cy="1048494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AR" sz="3200" kern="1200">
                <a:solidFill>
                  <a:schemeClr val="bg1"/>
                </a:solidFill>
                <a:latin typeface="+mj-lt"/>
                <a:ea typeface="+mn-ea"/>
                <a:cs typeface="Futura Medium" panose="020B0602020204020303" pitchFamily="34" charset="-79"/>
              </a:defRPr>
            </a:lvl1pPr>
          </a:lstStyle>
          <a:p>
            <a:r>
              <a:rPr lang="en-US"/>
              <a:t>Click to edit (Arial 32pt)</a:t>
            </a:r>
            <a:endParaRPr lang="en-AR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F0BA483-841A-AD1E-89F6-BA7D225B4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4542" y="3756658"/>
            <a:ext cx="3298227" cy="535531"/>
          </a:xfrm>
        </p:spPr>
        <p:txBody>
          <a:bodyPr lIns="91440" tIns="45720" rIns="91440" bIns="45720">
            <a:sp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(Arial Bold 16pt)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EABF6FD-DB8A-D499-5CAC-A58ADC72E1B1}"/>
              </a:ext>
            </a:extLst>
          </p:cNvPr>
          <p:cNvSpPr txBox="1">
            <a:spLocks/>
          </p:cNvSpPr>
          <p:nvPr userDrawn="1"/>
        </p:nvSpPr>
        <p:spPr>
          <a:xfrm>
            <a:off x="240709" y="6268015"/>
            <a:ext cx="3213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R"/>
            </a:defPPr>
            <a:lvl1pPr marL="0" algn="l" defTabSz="914400" rtl="0" eaLnBrk="1" latinLnBrk="0" hangingPunct="1">
              <a:defRPr sz="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5602608-15A0-1B42-ADE4-514EC6B8A495}" type="slidenum">
              <a:rPr lang="en-US" sz="800" b="1" smtClean="0">
                <a:solidFill>
                  <a:schemeClr val="tx2"/>
                </a:solidFill>
                <a:cs typeface="Arial"/>
              </a:rPr>
              <a:pPr algn="r"/>
              <a:t>‹#›</a:t>
            </a:fld>
            <a:endParaRPr lang="en-US" sz="800" b="1">
              <a:solidFill>
                <a:schemeClr val="tx2"/>
              </a:solidFill>
              <a:cs typeface="Arial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449A724-F820-4031-AE54-C7DE0A0E39E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407310" y="459045"/>
            <a:ext cx="6091963" cy="5622916"/>
          </a:xfrm>
        </p:spPr>
        <p:txBody>
          <a:bodyPr anchor="ctr"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7E955-D7CF-12FB-6FA1-721A19115856}"/>
              </a:ext>
            </a:extLst>
          </p:cNvPr>
          <p:cNvSpPr/>
          <p:nvPr userDrawn="1"/>
        </p:nvSpPr>
        <p:spPr>
          <a:xfrm flipH="1">
            <a:off x="0" y="6660589"/>
            <a:ext cx="12192000" cy="197411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5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srgbClr val="FFFFFF"/>
              </a:solidFill>
              <a:latin typeface="Arial" panose="020B060402020202020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B1002D-E959-EE29-7502-34F21426584D}"/>
              </a:ext>
            </a:extLst>
          </p:cNvPr>
          <p:cNvGrpSpPr/>
          <p:nvPr userDrawn="1"/>
        </p:nvGrpSpPr>
        <p:grpSpPr>
          <a:xfrm>
            <a:off x="10305727" y="6265855"/>
            <a:ext cx="1496572" cy="218595"/>
            <a:chOff x="10305727" y="6265855"/>
            <a:chExt cx="1496572" cy="218595"/>
          </a:xfrm>
        </p:grpSpPr>
        <p:grpSp>
          <p:nvGrpSpPr>
            <p:cNvPr id="7" name="Picture 7">
              <a:extLst>
                <a:ext uri="{FF2B5EF4-FFF2-40B4-BE49-F238E27FC236}">
                  <a16:creationId xmlns:a16="http://schemas.microsoft.com/office/drawing/2014/main" id="{27FEC382-54E0-B491-960E-3C1A82B6A9A7}"/>
                </a:ext>
              </a:extLst>
            </p:cNvPr>
            <p:cNvGrpSpPr/>
            <p:nvPr/>
          </p:nvGrpSpPr>
          <p:grpSpPr>
            <a:xfrm>
              <a:off x="10305727" y="6265855"/>
              <a:ext cx="1496572" cy="215632"/>
              <a:chOff x="10305727" y="6265855"/>
              <a:chExt cx="1496572" cy="215632"/>
            </a:xfrm>
            <a:solidFill>
              <a:srgbClr val="28509C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371C4FE3-6173-9009-E533-CFF74E444DDF}"/>
                  </a:ext>
                </a:extLst>
              </p:cNvPr>
              <p:cNvSpPr/>
              <p:nvPr/>
            </p:nvSpPr>
            <p:spPr>
              <a:xfrm>
                <a:off x="11067851" y="6265855"/>
                <a:ext cx="185055" cy="211237"/>
              </a:xfrm>
              <a:custGeom>
                <a:avLst/>
                <a:gdLst>
                  <a:gd name="connsiteX0" fmla="*/ 92503 w 185055"/>
                  <a:gd name="connsiteY0" fmla="*/ 0 h 211237"/>
                  <a:gd name="connsiteX1" fmla="*/ 0 w 185055"/>
                  <a:gd name="connsiteY1" fmla="*/ 211237 h 211237"/>
                  <a:gd name="connsiteX2" fmla="*/ 19833 w 185055"/>
                  <a:gd name="connsiteY2" fmla="*/ 211237 h 211237"/>
                  <a:gd name="connsiteX3" fmla="*/ 52246 w 185055"/>
                  <a:gd name="connsiteY3" fmla="*/ 137203 h 211237"/>
                  <a:gd name="connsiteX4" fmla="*/ 132859 w 185055"/>
                  <a:gd name="connsiteY4" fmla="*/ 137203 h 211237"/>
                  <a:gd name="connsiteX5" fmla="*/ 165469 w 185055"/>
                  <a:gd name="connsiteY5" fmla="*/ 211237 h 211237"/>
                  <a:gd name="connsiteX6" fmla="*/ 185055 w 185055"/>
                  <a:gd name="connsiteY6" fmla="*/ 211237 h 211237"/>
                  <a:gd name="connsiteX7" fmla="*/ 92503 w 185055"/>
                  <a:gd name="connsiteY7" fmla="*/ 0 h 211237"/>
                  <a:gd name="connsiteX8" fmla="*/ 60041 w 185055"/>
                  <a:gd name="connsiteY8" fmla="*/ 119275 h 211237"/>
                  <a:gd name="connsiteX9" fmla="*/ 92355 w 185055"/>
                  <a:gd name="connsiteY9" fmla="*/ 45339 h 211237"/>
                  <a:gd name="connsiteX10" fmla="*/ 124916 w 185055"/>
                  <a:gd name="connsiteY10" fmla="*/ 119275 h 211237"/>
                  <a:gd name="connsiteX11" fmla="*/ 59991 w 185055"/>
                  <a:gd name="connsiteY11" fmla="*/ 119275 h 211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5055" h="211237">
                    <a:moveTo>
                      <a:pt x="92503" y="0"/>
                    </a:moveTo>
                    <a:lnTo>
                      <a:pt x="0" y="211237"/>
                    </a:lnTo>
                    <a:lnTo>
                      <a:pt x="19833" y="211237"/>
                    </a:lnTo>
                    <a:lnTo>
                      <a:pt x="52246" y="137203"/>
                    </a:lnTo>
                    <a:lnTo>
                      <a:pt x="132859" y="137203"/>
                    </a:lnTo>
                    <a:lnTo>
                      <a:pt x="165469" y="211237"/>
                    </a:lnTo>
                    <a:lnTo>
                      <a:pt x="185055" y="211237"/>
                    </a:lnTo>
                    <a:lnTo>
                      <a:pt x="92503" y="0"/>
                    </a:lnTo>
                    <a:close/>
                    <a:moveTo>
                      <a:pt x="60041" y="119275"/>
                    </a:moveTo>
                    <a:lnTo>
                      <a:pt x="92355" y="45339"/>
                    </a:lnTo>
                    <a:lnTo>
                      <a:pt x="124916" y="119275"/>
                    </a:lnTo>
                    <a:lnTo>
                      <a:pt x="59991" y="119275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3341072-760D-C55B-4BAB-0F3638AF677C}"/>
                  </a:ext>
                </a:extLst>
              </p:cNvPr>
              <p:cNvSpPr/>
              <p:nvPr/>
            </p:nvSpPr>
            <p:spPr>
              <a:xfrm>
                <a:off x="11496768" y="6270250"/>
                <a:ext cx="17908" cy="206792"/>
              </a:xfrm>
              <a:custGeom>
                <a:avLst/>
                <a:gdLst>
                  <a:gd name="connsiteX0" fmla="*/ 0 w 17908"/>
                  <a:gd name="connsiteY0" fmla="*/ 0 h 206792"/>
                  <a:gd name="connsiteX1" fmla="*/ 17909 w 17908"/>
                  <a:gd name="connsiteY1" fmla="*/ 0 h 206792"/>
                  <a:gd name="connsiteX2" fmla="*/ 17909 w 17908"/>
                  <a:gd name="connsiteY2" fmla="*/ 206792 h 206792"/>
                  <a:gd name="connsiteX3" fmla="*/ 0 w 17908"/>
                  <a:gd name="connsiteY3" fmla="*/ 206792 h 2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08" h="206792">
                    <a:moveTo>
                      <a:pt x="0" y="0"/>
                    </a:moveTo>
                    <a:lnTo>
                      <a:pt x="17909" y="0"/>
                    </a:lnTo>
                    <a:lnTo>
                      <a:pt x="17909" y="206792"/>
                    </a:lnTo>
                    <a:lnTo>
                      <a:pt x="0" y="206792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51541B18-4941-1598-C09B-BD2681FFD516}"/>
                  </a:ext>
                </a:extLst>
              </p:cNvPr>
              <p:cNvSpPr/>
              <p:nvPr/>
            </p:nvSpPr>
            <p:spPr>
              <a:xfrm>
                <a:off x="10840714" y="6266200"/>
                <a:ext cx="189643" cy="210842"/>
              </a:xfrm>
              <a:custGeom>
                <a:avLst/>
                <a:gdLst>
                  <a:gd name="connsiteX0" fmla="*/ 94378 w 189643"/>
                  <a:gd name="connsiteY0" fmla="*/ 95321 h 210842"/>
                  <a:gd name="connsiteX1" fmla="*/ 0 w 189643"/>
                  <a:gd name="connsiteY1" fmla="*/ 99 h 210842"/>
                  <a:gd name="connsiteX2" fmla="*/ 99 w 189643"/>
                  <a:gd name="connsiteY2" fmla="*/ 210842 h 210842"/>
                  <a:gd name="connsiteX3" fmla="*/ 18007 w 189643"/>
                  <a:gd name="connsiteY3" fmla="*/ 210842 h 210842"/>
                  <a:gd name="connsiteX4" fmla="*/ 18007 w 189643"/>
                  <a:gd name="connsiteY4" fmla="*/ 43808 h 210842"/>
                  <a:gd name="connsiteX5" fmla="*/ 94180 w 189643"/>
                  <a:gd name="connsiteY5" fmla="*/ 120954 h 210842"/>
                  <a:gd name="connsiteX6" fmla="*/ 171735 w 189643"/>
                  <a:gd name="connsiteY6" fmla="*/ 43413 h 210842"/>
                  <a:gd name="connsiteX7" fmla="*/ 171735 w 189643"/>
                  <a:gd name="connsiteY7" fmla="*/ 210842 h 210842"/>
                  <a:gd name="connsiteX8" fmla="*/ 189643 w 189643"/>
                  <a:gd name="connsiteY8" fmla="*/ 210842 h 210842"/>
                  <a:gd name="connsiteX9" fmla="*/ 189643 w 189643"/>
                  <a:gd name="connsiteY9" fmla="*/ 0 h 210842"/>
                  <a:gd name="connsiteX10" fmla="*/ 94378 w 189643"/>
                  <a:gd name="connsiteY10" fmla="*/ 95321 h 2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643" h="210842">
                    <a:moveTo>
                      <a:pt x="94378" y="95321"/>
                    </a:moveTo>
                    <a:lnTo>
                      <a:pt x="0" y="99"/>
                    </a:lnTo>
                    <a:lnTo>
                      <a:pt x="99" y="210842"/>
                    </a:lnTo>
                    <a:lnTo>
                      <a:pt x="18007" y="210842"/>
                    </a:lnTo>
                    <a:lnTo>
                      <a:pt x="18007" y="43808"/>
                    </a:lnTo>
                    <a:lnTo>
                      <a:pt x="94180" y="120954"/>
                    </a:lnTo>
                    <a:lnTo>
                      <a:pt x="171735" y="43413"/>
                    </a:lnTo>
                    <a:lnTo>
                      <a:pt x="171735" y="210842"/>
                    </a:lnTo>
                    <a:lnTo>
                      <a:pt x="189643" y="210842"/>
                    </a:lnTo>
                    <a:lnTo>
                      <a:pt x="189643" y="0"/>
                    </a:lnTo>
                    <a:lnTo>
                      <a:pt x="94378" y="95321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A528A07B-995B-77EC-B68A-61EE3AE490B4}"/>
                  </a:ext>
                </a:extLst>
              </p:cNvPr>
              <p:cNvSpPr/>
              <p:nvPr/>
            </p:nvSpPr>
            <p:spPr>
              <a:xfrm>
                <a:off x="11587989" y="6266744"/>
                <a:ext cx="156342" cy="214743"/>
              </a:xfrm>
              <a:custGeom>
                <a:avLst/>
                <a:gdLst>
                  <a:gd name="connsiteX0" fmla="*/ 138384 w 156342"/>
                  <a:gd name="connsiteY0" fmla="*/ 3507 h 214743"/>
                  <a:gd name="connsiteX1" fmla="*/ 138384 w 156342"/>
                  <a:gd name="connsiteY1" fmla="*/ 164564 h 214743"/>
                  <a:gd name="connsiteX2" fmla="*/ 0 w 156342"/>
                  <a:gd name="connsiteY2" fmla="*/ 0 h 214743"/>
                  <a:gd name="connsiteX3" fmla="*/ 0 w 156342"/>
                  <a:gd name="connsiteY3" fmla="*/ 28646 h 214743"/>
                  <a:gd name="connsiteX4" fmla="*/ 0 w 156342"/>
                  <a:gd name="connsiteY4" fmla="*/ 210299 h 214743"/>
                  <a:gd name="connsiteX5" fmla="*/ 17909 w 156342"/>
                  <a:gd name="connsiteY5" fmla="*/ 210299 h 214743"/>
                  <a:gd name="connsiteX6" fmla="*/ 17909 w 156342"/>
                  <a:gd name="connsiteY6" fmla="*/ 49982 h 214743"/>
                  <a:gd name="connsiteX7" fmla="*/ 156342 w 156342"/>
                  <a:gd name="connsiteY7" fmla="*/ 214744 h 214743"/>
                  <a:gd name="connsiteX8" fmla="*/ 156342 w 156342"/>
                  <a:gd name="connsiteY8" fmla="*/ 3507 h 214743"/>
                  <a:gd name="connsiteX9" fmla="*/ 138384 w 156342"/>
                  <a:gd name="connsiteY9" fmla="*/ 3507 h 214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6342" h="214743">
                    <a:moveTo>
                      <a:pt x="138384" y="3507"/>
                    </a:moveTo>
                    <a:lnTo>
                      <a:pt x="138384" y="164564"/>
                    </a:lnTo>
                    <a:lnTo>
                      <a:pt x="0" y="0"/>
                    </a:lnTo>
                    <a:lnTo>
                      <a:pt x="0" y="28646"/>
                    </a:lnTo>
                    <a:lnTo>
                      <a:pt x="0" y="210299"/>
                    </a:lnTo>
                    <a:lnTo>
                      <a:pt x="17909" y="210299"/>
                    </a:lnTo>
                    <a:lnTo>
                      <a:pt x="17909" y="49982"/>
                    </a:lnTo>
                    <a:lnTo>
                      <a:pt x="156342" y="214744"/>
                    </a:lnTo>
                    <a:lnTo>
                      <a:pt x="156342" y="3507"/>
                    </a:lnTo>
                    <a:lnTo>
                      <a:pt x="138384" y="3507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9917D631-F5DA-6266-6F1C-AC8D96914A36}"/>
                  </a:ext>
                </a:extLst>
              </p:cNvPr>
              <p:cNvSpPr/>
              <p:nvPr/>
            </p:nvSpPr>
            <p:spPr>
              <a:xfrm>
                <a:off x="11291980" y="6270398"/>
                <a:ext cx="150027" cy="206742"/>
              </a:xfrm>
              <a:custGeom>
                <a:avLst/>
                <a:gdLst>
                  <a:gd name="connsiteX0" fmla="*/ 129800 w 150027"/>
                  <a:gd name="connsiteY0" fmla="*/ 206743 h 206742"/>
                  <a:gd name="connsiteX1" fmla="*/ 150027 w 150027"/>
                  <a:gd name="connsiteY1" fmla="*/ 206743 h 206742"/>
                  <a:gd name="connsiteX2" fmla="*/ 100495 w 150027"/>
                  <a:gd name="connsiteY2" fmla="*/ 109940 h 206742"/>
                  <a:gd name="connsiteX3" fmla="*/ 141344 w 150027"/>
                  <a:gd name="connsiteY3" fmla="*/ 61292 h 206742"/>
                  <a:gd name="connsiteX4" fmla="*/ 141394 w 150027"/>
                  <a:gd name="connsiteY4" fmla="*/ 61292 h 206742"/>
                  <a:gd name="connsiteX5" fmla="*/ 141394 w 150027"/>
                  <a:gd name="connsiteY5" fmla="*/ 60156 h 206742"/>
                  <a:gd name="connsiteX6" fmla="*/ 141591 w 150027"/>
                  <a:gd name="connsiteY6" fmla="*/ 56847 h 206742"/>
                  <a:gd name="connsiteX7" fmla="*/ 141394 w 150027"/>
                  <a:gd name="connsiteY7" fmla="*/ 56847 h 206742"/>
                  <a:gd name="connsiteX8" fmla="*/ 141394 w 150027"/>
                  <a:gd name="connsiteY8" fmla="*/ 54921 h 206742"/>
                  <a:gd name="connsiteX9" fmla="*/ 141591 w 150027"/>
                  <a:gd name="connsiteY9" fmla="*/ 54921 h 206742"/>
                  <a:gd name="connsiteX10" fmla="*/ 141394 w 150027"/>
                  <a:gd name="connsiteY10" fmla="*/ 51562 h 206742"/>
                  <a:gd name="connsiteX11" fmla="*/ 141394 w 150027"/>
                  <a:gd name="connsiteY11" fmla="*/ 51562 h 206742"/>
                  <a:gd name="connsiteX12" fmla="*/ 86731 w 150027"/>
                  <a:gd name="connsiteY12" fmla="*/ 0 h 206742"/>
                  <a:gd name="connsiteX13" fmla="*/ 0 w 150027"/>
                  <a:gd name="connsiteY13" fmla="*/ 0 h 206742"/>
                  <a:gd name="connsiteX14" fmla="*/ 0 w 150027"/>
                  <a:gd name="connsiteY14" fmla="*/ 206693 h 206742"/>
                  <a:gd name="connsiteX15" fmla="*/ 17909 w 150027"/>
                  <a:gd name="connsiteY15" fmla="*/ 206693 h 206742"/>
                  <a:gd name="connsiteX16" fmla="*/ 17909 w 150027"/>
                  <a:gd name="connsiteY16" fmla="*/ 111669 h 206742"/>
                  <a:gd name="connsiteX17" fmla="*/ 81107 w 150027"/>
                  <a:gd name="connsiteY17" fmla="*/ 111669 h 206742"/>
                  <a:gd name="connsiteX18" fmla="*/ 129800 w 150027"/>
                  <a:gd name="connsiteY18" fmla="*/ 206743 h 206742"/>
                  <a:gd name="connsiteX19" fmla="*/ 17909 w 150027"/>
                  <a:gd name="connsiteY19" fmla="*/ 17978 h 206742"/>
                  <a:gd name="connsiteX20" fmla="*/ 86731 w 150027"/>
                  <a:gd name="connsiteY20" fmla="*/ 17978 h 206742"/>
                  <a:gd name="connsiteX21" fmla="*/ 123485 w 150027"/>
                  <a:gd name="connsiteY21" fmla="*/ 54130 h 206742"/>
                  <a:gd name="connsiteX22" fmla="*/ 123485 w 150027"/>
                  <a:gd name="connsiteY22" fmla="*/ 57538 h 206742"/>
                  <a:gd name="connsiteX23" fmla="*/ 86731 w 150027"/>
                  <a:gd name="connsiteY23" fmla="*/ 93642 h 206742"/>
                  <a:gd name="connsiteX24" fmla="*/ 86731 w 150027"/>
                  <a:gd name="connsiteY24" fmla="*/ 93642 h 206742"/>
                  <a:gd name="connsiteX25" fmla="*/ 17909 w 150027"/>
                  <a:gd name="connsiteY25" fmla="*/ 93691 h 206742"/>
                  <a:gd name="connsiteX26" fmla="*/ 17909 w 150027"/>
                  <a:gd name="connsiteY26" fmla="*/ 17978 h 206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0027" h="206742">
                    <a:moveTo>
                      <a:pt x="129800" y="206743"/>
                    </a:moveTo>
                    <a:lnTo>
                      <a:pt x="150027" y="206743"/>
                    </a:lnTo>
                    <a:cubicBezTo>
                      <a:pt x="150027" y="206743"/>
                      <a:pt x="100495" y="109940"/>
                      <a:pt x="100495" y="109940"/>
                    </a:cubicBezTo>
                    <a:cubicBezTo>
                      <a:pt x="122696" y="104162"/>
                      <a:pt x="139470" y="84850"/>
                      <a:pt x="141344" y="61292"/>
                    </a:cubicBezTo>
                    <a:lnTo>
                      <a:pt x="141394" y="61292"/>
                    </a:lnTo>
                    <a:lnTo>
                      <a:pt x="141394" y="60156"/>
                    </a:lnTo>
                    <a:cubicBezTo>
                      <a:pt x="141443" y="59069"/>
                      <a:pt x="141591" y="57933"/>
                      <a:pt x="141591" y="56847"/>
                    </a:cubicBezTo>
                    <a:lnTo>
                      <a:pt x="141394" y="56847"/>
                    </a:lnTo>
                    <a:lnTo>
                      <a:pt x="141394" y="54921"/>
                    </a:lnTo>
                    <a:lnTo>
                      <a:pt x="141591" y="54921"/>
                    </a:lnTo>
                    <a:cubicBezTo>
                      <a:pt x="141591" y="53785"/>
                      <a:pt x="141492" y="52698"/>
                      <a:pt x="141394" y="51562"/>
                    </a:cubicBezTo>
                    <a:lnTo>
                      <a:pt x="141394" y="51562"/>
                    </a:lnTo>
                    <a:cubicBezTo>
                      <a:pt x="139618" y="22768"/>
                      <a:pt x="115888" y="0"/>
                      <a:pt x="86731" y="0"/>
                    </a:cubicBezTo>
                    <a:lnTo>
                      <a:pt x="0" y="0"/>
                    </a:lnTo>
                    <a:lnTo>
                      <a:pt x="0" y="206693"/>
                    </a:lnTo>
                    <a:lnTo>
                      <a:pt x="17909" y="206693"/>
                    </a:lnTo>
                    <a:lnTo>
                      <a:pt x="17909" y="111669"/>
                    </a:lnTo>
                    <a:lnTo>
                      <a:pt x="81107" y="111669"/>
                    </a:lnTo>
                    <a:lnTo>
                      <a:pt x="129800" y="206743"/>
                    </a:lnTo>
                    <a:close/>
                    <a:moveTo>
                      <a:pt x="17909" y="17978"/>
                    </a:moveTo>
                    <a:lnTo>
                      <a:pt x="86731" y="17978"/>
                    </a:lnTo>
                    <a:cubicBezTo>
                      <a:pt x="106810" y="17978"/>
                      <a:pt x="123090" y="34128"/>
                      <a:pt x="123485" y="54130"/>
                    </a:cubicBezTo>
                    <a:lnTo>
                      <a:pt x="123485" y="57538"/>
                    </a:lnTo>
                    <a:cubicBezTo>
                      <a:pt x="123090" y="77541"/>
                      <a:pt x="106810" y="93642"/>
                      <a:pt x="86731" y="93642"/>
                    </a:cubicBezTo>
                    <a:lnTo>
                      <a:pt x="86731" y="93642"/>
                    </a:lnTo>
                    <a:cubicBezTo>
                      <a:pt x="86731" y="93642"/>
                      <a:pt x="17909" y="93691"/>
                      <a:pt x="17909" y="93691"/>
                    </a:cubicBezTo>
                    <a:lnTo>
                      <a:pt x="17909" y="17978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BBEE6B8B-BC2B-7291-0380-D75E33AABCD9}"/>
                  </a:ext>
                </a:extLst>
              </p:cNvPr>
              <p:cNvSpPr/>
              <p:nvPr/>
            </p:nvSpPr>
            <p:spPr>
              <a:xfrm>
                <a:off x="10305727" y="6270300"/>
                <a:ext cx="145883" cy="206792"/>
              </a:xfrm>
              <a:custGeom>
                <a:avLst/>
                <a:gdLst>
                  <a:gd name="connsiteX0" fmla="*/ 145686 w 145883"/>
                  <a:gd name="connsiteY0" fmla="*/ 145797 h 206792"/>
                  <a:gd name="connsiteX1" fmla="*/ 137990 w 145883"/>
                  <a:gd name="connsiteY1" fmla="*/ 118830 h 206792"/>
                  <a:gd name="connsiteX2" fmla="*/ 119390 w 145883"/>
                  <a:gd name="connsiteY2" fmla="*/ 100951 h 206792"/>
                  <a:gd name="connsiteX3" fmla="*/ 141295 w 145883"/>
                  <a:gd name="connsiteY3" fmla="*/ 61341 h 206792"/>
                  <a:gd name="connsiteX4" fmla="*/ 141344 w 145883"/>
                  <a:gd name="connsiteY4" fmla="*/ 61341 h 206792"/>
                  <a:gd name="connsiteX5" fmla="*/ 141344 w 145883"/>
                  <a:gd name="connsiteY5" fmla="*/ 60205 h 206792"/>
                  <a:gd name="connsiteX6" fmla="*/ 141492 w 145883"/>
                  <a:gd name="connsiteY6" fmla="*/ 56896 h 206792"/>
                  <a:gd name="connsiteX7" fmla="*/ 141344 w 145883"/>
                  <a:gd name="connsiteY7" fmla="*/ 56896 h 206792"/>
                  <a:gd name="connsiteX8" fmla="*/ 141344 w 145883"/>
                  <a:gd name="connsiteY8" fmla="*/ 54970 h 206792"/>
                  <a:gd name="connsiteX9" fmla="*/ 141492 w 145883"/>
                  <a:gd name="connsiteY9" fmla="*/ 54970 h 206792"/>
                  <a:gd name="connsiteX10" fmla="*/ 141344 w 145883"/>
                  <a:gd name="connsiteY10" fmla="*/ 51612 h 206792"/>
                  <a:gd name="connsiteX11" fmla="*/ 141344 w 145883"/>
                  <a:gd name="connsiteY11" fmla="*/ 51612 h 206792"/>
                  <a:gd name="connsiteX12" fmla="*/ 141344 w 145883"/>
                  <a:gd name="connsiteY12" fmla="*/ 51562 h 206792"/>
                  <a:gd name="connsiteX13" fmla="*/ 86632 w 145883"/>
                  <a:gd name="connsiteY13" fmla="*/ 49 h 206792"/>
                  <a:gd name="connsiteX14" fmla="*/ 86632 w 145883"/>
                  <a:gd name="connsiteY14" fmla="*/ 148 h 206792"/>
                  <a:gd name="connsiteX15" fmla="*/ 0 w 145883"/>
                  <a:gd name="connsiteY15" fmla="*/ 0 h 206792"/>
                  <a:gd name="connsiteX16" fmla="*/ 0 w 145883"/>
                  <a:gd name="connsiteY16" fmla="*/ 206792 h 206792"/>
                  <a:gd name="connsiteX17" fmla="*/ 90036 w 145883"/>
                  <a:gd name="connsiteY17" fmla="*/ 206792 h 206792"/>
                  <a:gd name="connsiteX18" fmla="*/ 145784 w 145883"/>
                  <a:gd name="connsiteY18" fmla="*/ 151773 h 206792"/>
                  <a:gd name="connsiteX19" fmla="*/ 145883 w 145883"/>
                  <a:gd name="connsiteY19" fmla="*/ 151773 h 206792"/>
                  <a:gd name="connsiteX20" fmla="*/ 145883 w 145883"/>
                  <a:gd name="connsiteY20" fmla="*/ 145797 h 206792"/>
                  <a:gd name="connsiteX21" fmla="*/ 145784 w 145883"/>
                  <a:gd name="connsiteY21" fmla="*/ 145797 h 206792"/>
                  <a:gd name="connsiteX22" fmla="*/ 86681 w 145883"/>
                  <a:gd name="connsiteY22" fmla="*/ 18076 h 206792"/>
                  <a:gd name="connsiteX23" fmla="*/ 86681 w 145883"/>
                  <a:gd name="connsiteY23" fmla="*/ 18076 h 206792"/>
                  <a:gd name="connsiteX24" fmla="*/ 123485 w 145883"/>
                  <a:gd name="connsiteY24" fmla="*/ 54328 h 206792"/>
                  <a:gd name="connsiteX25" fmla="*/ 123485 w 145883"/>
                  <a:gd name="connsiteY25" fmla="*/ 57538 h 206792"/>
                  <a:gd name="connsiteX26" fmla="*/ 86681 w 145883"/>
                  <a:gd name="connsiteY26" fmla="*/ 93889 h 206792"/>
                  <a:gd name="connsiteX27" fmla="*/ 17909 w 145883"/>
                  <a:gd name="connsiteY27" fmla="*/ 93889 h 206792"/>
                  <a:gd name="connsiteX28" fmla="*/ 17909 w 145883"/>
                  <a:gd name="connsiteY28" fmla="*/ 18076 h 206792"/>
                  <a:gd name="connsiteX29" fmla="*/ 86681 w 145883"/>
                  <a:gd name="connsiteY29" fmla="*/ 18076 h 206792"/>
                  <a:gd name="connsiteX30" fmla="*/ 127876 w 145883"/>
                  <a:gd name="connsiteY30" fmla="*/ 150834 h 206792"/>
                  <a:gd name="connsiteX31" fmla="*/ 127728 w 145883"/>
                  <a:gd name="connsiteY31" fmla="*/ 150834 h 206792"/>
                  <a:gd name="connsiteX32" fmla="*/ 89691 w 145883"/>
                  <a:gd name="connsiteY32" fmla="*/ 188913 h 206792"/>
                  <a:gd name="connsiteX33" fmla="*/ 89691 w 145883"/>
                  <a:gd name="connsiteY33" fmla="*/ 188913 h 206792"/>
                  <a:gd name="connsiteX34" fmla="*/ 17909 w 145883"/>
                  <a:gd name="connsiteY34" fmla="*/ 188913 h 206792"/>
                  <a:gd name="connsiteX35" fmla="*/ 17909 w 145883"/>
                  <a:gd name="connsiteY35" fmla="*/ 111916 h 206792"/>
                  <a:gd name="connsiteX36" fmla="*/ 92207 w 145883"/>
                  <a:gd name="connsiteY36" fmla="*/ 112212 h 206792"/>
                  <a:gd name="connsiteX37" fmla="*/ 92207 w 145883"/>
                  <a:gd name="connsiteY37" fmla="*/ 112212 h 206792"/>
                  <a:gd name="connsiteX38" fmla="*/ 122942 w 145883"/>
                  <a:gd name="connsiteY38" fmla="*/ 128757 h 206792"/>
                  <a:gd name="connsiteX39" fmla="*/ 127777 w 145883"/>
                  <a:gd name="connsiteY39" fmla="*/ 147180 h 206792"/>
                  <a:gd name="connsiteX40" fmla="*/ 127925 w 145883"/>
                  <a:gd name="connsiteY40" fmla="*/ 147180 h 206792"/>
                  <a:gd name="connsiteX41" fmla="*/ 127925 w 145883"/>
                  <a:gd name="connsiteY41" fmla="*/ 150834 h 2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45883" h="206792">
                    <a:moveTo>
                      <a:pt x="145686" y="145797"/>
                    </a:moveTo>
                    <a:cubicBezTo>
                      <a:pt x="145439" y="135771"/>
                      <a:pt x="142923" y="126831"/>
                      <a:pt x="137990" y="118830"/>
                    </a:cubicBezTo>
                    <a:cubicBezTo>
                      <a:pt x="133253" y="111274"/>
                      <a:pt x="126889" y="105199"/>
                      <a:pt x="119390" y="100951"/>
                    </a:cubicBezTo>
                    <a:cubicBezTo>
                      <a:pt x="131675" y="91765"/>
                      <a:pt x="140012" y="77541"/>
                      <a:pt x="141295" y="61341"/>
                    </a:cubicBezTo>
                    <a:lnTo>
                      <a:pt x="141344" y="61341"/>
                    </a:lnTo>
                    <a:lnTo>
                      <a:pt x="141344" y="60205"/>
                    </a:lnTo>
                    <a:cubicBezTo>
                      <a:pt x="141394" y="59119"/>
                      <a:pt x="141492" y="57983"/>
                      <a:pt x="141492" y="56896"/>
                    </a:cubicBezTo>
                    <a:lnTo>
                      <a:pt x="141344" y="56896"/>
                    </a:lnTo>
                    <a:lnTo>
                      <a:pt x="141344" y="54970"/>
                    </a:lnTo>
                    <a:lnTo>
                      <a:pt x="141492" y="54970"/>
                    </a:lnTo>
                    <a:cubicBezTo>
                      <a:pt x="141492" y="53834"/>
                      <a:pt x="141394" y="52748"/>
                      <a:pt x="141344" y="51612"/>
                    </a:cubicBezTo>
                    <a:lnTo>
                      <a:pt x="141344" y="51612"/>
                    </a:lnTo>
                    <a:cubicBezTo>
                      <a:pt x="141344" y="51612"/>
                      <a:pt x="141344" y="51562"/>
                      <a:pt x="141344" y="51562"/>
                    </a:cubicBezTo>
                    <a:cubicBezTo>
                      <a:pt x="139568" y="22818"/>
                      <a:pt x="115789" y="49"/>
                      <a:pt x="86632" y="49"/>
                    </a:cubicBezTo>
                    <a:lnTo>
                      <a:pt x="86632" y="148"/>
                    </a:lnTo>
                    <a:lnTo>
                      <a:pt x="0" y="0"/>
                    </a:lnTo>
                    <a:lnTo>
                      <a:pt x="0" y="206792"/>
                    </a:lnTo>
                    <a:lnTo>
                      <a:pt x="90036" y="206792"/>
                    </a:lnTo>
                    <a:cubicBezTo>
                      <a:pt x="120476" y="206595"/>
                      <a:pt x="145143" y="182147"/>
                      <a:pt x="145784" y="151773"/>
                    </a:cubicBezTo>
                    <a:lnTo>
                      <a:pt x="145883" y="151773"/>
                    </a:lnTo>
                    <a:lnTo>
                      <a:pt x="145883" y="145797"/>
                    </a:lnTo>
                    <a:lnTo>
                      <a:pt x="145784" y="145797"/>
                    </a:lnTo>
                    <a:close/>
                    <a:moveTo>
                      <a:pt x="86681" y="18076"/>
                    </a:moveTo>
                    <a:lnTo>
                      <a:pt x="86681" y="18076"/>
                    </a:lnTo>
                    <a:cubicBezTo>
                      <a:pt x="106810" y="18076"/>
                      <a:pt x="123140" y="34276"/>
                      <a:pt x="123485" y="54328"/>
                    </a:cubicBezTo>
                    <a:lnTo>
                      <a:pt x="123485" y="57538"/>
                    </a:lnTo>
                    <a:cubicBezTo>
                      <a:pt x="123140" y="77590"/>
                      <a:pt x="106810" y="93889"/>
                      <a:pt x="86681" y="93889"/>
                    </a:cubicBezTo>
                    <a:lnTo>
                      <a:pt x="17909" y="93889"/>
                    </a:lnTo>
                    <a:lnTo>
                      <a:pt x="17909" y="18076"/>
                    </a:lnTo>
                    <a:lnTo>
                      <a:pt x="86681" y="18076"/>
                    </a:lnTo>
                    <a:close/>
                    <a:moveTo>
                      <a:pt x="127876" y="150834"/>
                    </a:moveTo>
                    <a:lnTo>
                      <a:pt x="127728" y="150834"/>
                    </a:lnTo>
                    <a:cubicBezTo>
                      <a:pt x="127728" y="171874"/>
                      <a:pt x="110707" y="188913"/>
                      <a:pt x="89691" y="188913"/>
                    </a:cubicBezTo>
                    <a:lnTo>
                      <a:pt x="89691" y="188913"/>
                    </a:lnTo>
                    <a:cubicBezTo>
                      <a:pt x="89691" y="188913"/>
                      <a:pt x="17909" y="188913"/>
                      <a:pt x="17909" y="188913"/>
                    </a:cubicBezTo>
                    <a:lnTo>
                      <a:pt x="17909" y="111916"/>
                    </a:lnTo>
                    <a:lnTo>
                      <a:pt x="92207" y="112212"/>
                    </a:lnTo>
                    <a:lnTo>
                      <a:pt x="92207" y="112212"/>
                    </a:lnTo>
                    <a:cubicBezTo>
                      <a:pt x="105133" y="112212"/>
                      <a:pt x="116381" y="118583"/>
                      <a:pt x="122942" y="128757"/>
                    </a:cubicBezTo>
                    <a:cubicBezTo>
                      <a:pt x="125705" y="134536"/>
                      <a:pt x="127777" y="140364"/>
                      <a:pt x="127777" y="147180"/>
                    </a:cubicBezTo>
                    <a:lnTo>
                      <a:pt x="127925" y="147180"/>
                    </a:lnTo>
                    <a:lnTo>
                      <a:pt x="127925" y="150834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985B2A5C-76DB-6075-0E5D-D5BDDFDBF4A8}"/>
                  </a:ext>
                </a:extLst>
              </p:cNvPr>
              <p:cNvSpPr/>
              <p:nvPr/>
            </p:nvSpPr>
            <p:spPr>
              <a:xfrm>
                <a:off x="10582446" y="6266744"/>
                <a:ext cx="213619" cy="213755"/>
              </a:xfrm>
              <a:custGeom>
                <a:avLst/>
                <a:gdLst>
                  <a:gd name="connsiteX0" fmla="*/ 937 w 213619"/>
                  <a:gd name="connsiteY0" fmla="*/ 120312 h 213755"/>
                  <a:gd name="connsiteX1" fmla="*/ 106859 w 213619"/>
                  <a:gd name="connsiteY1" fmla="*/ 213756 h 213755"/>
                  <a:gd name="connsiteX2" fmla="*/ 212781 w 213619"/>
                  <a:gd name="connsiteY2" fmla="*/ 120262 h 213755"/>
                  <a:gd name="connsiteX3" fmla="*/ 213620 w 213619"/>
                  <a:gd name="connsiteY3" fmla="*/ 107224 h 213755"/>
                  <a:gd name="connsiteX4" fmla="*/ 213028 w 213619"/>
                  <a:gd name="connsiteY4" fmla="*/ 95568 h 213755"/>
                  <a:gd name="connsiteX5" fmla="*/ 106859 w 213619"/>
                  <a:gd name="connsiteY5" fmla="*/ 0 h 213755"/>
                  <a:gd name="connsiteX6" fmla="*/ 691 w 213619"/>
                  <a:gd name="connsiteY6" fmla="*/ 95568 h 213755"/>
                  <a:gd name="connsiteX7" fmla="*/ 592 w 213619"/>
                  <a:gd name="connsiteY7" fmla="*/ 95568 h 213755"/>
                  <a:gd name="connsiteX8" fmla="*/ 0 w 213619"/>
                  <a:gd name="connsiteY8" fmla="*/ 107224 h 213755"/>
                  <a:gd name="connsiteX9" fmla="*/ 839 w 213619"/>
                  <a:gd name="connsiteY9" fmla="*/ 120262 h 213755"/>
                  <a:gd name="connsiteX10" fmla="*/ 106859 w 213619"/>
                  <a:gd name="connsiteY10" fmla="*/ 195581 h 213755"/>
                  <a:gd name="connsiteX11" fmla="*/ 19241 w 213619"/>
                  <a:gd name="connsiteY11" fmla="*/ 120312 h 213755"/>
                  <a:gd name="connsiteX12" fmla="*/ 19142 w 213619"/>
                  <a:gd name="connsiteY12" fmla="*/ 120312 h 213755"/>
                  <a:gd name="connsiteX13" fmla="*/ 18155 w 213619"/>
                  <a:gd name="connsiteY13" fmla="*/ 107224 h 213755"/>
                  <a:gd name="connsiteX14" fmla="*/ 18846 w 213619"/>
                  <a:gd name="connsiteY14" fmla="*/ 95914 h 213755"/>
                  <a:gd name="connsiteX15" fmla="*/ 18895 w 213619"/>
                  <a:gd name="connsiteY15" fmla="*/ 95914 h 213755"/>
                  <a:gd name="connsiteX16" fmla="*/ 106810 w 213619"/>
                  <a:gd name="connsiteY16" fmla="*/ 18175 h 213755"/>
                  <a:gd name="connsiteX17" fmla="*/ 194675 w 213619"/>
                  <a:gd name="connsiteY17" fmla="*/ 95765 h 213755"/>
                  <a:gd name="connsiteX18" fmla="*/ 195415 w 213619"/>
                  <a:gd name="connsiteY18" fmla="*/ 107273 h 213755"/>
                  <a:gd name="connsiteX19" fmla="*/ 194429 w 213619"/>
                  <a:gd name="connsiteY19" fmla="*/ 120509 h 213755"/>
                  <a:gd name="connsiteX20" fmla="*/ 106810 w 213619"/>
                  <a:gd name="connsiteY20" fmla="*/ 195630 h 21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13619" h="213755">
                    <a:moveTo>
                      <a:pt x="937" y="120312"/>
                    </a:moveTo>
                    <a:cubicBezTo>
                      <a:pt x="7548" y="173010"/>
                      <a:pt x="52443" y="213756"/>
                      <a:pt x="106859" y="213756"/>
                    </a:cubicBezTo>
                    <a:cubicBezTo>
                      <a:pt x="161276" y="213756"/>
                      <a:pt x="206170" y="172961"/>
                      <a:pt x="212781" y="120262"/>
                    </a:cubicBezTo>
                    <a:cubicBezTo>
                      <a:pt x="213275" y="116015"/>
                      <a:pt x="213620" y="111619"/>
                      <a:pt x="213620" y="107224"/>
                    </a:cubicBezTo>
                    <a:cubicBezTo>
                      <a:pt x="213620" y="103174"/>
                      <a:pt x="213472" y="99519"/>
                      <a:pt x="213028" y="95568"/>
                    </a:cubicBezTo>
                    <a:cubicBezTo>
                      <a:pt x="207502" y="41684"/>
                      <a:pt x="162114" y="0"/>
                      <a:pt x="106859" y="0"/>
                    </a:cubicBezTo>
                    <a:cubicBezTo>
                      <a:pt x="51604" y="0"/>
                      <a:pt x="6315" y="41882"/>
                      <a:pt x="691" y="95568"/>
                    </a:cubicBezTo>
                    <a:lnTo>
                      <a:pt x="592" y="95568"/>
                    </a:lnTo>
                    <a:cubicBezTo>
                      <a:pt x="148" y="99519"/>
                      <a:pt x="0" y="103174"/>
                      <a:pt x="0" y="107224"/>
                    </a:cubicBezTo>
                    <a:cubicBezTo>
                      <a:pt x="0" y="111619"/>
                      <a:pt x="296" y="116015"/>
                      <a:pt x="839" y="120262"/>
                    </a:cubicBezTo>
                    <a:moveTo>
                      <a:pt x="106859" y="195581"/>
                    </a:moveTo>
                    <a:cubicBezTo>
                      <a:pt x="62458" y="195581"/>
                      <a:pt x="25703" y="162935"/>
                      <a:pt x="19241" y="120312"/>
                    </a:cubicBezTo>
                    <a:lnTo>
                      <a:pt x="19142" y="120312"/>
                    </a:lnTo>
                    <a:cubicBezTo>
                      <a:pt x="18501" y="116015"/>
                      <a:pt x="18155" y="111718"/>
                      <a:pt x="18155" y="107224"/>
                    </a:cubicBezTo>
                    <a:cubicBezTo>
                      <a:pt x="18155" y="103322"/>
                      <a:pt x="18353" y="99667"/>
                      <a:pt x="18846" y="95914"/>
                    </a:cubicBezTo>
                    <a:lnTo>
                      <a:pt x="18895" y="95914"/>
                    </a:lnTo>
                    <a:cubicBezTo>
                      <a:pt x="24273" y="52105"/>
                      <a:pt x="61570" y="18175"/>
                      <a:pt x="106810" y="18175"/>
                    </a:cubicBezTo>
                    <a:cubicBezTo>
                      <a:pt x="152050" y="18175"/>
                      <a:pt x="189298" y="51908"/>
                      <a:pt x="194675" y="95765"/>
                    </a:cubicBezTo>
                    <a:cubicBezTo>
                      <a:pt x="195169" y="99618"/>
                      <a:pt x="195415" y="103322"/>
                      <a:pt x="195415" y="107273"/>
                    </a:cubicBezTo>
                    <a:cubicBezTo>
                      <a:pt x="195415" y="111817"/>
                      <a:pt x="195070" y="116163"/>
                      <a:pt x="194429" y="120509"/>
                    </a:cubicBezTo>
                    <a:cubicBezTo>
                      <a:pt x="187966" y="163132"/>
                      <a:pt x="151211" y="195630"/>
                      <a:pt x="106810" y="195630"/>
                    </a:cubicBez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ACD87AD-2DB9-35BA-7B4F-AC96159BE537}"/>
                  </a:ext>
                </a:extLst>
              </p:cNvPr>
              <p:cNvSpPr/>
              <p:nvPr/>
            </p:nvSpPr>
            <p:spPr>
              <a:xfrm>
                <a:off x="11773290" y="6266299"/>
                <a:ext cx="29008" cy="29040"/>
              </a:xfrm>
              <a:custGeom>
                <a:avLst/>
                <a:gdLst>
                  <a:gd name="connsiteX0" fmla="*/ 0 w 29008"/>
                  <a:gd name="connsiteY0" fmla="*/ 14471 h 29040"/>
                  <a:gd name="connsiteX1" fmla="*/ 14554 w 29008"/>
                  <a:gd name="connsiteY1" fmla="*/ 0 h 29040"/>
                  <a:gd name="connsiteX2" fmla="*/ 29009 w 29008"/>
                  <a:gd name="connsiteY2" fmla="*/ 14471 h 29040"/>
                  <a:gd name="connsiteX3" fmla="*/ 14554 w 29008"/>
                  <a:gd name="connsiteY3" fmla="*/ 29041 h 29040"/>
                  <a:gd name="connsiteX4" fmla="*/ 0 w 29008"/>
                  <a:gd name="connsiteY4" fmla="*/ 14471 h 29040"/>
                  <a:gd name="connsiteX5" fmla="*/ 26690 w 29008"/>
                  <a:gd name="connsiteY5" fmla="*/ 14471 h 29040"/>
                  <a:gd name="connsiteX6" fmla="*/ 14554 w 29008"/>
                  <a:gd name="connsiteY6" fmla="*/ 1926 h 29040"/>
                  <a:gd name="connsiteX7" fmla="*/ 2319 w 29008"/>
                  <a:gd name="connsiteY7" fmla="*/ 14471 h 29040"/>
                  <a:gd name="connsiteX8" fmla="*/ 14554 w 29008"/>
                  <a:gd name="connsiteY8" fmla="*/ 27115 h 29040"/>
                  <a:gd name="connsiteX9" fmla="*/ 26690 w 29008"/>
                  <a:gd name="connsiteY9" fmla="*/ 14471 h 29040"/>
                  <a:gd name="connsiteX10" fmla="*/ 21757 w 29008"/>
                  <a:gd name="connsiteY10" fmla="*/ 22571 h 29040"/>
                  <a:gd name="connsiteX11" fmla="*/ 19389 w 29008"/>
                  <a:gd name="connsiteY11" fmla="*/ 22571 h 29040"/>
                  <a:gd name="connsiteX12" fmla="*/ 14751 w 29008"/>
                  <a:gd name="connsiteY12" fmla="*/ 15113 h 29040"/>
                  <a:gd name="connsiteX13" fmla="*/ 11100 w 29008"/>
                  <a:gd name="connsiteY13" fmla="*/ 15113 h 29040"/>
                  <a:gd name="connsiteX14" fmla="*/ 11100 w 29008"/>
                  <a:gd name="connsiteY14" fmla="*/ 22571 h 29040"/>
                  <a:gd name="connsiteX15" fmla="*/ 9127 w 29008"/>
                  <a:gd name="connsiteY15" fmla="*/ 22571 h 29040"/>
                  <a:gd name="connsiteX16" fmla="*/ 9127 w 29008"/>
                  <a:gd name="connsiteY16" fmla="*/ 6371 h 29040"/>
                  <a:gd name="connsiteX17" fmla="*/ 16231 w 29008"/>
                  <a:gd name="connsiteY17" fmla="*/ 6371 h 29040"/>
                  <a:gd name="connsiteX18" fmla="*/ 21954 w 29008"/>
                  <a:gd name="connsiteY18" fmla="*/ 10668 h 29040"/>
                  <a:gd name="connsiteX19" fmla="*/ 16873 w 29008"/>
                  <a:gd name="connsiteY19" fmla="*/ 15113 h 29040"/>
                  <a:gd name="connsiteX20" fmla="*/ 21757 w 29008"/>
                  <a:gd name="connsiteY20" fmla="*/ 22571 h 29040"/>
                  <a:gd name="connsiteX21" fmla="*/ 14159 w 29008"/>
                  <a:gd name="connsiteY21" fmla="*/ 13533 h 29040"/>
                  <a:gd name="connsiteX22" fmla="*/ 19833 w 29008"/>
                  <a:gd name="connsiteY22" fmla="*/ 10619 h 29040"/>
                  <a:gd name="connsiteX23" fmla="*/ 15787 w 29008"/>
                  <a:gd name="connsiteY23" fmla="*/ 7803 h 29040"/>
                  <a:gd name="connsiteX24" fmla="*/ 11150 w 29008"/>
                  <a:gd name="connsiteY24" fmla="*/ 7803 h 29040"/>
                  <a:gd name="connsiteX25" fmla="*/ 11150 w 29008"/>
                  <a:gd name="connsiteY25" fmla="*/ 13533 h 29040"/>
                  <a:gd name="connsiteX26" fmla="*/ 14159 w 29008"/>
                  <a:gd name="connsiteY26" fmla="*/ 13533 h 2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9008" h="29040">
                    <a:moveTo>
                      <a:pt x="0" y="14471"/>
                    </a:moveTo>
                    <a:cubicBezTo>
                      <a:pt x="0" y="6519"/>
                      <a:pt x="6512" y="0"/>
                      <a:pt x="14554" y="0"/>
                    </a:cubicBezTo>
                    <a:cubicBezTo>
                      <a:pt x="22595" y="0"/>
                      <a:pt x="29009" y="6519"/>
                      <a:pt x="29009" y="14471"/>
                    </a:cubicBezTo>
                    <a:cubicBezTo>
                      <a:pt x="29009" y="22423"/>
                      <a:pt x="22546" y="29041"/>
                      <a:pt x="14554" y="29041"/>
                    </a:cubicBezTo>
                    <a:cubicBezTo>
                      <a:pt x="6561" y="29041"/>
                      <a:pt x="0" y="22521"/>
                      <a:pt x="0" y="14471"/>
                    </a:cubicBezTo>
                    <a:close/>
                    <a:moveTo>
                      <a:pt x="26690" y="14471"/>
                    </a:moveTo>
                    <a:cubicBezTo>
                      <a:pt x="26690" y="7408"/>
                      <a:pt x="21559" y="1926"/>
                      <a:pt x="14554" y="1926"/>
                    </a:cubicBezTo>
                    <a:cubicBezTo>
                      <a:pt x="7548" y="1926"/>
                      <a:pt x="2319" y="7458"/>
                      <a:pt x="2319" y="14471"/>
                    </a:cubicBezTo>
                    <a:cubicBezTo>
                      <a:pt x="2319" y="21484"/>
                      <a:pt x="7499" y="27115"/>
                      <a:pt x="14554" y="27115"/>
                    </a:cubicBezTo>
                    <a:cubicBezTo>
                      <a:pt x="21609" y="27115"/>
                      <a:pt x="26690" y="21583"/>
                      <a:pt x="26690" y="14471"/>
                    </a:cubicBezTo>
                    <a:close/>
                    <a:moveTo>
                      <a:pt x="21757" y="22571"/>
                    </a:moveTo>
                    <a:lnTo>
                      <a:pt x="19389" y="22571"/>
                    </a:lnTo>
                    <a:lnTo>
                      <a:pt x="14751" y="15113"/>
                    </a:lnTo>
                    <a:lnTo>
                      <a:pt x="11100" y="15113"/>
                    </a:lnTo>
                    <a:lnTo>
                      <a:pt x="11100" y="22571"/>
                    </a:lnTo>
                    <a:lnTo>
                      <a:pt x="9127" y="22571"/>
                    </a:lnTo>
                    <a:lnTo>
                      <a:pt x="9127" y="6371"/>
                    </a:lnTo>
                    <a:lnTo>
                      <a:pt x="16231" y="6371"/>
                    </a:lnTo>
                    <a:cubicBezTo>
                      <a:pt x="20523" y="6371"/>
                      <a:pt x="21954" y="8001"/>
                      <a:pt x="21954" y="10668"/>
                    </a:cubicBezTo>
                    <a:cubicBezTo>
                      <a:pt x="21954" y="13829"/>
                      <a:pt x="19734" y="15014"/>
                      <a:pt x="16873" y="15113"/>
                    </a:cubicBezTo>
                    <a:lnTo>
                      <a:pt x="21757" y="22571"/>
                    </a:lnTo>
                    <a:close/>
                    <a:moveTo>
                      <a:pt x="14159" y="13533"/>
                    </a:moveTo>
                    <a:cubicBezTo>
                      <a:pt x="16478" y="13533"/>
                      <a:pt x="19833" y="13928"/>
                      <a:pt x="19833" y="10619"/>
                    </a:cubicBezTo>
                    <a:cubicBezTo>
                      <a:pt x="19833" y="8100"/>
                      <a:pt x="17761" y="7803"/>
                      <a:pt x="15787" y="7803"/>
                    </a:cubicBezTo>
                    <a:lnTo>
                      <a:pt x="11150" y="7803"/>
                    </a:lnTo>
                    <a:lnTo>
                      <a:pt x="11150" y="13533"/>
                    </a:lnTo>
                    <a:lnTo>
                      <a:pt x="14159" y="13533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41046C9-9D1D-7940-C573-671BB1F4EF14}"/>
                </a:ext>
              </a:extLst>
            </p:cNvPr>
            <p:cNvSpPr/>
            <p:nvPr/>
          </p:nvSpPr>
          <p:spPr>
            <a:xfrm>
              <a:off x="10494136" y="6268077"/>
              <a:ext cx="48101" cy="28102"/>
            </a:xfrm>
            <a:custGeom>
              <a:avLst/>
              <a:gdLst>
                <a:gd name="connsiteX0" fmla="*/ 10459 w 48101"/>
                <a:gd name="connsiteY0" fmla="*/ 3013 h 28102"/>
                <a:gd name="connsiteX1" fmla="*/ 6463 w 48101"/>
                <a:gd name="connsiteY1" fmla="*/ 5285 h 28102"/>
                <a:gd name="connsiteX2" fmla="*/ 2960 w 48101"/>
                <a:gd name="connsiteY2" fmla="*/ 7952 h 28102"/>
                <a:gd name="connsiteX3" fmla="*/ 1875 w 48101"/>
                <a:gd name="connsiteY3" fmla="*/ 10372 h 28102"/>
                <a:gd name="connsiteX4" fmla="*/ 444 w 48101"/>
                <a:gd name="connsiteY4" fmla="*/ 12446 h 28102"/>
                <a:gd name="connsiteX5" fmla="*/ 99 w 48101"/>
                <a:gd name="connsiteY5" fmla="*/ 13187 h 28102"/>
                <a:gd name="connsiteX6" fmla="*/ 0 w 48101"/>
                <a:gd name="connsiteY6" fmla="*/ 13928 h 28102"/>
                <a:gd name="connsiteX7" fmla="*/ 197 w 48101"/>
                <a:gd name="connsiteY7" fmla="*/ 14767 h 28102"/>
                <a:gd name="connsiteX8" fmla="*/ 1529 w 48101"/>
                <a:gd name="connsiteY8" fmla="*/ 18422 h 28102"/>
                <a:gd name="connsiteX9" fmla="*/ 3848 w 48101"/>
                <a:gd name="connsiteY9" fmla="*/ 19854 h 28102"/>
                <a:gd name="connsiteX10" fmla="*/ 6512 w 48101"/>
                <a:gd name="connsiteY10" fmla="*/ 22867 h 28102"/>
                <a:gd name="connsiteX11" fmla="*/ 8436 w 48101"/>
                <a:gd name="connsiteY11" fmla="*/ 24695 h 28102"/>
                <a:gd name="connsiteX12" fmla="*/ 11199 w 48101"/>
                <a:gd name="connsiteY12" fmla="*/ 26028 h 28102"/>
                <a:gd name="connsiteX13" fmla="*/ 13962 w 48101"/>
                <a:gd name="connsiteY13" fmla="*/ 26868 h 28102"/>
                <a:gd name="connsiteX14" fmla="*/ 17859 w 48101"/>
                <a:gd name="connsiteY14" fmla="*/ 26868 h 28102"/>
                <a:gd name="connsiteX15" fmla="*/ 20425 w 48101"/>
                <a:gd name="connsiteY15" fmla="*/ 27362 h 28102"/>
                <a:gd name="connsiteX16" fmla="*/ 23187 w 48101"/>
                <a:gd name="connsiteY16" fmla="*/ 27609 h 28102"/>
                <a:gd name="connsiteX17" fmla="*/ 26937 w 48101"/>
                <a:gd name="connsiteY17" fmla="*/ 27855 h 28102"/>
                <a:gd name="connsiteX18" fmla="*/ 30538 w 48101"/>
                <a:gd name="connsiteY18" fmla="*/ 28102 h 28102"/>
                <a:gd name="connsiteX19" fmla="*/ 35028 w 48101"/>
                <a:gd name="connsiteY19" fmla="*/ 27757 h 28102"/>
                <a:gd name="connsiteX20" fmla="*/ 38432 w 48101"/>
                <a:gd name="connsiteY20" fmla="*/ 26769 h 28102"/>
                <a:gd name="connsiteX21" fmla="*/ 42527 w 48101"/>
                <a:gd name="connsiteY21" fmla="*/ 25090 h 28102"/>
                <a:gd name="connsiteX22" fmla="*/ 44352 w 48101"/>
                <a:gd name="connsiteY22" fmla="*/ 23015 h 28102"/>
                <a:gd name="connsiteX23" fmla="*/ 46424 w 48101"/>
                <a:gd name="connsiteY23" fmla="*/ 21089 h 28102"/>
                <a:gd name="connsiteX24" fmla="*/ 48101 w 48101"/>
                <a:gd name="connsiteY24" fmla="*/ 18422 h 28102"/>
                <a:gd name="connsiteX25" fmla="*/ 48003 w 48101"/>
                <a:gd name="connsiteY25" fmla="*/ 15656 h 28102"/>
                <a:gd name="connsiteX26" fmla="*/ 47263 w 48101"/>
                <a:gd name="connsiteY26" fmla="*/ 11656 h 28102"/>
                <a:gd name="connsiteX27" fmla="*/ 42921 w 48101"/>
                <a:gd name="connsiteY27" fmla="*/ 5334 h 28102"/>
                <a:gd name="connsiteX28" fmla="*/ 39073 w 48101"/>
                <a:gd name="connsiteY28" fmla="*/ 2420 h 28102"/>
                <a:gd name="connsiteX29" fmla="*/ 37149 w 48101"/>
                <a:gd name="connsiteY29" fmla="*/ 1482 h 28102"/>
                <a:gd name="connsiteX30" fmla="*/ 35718 w 48101"/>
                <a:gd name="connsiteY30" fmla="*/ 938 h 28102"/>
                <a:gd name="connsiteX31" fmla="*/ 34337 w 48101"/>
                <a:gd name="connsiteY31" fmla="*/ 741 h 28102"/>
                <a:gd name="connsiteX32" fmla="*/ 29848 w 48101"/>
                <a:gd name="connsiteY32" fmla="*/ 1087 h 28102"/>
                <a:gd name="connsiteX33" fmla="*/ 25358 w 48101"/>
                <a:gd name="connsiteY33" fmla="*/ 346 h 28102"/>
                <a:gd name="connsiteX34" fmla="*/ 23187 w 48101"/>
                <a:gd name="connsiteY34" fmla="*/ 0 h 28102"/>
                <a:gd name="connsiteX35" fmla="*/ 20425 w 48101"/>
                <a:gd name="connsiteY35" fmla="*/ 593 h 28102"/>
                <a:gd name="connsiteX36" fmla="*/ 16774 w 48101"/>
                <a:gd name="connsiteY36" fmla="*/ 1087 h 28102"/>
                <a:gd name="connsiteX37" fmla="*/ 14455 w 48101"/>
                <a:gd name="connsiteY37" fmla="*/ 1926 h 28102"/>
                <a:gd name="connsiteX38" fmla="*/ 10459 w 48101"/>
                <a:gd name="connsiteY38" fmla="*/ 3013 h 2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8101" h="28102">
                  <a:moveTo>
                    <a:pt x="10459" y="3013"/>
                  </a:moveTo>
                  <a:lnTo>
                    <a:pt x="6463" y="5285"/>
                  </a:lnTo>
                  <a:lnTo>
                    <a:pt x="2960" y="7952"/>
                  </a:lnTo>
                  <a:lnTo>
                    <a:pt x="1875" y="10372"/>
                  </a:lnTo>
                  <a:lnTo>
                    <a:pt x="444" y="12446"/>
                  </a:lnTo>
                  <a:lnTo>
                    <a:pt x="99" y="13187"/>
                  </a:lnTo>
                  <a:lnTo>
                    <a:pt x="0" y="13928"/>
                  </a:lnTo>
                  <a:lnTo>
                    <a:pt x="197" y="14767"/>
                  </a:lnTo>
                  <a:lnTo>
                    <a:pt x="1529" y="18422"/>
                  </a:lnTo>
                  <a:lnTo>
                    <a:pt x="3848" y="19854"/>
                  </a:lnTo>
                  <a:lnTo>
                    <a:pt x="6512" y="22867"/>
                  </a:lnTo>
                  <a:lnTo>
                    <a:pt x="8436" y="24695"/>
                  </a:lnTo>
                  <a:lnTo>
                    <a:pt x="11199" y="26028"/>
                  </a:lnTo>
                  <a:lnTo>
                    <a:pt x="13962" y="26868"/>
                  </a:lnTo>
                  <a:lnTo>
                    <a:pt x="17859" y="26868"/>
                  </a:lnTo>
                  <a:lnTo>
                    <a:pt x="20425" y="27362"/>
                  </a:lnTo>
                  <a:lnTo>
                    <a:pt x="23187" y="27609"/>
                  </a:lnTo>
                  <a:lnTo>
                    <a:pt x="26937" y="27855"/>
                  </a:lnTo>
                  <a:lnTo>
                    <a:pt x="30538" y="28102"/>
                  </a:lnTo>
                  <a:lnTo>
                    <a:pt x="35028" y="27757"/>
                  </a:lnTo>
                  <a:lnTo>
                    <a:pt x="38432" y="26769"/>
                  </a:lnTo>
                  <a:lnTo>
                    <a:pt x="42527" y="25090"/>
                  </a:lnTo>
                  <a:lnTo>
                    <a:pt x="44352" y="23015"/>
                  </a:lnTo>
                  <a:lnTo>
                    <a:pt x="46424" y="21089"/>
                  </a:lnTo>
                  <a:lnTo>
                    <a:pt x="48101" y="18422"/>
                  </a:lnTo>
                  <a:lnTo>
                    <a:pt x="48003" y="15656"/>
                  </a:lnTo>
                  <a:lnTo>
                    <a:pt x="47263" y="11656"/>
                  </a:lnTo>
                  <a:lnTo>
                    <a:pt x="42921" y="5334"/>
                  </a:lnTo>
                  <a:lnTo>
                    <a:pt x="39073" y="2420"/>
                  </a:lnTo>
                  <a:lnTo>
                    <a:pt x="37149" y="1482"/>
                  </a:lnTo>
                  <a:lnTo>
                    <a:pt x="35718" y="938"/>
                  </a:lnTo>
                  <a:lnTo>
                    <a:pt x="34337" y="741"/>
                  </a:lnTo>
                  <a:lnTo>
                    <a:pt x="29848" y="1087"/>
                  </a:lnTo>
                  <a:lnTo>
                    <a:pt x="25358" y="346"/>
                  </a:lnTo>
                  <a:lnTo>
                    <a:pt x="23187" y="0"/>
                  </a:lnTo>
                  <a:lnTo>
                    <a:pt x="20425" y="593"/>
                  </a:lnTo>
                  <a:lnTo>
                    <a:pt x="16774" y="1087"/>
                  </a:lnTo>
                  <a:lnTo>
                    <a:pt x="14455" y="1926"/>
                  </a:lnTo>
                  <a:lnTo>
                    <a:pt x="10459" y="3013"/>
                  </a:lnTo>
                </a:path>
              </a:pathLst>
            </a:custGeom>
            <a:solidFill>
              <a:srgbClr val="F26531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0707B82-0895-7204-3B76-B4573EC2E218}"/>
                </a:ext>
              </a:extLst>
            </p:cNvPr>
            <p:cNvSpPr/>
            <p:nvPr/>
          </p:nvSpPr>
          <p:spPr>
            <a:xfrm>
              <a:off x="10498034" y="6337123"/>
              <a:ext cx="41046" cy="10914"/>
            </a:xfrm>
            <a:custGeom>
              <a:avLst/>
              <a:gdLst>
                <a:gd name="connsiteX0" fmla="*/ 839 w 41046"/>
                <a:gd name="connsiteY0" fmla="*/ 247 h 10914"/>
                <a:gd name="connsiteX1" fmla="*/ 22398 w 41046"/>
                <a:gd name="connsiteY1" fmla="*/ 741 h 10914"/>
                <a:gd name="connsiteX2" fmla="*/ 25605 w 41046"/>
                <a:gd name="connsiteY2" fmla="*/ 99 h 10914"/>
                <a:gd name="connsiteX3" fmla="*/ 29749 w 41046"/>
                <a:gd name="connsiteY3" fmla="*/ 0 h 10914"/>
                <a:gd name="connsiteX4" fmla="*/ 33893 w 41046"/>
                <a:gd name="connsiteY4" fmla="*/ 445 h 10914"/>
                <a:gd name="connsiteX5" fmla="*/ 37050 w 41046"/>
                <a:gd name="connsiteY5" fmla="*/ 1334 h 10914"/>
                <a:gd name="connsiteX6" fmla="*/ 39468 w 41046"/>
                <a:gd name="connsiteY6" fmla="*/ 2963 h 10914"/>
                <a:gd name="connsiteX7" fmla="*/ 40356 w 41046"/>
                <a:gd name="connsiteY7" fmla="*/ 4099 h 10914"/>
                <a:gd name="connsiteX8" fmla="*/ 40899 w 41046"/>
                <a:gd name="connsiteY8" fmla="*/ 5285 h 10914"/>
                <a:gd name="connsiteX9" fmla="*/ 41047 w 41046"/>
                <a:gd name="connsiteY9" fmla="*/ 6569 h 10914"/>
                <a:gd name="connsiteX10" fmla="*/ 40652 w 41046"/>
                <a:gd name="connsiteY10" fmla="*/ 7902 h 10914"/>
                <a:gd name="connsiteX11" fmla="*/ 39715 w 41046"/>
                <a:gd name="connsiteY11" fmla="*/ 9186 h 10914"/>
                <a:gd name="connsiteX12" fmla="*/ 38037 w 41046"/>
                <a:gd name="connsiteY12" fmla="*/ 10421 h 10914"/>
                <a:gd name="connsiteX13" fmla="*/ 35570 w 41046"/>
                <a:gd name="connsiteY13" fmla="*/ 10915 h 10914"/>
                <a:gd name="connsiteX14" fmla="*/ 31180 w 41046"/>
                <a:gd name="connsiteY14" fmla="*/ 10915 h 10914"/>
                <a:gd name="connsiteX15" fmla="*/ 19339 w 41046"/>
                <a:gd name="connsiteY15" fmla="*/ 10026 h 10914"/>
                <a:gd name="connsiteX16" fmla="*/ 1283 w 41046"/>
                <a:gd name="connsiteY16" fmla="*/ 7952 h 10914"/>
                <a:gd name="connsiteX17" fmla="*/ 592 w 41046"/>
                <a:gd name="connsiteY17" fmla="*/ 7655 h 10914"/>
                <a:gd name="connsiteX18" fmla="*/ 197 w 41046"/>
                <a:gd name="connsiteY18" fmla="*/ 6964 h 10914"/>
                <a:gd name="connsiteX19" fmla="*/ 0 w 41046"/>
                <a:gd name="connsiteY19" fmla="*/ 4741 h 10914"/>
                <a:gd name="connsiteX20" fmla="*/ 839 w 41046"/>
                <a:gd name="connsiteY20" fmla="*/ 247 h 1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1046" h="10914">
                  <a:moveTo>
                    <a:pt x="839" y="247"/>
                  </a:moveTo>
                  <a:lnTo>
                    <a:pt x="22398" y="741"/>
                  </a:lnTo>
                  <a:lnTo>
                    <a:pt x="25605" y="99"/>
                  </a:lnTo>
                  <a:lnTo>
                    <a:pt x="29749" y="0"/>
                  </a:lnTo>
                  <a:lnTo>
                    <a:pt x="33893" y="445"/>
                  </a:lnTo>
                  <a:lnTo>
                    <a:pt x="37050" y="1334"/>
                  </a:lnTo>
                  <a:lnTo>
                    <a:pt x="39468" y="2963"/>
                  </a:lnTo>
                  <a:lnTo>
                    <a:pt x="40356" y="4099"/>
                  </a:lnTo>
                  <a:lnTo>
                    <a:pt x="40899" y="5285"/>
                  </a:lnTo>
                  <a:lnTo>
                    <a:pt x="41047" y="6569"/>
                  </a:lnTo>
                  <a:lnTo>
                    <a:pt x="40652" y="7902"/>
                  </a:lnTo>
                  <a:lnTo>
                    <a:pt x="39715" y="9186"/>
                  </a:lnTo>
                  <a:lnTo>
                    <a:pt x="38037" y="10421"/>
                  </a:lnTo>
                  <a:lnTo>
                    <a:pt x="35570" y="10915"/>
                  </a:lnTo>
                  <a:lnTo>
                    <a:pt x="31180" y="10915"/>
                  </a:lnTo>
                  <a:lnTo>
                    <a:pt x="19339" y="10026"/>
                  </a:lnTo>
                  <a:lnTo>
                    <a:pt x="1283" y="7952"/>
                  </a:lnTo>
                  <a:lnTo>
                    <a:pt x="592" y="7655"/>
                  </a:lnTo>
                  <a:lnTo>
                    <a:pt x="197" y="6964"/>
                  </a:lnTo>
                  <a:lnTo>
                    <a:pt x="0" y="4741"/>
                  </a:lnTo>
                  <a:lnTo>
                    <a:pt x="839" y="247"/>
                  </a:lnTo>
                </a:path>
              </a:pathLst>
            </a:custGeom>
            <a:solidFill>
              <a:srgbClr val="ED1849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A61A8FA-5A4B-4492-613C-6EE22CD7C5BE}"/>
                </a:ext>
              </a:extLst>
            </p:cNvPr>
            <p:cNvSpPr/>
            <p:nvPr/>
          </p:nvSpPr>
          <p:spPr>
            <a:xfrm>
              <a:off x="10500106" y="6357274"/>
              <a:ext cx="39566" cy="10717"/>
            </a:xfrm>
            <a:custGeom>
              <a:avLst/>
              <a:gdLst>
                <a:gd name="connsiteX0" fmla="*/ 4835 w 39566"/>
                <a:gd name="connsiteY0" fmla="*/ 0 h 10717"/>
                <a:gd name="connsiteX1" fmla="*/ 6710 w 39566"/>
                <a:gd name="connsiteY1" fmla="*/ 1136 h 10717"/>
                <a:gd name="connsiteX2" fmla="*/ 7894 w 39566"/>
                <a:gd name="connsiteY2" fmla="*/ 1827 h 10717"/>
                <a:gd name="connsiteX3" fmla="*/ 9226 w 39566"/>
                <a:gd name="connsiteY3" fmla="*/ 2173 h 10717"/>
                <a:gd name="connsiteX4" fmla="*/ 10163 w 39566"/>
                <a:gd name="connsiteY4" fmla="*/ 1976 h 10717"/>
                <a:gd name="connsiteX5" fmla="*/ 11248 w 39566"/>
                <a:gd name="connsiteY5" fmla="*/ 1482 h 10717"/>
                <a:gd name="connsiteX6" fmla="*/ 12334 w 39566"/>
                <a:gd name="connsiteY6" fmla="*/ 938 h 10717"/>
                <a:gd name="connsiteX7" fmla="*/ 13419 w 39566"/>
                <a:gd name="connsiteY7" fmla="*/ 691 h 10717"/>
                <a:gd name="connsiteX8" fmla="*/ 15294 w 39566"/>
                <a:gd name="connsiteY8" fmla="*/ 1383 h 10717"/>
                <a:gd name="connsiteX9" fmla="*/ 17317 w 39566"/>
                <a:gd name="connsiteY9" fmla="*/ 2074 h 10717"/>
                <a:gd name="connsiteX10" fmla="*/ 18994 w 39566"/>
                <a:gd name="connsiteY10" fmla="*/ 1531 h 10717"/>
                <a:gd name="connsiteX11" fmla="*/ 20721 w 39566"/>
                <a:gd name="connsiteY11" fmla="*/ 1037 h 10717"/>
                <a:gd name="connsiteX12" fmla="*/ 22743 w 39566"/>
                <a:gd name="connsiteY12" fmla="*/ 1778 h 10717"/>
                <a:gd name="connsiteX13" fmla="*/ 23730 w 39566"/>
                <a:gd name="connsiteY13" fmla="*/ 2173 h 10717"/>
                <a:gd name="connsiteX14" fmla="*/ 24717 w 39566"/>
                <a:gd name="connsiteY14" fmla="*/ 2173 h 10717"/>
                <a:gd name="connsiteX15" fmla="*/ 30982 w 39566"/>
                <a:gd name="connsiteY15" fmla="*/ 1334 h 10717"/>
                <a:gd name="connsiteX16" fmla="*/ 35768 w 39566"/>
                <a:gd name="connsiteY16" fmla="*/ 2124 h 10717"/>
                <a:gd name="connsiteX17" fmla="*/ 36064 w 39566"/>
                <a:gd name="connsiteY17" fmla="*/ 2321 h 10717"/>
                <a:gd name="connsiteX18" fmla="*/ 36212 w 39566"/>
                <a:gd name="connsiteY18" fmla="*/ 2568 h 10717"/>
                <a:gd name="connsiteX19" fmla="*/ 36064 w 39566"/>
                <a:gd name="connsiteY19" fmla="*/ 3161 h 10717"/>
                <a:gd name="connsiteX20" fmla="*/ 35866 w 39566"/>
                <a:gd name="connsiteY20" fmla="*/ 3803 h 10717"/>
                <a:gd name="connsiteX21" fmla="*/ 36064 w 39566"/>
                <a:gd name="connsiteY21" fmla="*/ 4396 h 10717"/>
                <a:gd name="connsiteX22" fmla="*/ 37248 w 39566"/>
                <a:gd name="connsiteY22" fmla="*/ 5087 h 10717"/>
                <a:gd name="connsiteX23" fmla="*/ 38580 w 39566"/>
                <a:gd name="connsiteY23" fmla="*/ 5630 h 10717"/>
                <a:gd name="connsiteX24" fmla="*/ 39123 w 39566"/>
                <a:gd name="connsiteY24" fmla="*/ 6025 h 10717"/>
                <a:gd name="connsiteX25" fmla="*/ 39468 w 39566"/>
                <a:gd name="connsiteY25" fmla="*/ 6618 h 10717"/>
                <a:gd name="connsiteX26" fmla="*/ 39567 w 39566"/>
                <a:gd name="connsiteY26" fmla="*/ 7507 h 10717"/>
                <a:gd name="connsiteX27" fmla="*/ 39320 w 39566"/>
                <a:gd name="connsiteY27" fmla="*/ 8742 h 10717"/>
                <a:gd name="connsiteX28" fmla="*/ 38925 w 39566"/>
                <a:gd name="connsiteY28" fmla="*/ 9335 h 10717"/>
                <a:gd name="connsiteX29" fmla="*/ 38037 w 39566"/>
                <a:gd name="connsiteY29" fmla="*/ 9828 h 10717"/>
                <a:gd name="connsiteX30" fmla="*/ 35324 w 39566"/>
                <a:gd name="connsiteY30" fmla="*/ 10421 h 10717"/>
                <a:gd name="connsiteX31" fmla="*/ 26739 w 39566"/>
                <a:gd name="connsiteY31" fmla="*/ 10717 h 10717"/>
                <a:gd name="connsiteX32" fmla="*/ 14455 w 39566"/>
                <a:gd name="connsiteY32" fmla="*/ 9137 h 10717"/>
                <a:gd name="connsiteX33" fmla="*/ 3799 w 39566"/>
                <a:gd name="connsiteY33" fmla="*/ 7161 h 10717"/>
                <a:gd name="connsiteX34" fmla="*/ 2220 w 39566"/>
                <a:gd name="connsiteY34" fmla="*/ 6519 h 10717"/>
                <a:gd name="connsiteX35" fmla="*/ 1036 w 39566"/>
                <a:gd name="connsiteY35" fmla="*/ 5087 h 10717"/>
                <a:gd name="connsiteX36" fmla="*/ 247 w 39566"/>
                <a:gd name="connsiteY36" fmla="*/ 3408 h 10717"/>
                <a:gd name="connsiteX37" fmla="*/ 0 w 39566"/>
                <a:gd name="connsiteY37" fmla="*/ 1926 h 10717"/>
                <a:gd name="connsiteX38" fmla="*/ 4835 w 39566"/>
                <a:gd name="connsiteY38" fmla="*/ 0 h 10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9566" h="10717">
                  <a:moveTo>
                    <a:pt x="4835" y="0"/>
                  </a:moveTo>
                  <a:lnTo>
                    <a:pt x="6710" y="1136"/>
                  </a:lnTo>
                  <a:lnTo>
                    <a:pt x="7894" y="1827"/>
                  </a:lnTo>
                  <a:lnTo>
                    <a:pt x="9226" y="2173"/>
                  </a:lnTo>
                  <a:lnTo>
                    <a:pt x="10163" y="1976"/>
                  </a:lnTo>
                  <a:lnTo>
                    <a:pt x="11248" y="1482"/>
                  </a:lnTo>
                  <a:lnTo>
                    <a:pt x="12334" y="938"/>
                  </a:lnTo>
                  <a:lnTo>
                    <a:pt x="13419" y="691"/>
                  </a:lnTo>
                  <a:lnTo>
                    <a:pt x="15294" y="1383"/>
                  </a:lnTo>
                  <a:lnTo>
                    <a:pt x="17317" y="2074"/>
                  </a:lnTo>
                  <a:lnTo>
                    <a:pt x="18994" y="1531"/>
                  </a:lnTo>
                  <a:lnTo>
                    <a:pt x="20721" y="1037"/>
                  </a:lnTo>
                  <a:lnTo>
                    <a:pt x="22743" y="1778"/>
                  </a:lnTo>
                  <a:lnTo>
                    <a:pt x="23730" y="2173"/>
                  </a:lnTo>
                  <a:lnTo>
                    <a:pt x="24717" y="2173"/>
                  </a:lnTo>
                  <a:lnTo>
                    <a:pt x="30982" y="1334"/>
                  </a:lnTo>
                  <a:lnTo>
                    <a:pt x="35768" y="2124"/>
                  </a:lnTo>
                  <a:lnTo>
                    <a:pt x="36064" y="2321"/>
                  </a:lnTo>
                  <a:lnTo>
                    <a:pt x="36212" y="2568"/>
                  </a:lnTo>
                  <a:lnTo>
                    <a:pt x="36064" y="3161"/>
                  </a:lnTo>
                  <a:lnTo>
                    <a:pt x="35866" y="3803"/>
                  </a:lnTo>
                  <a:lnTo>
                    <a:pt x="36064" y="4396"/>
                  </a:lnTo>
                  <a:lnTo>
                    <a:pt x="37248" y="5087"/>
                  </a:lnTo>
                  <a:lnTo>
                    <a:pt x="38580" y="5630"/>
                  </a:lnTo>
                  <a:lnTo>
                    <a:pt x="39123" y="6025"/>
                  </a:lnTo>
                  <a:lnTo>
                    <a:pt x="39468" y="6618"/>
                  </a:lnTo>
                  <a:lnTo>
                    <a:pt x="39567" y="7507"/>
                  </a:lnTo>
                  <a:lnTo>
                    <a:pt x="39320" y="8742"/>
                  </a:lnTo>
                  <a:lnTo>
                    <a:pt x="38925" y="9335"/>
                  </a:lnTo>
                  <a:lnTo>
                    <a:pt x="38037" y="9828"/>
                  </a:lnTo>
                  <a:lnTo>
                    <a:pt x="35324" y="10421"/>
                  </a:lnTo>
                  <a:lnTo>
                    <a:pt x="26739" y="10717"/>
                  </a:lnTo>
                  <a:lnTo>
                    <a:pt x="14455" y="9137"/>
                  </a:lnTo>
                  <a:lnTo>
                    <a:pt x="3799" y="7161"/>
                  </a:lnTo>
                  <a:lnTo>
                    <a:pt x="2220" y="6519"/>
                  </a:lnTo>
                  <a:lnTo>
                    <a:pt x="1036" y="5087"/>
                  </a:lnTo>
                  <a:lnTo>
                    <a:pt x="247" y="3408"/>
                  </a:lnTo>
                  <a:lnTo>
                    <a:pt x="0" y="1926"/>
                  </a:lnTo>
                  <a:lnTo>
                    <a:pt x="4835" y="0"/>
                  </a:lnTo>
                </a:path>
              </a:pathLst>
            </a:custGeom>
            <a:solidFill>
              <a:srgbClr val="ED037C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D8106BA-7EDE-96A8-D9CA-594A4804409A}"/>
                </a:ext>
              </a:extLst>
            </p:cNvPr>
            <p:cNvSpPr/>
            <p:nvPr/>
          </p:nvSpPr>
          <p:spPr>
            <a:xfrm>
              <a:off x="10498182" y="6368880"/>
              <a:ext cx="40947" cy="11655"/>
            </a:xfrm>
            <a:custGeom>
              <a:avLst/>
              <a:gdLst>
                <a:gd name="connsiteX0" fmla="*/ 3848 w 40947"/>
                <a:gd name="connsiteY0" fmla="*/ 0 h 11655"/>
                <a:gd name="connsiteX1" fmla="*/ 7154 w 40947"/>
                <a:gd name="connsiteY1" fmla="*/ 1284 h 11655"/>
                <a:gd name="connsiteX2" fmla="*/ 8782 w 40947"/>
                <a:gd name="connsiteY2" fmla="*/ 1877 h 11655"/>
                <a:gd name="connsiteX3" fmla="*/ 10410 w 40947"/>
                <a:gd name="connsiteY3" fmla="*/ 1827 h 11655"/>
                <a:gd name="connsiteX4" fmla="*/ 25062 w 40947"/>
                <a:gd name="connsiteY4" fmla="*/ 1136 h 11655"/>
                <a:gd name="connsiteX5" fmla="*/ 30933 w 40947"/>
                <a:gd name="connsiteY5" fmla="*/ 1679 h 11655"/>
                <a:gd name="connsiteX6" fmla="*/ 35521 w 40947"/>
                <a:gd name="connsiteY6" fmla="*/ 2815 h 11655"/>
                <a:gd name="connsiteX7" fmla="*/ 37593 w 40947"/>
                <a:gd name="connsiteY7" fmla="*/ 3358 h 11655"/>
                <a:gd name="connsiteX8" fmla="*/ 38777 w 40947"/>
                <a:gd name="connsiteY8" fmla="*/ 3852 h 11655"/>
                <a:gd name="connsiteX9" fmla="*/ 39715 w 40947"/>
                <a:gd name="connsiteY9" fmla="*/ 4544 h 11655"/>
                <a:gd name="connsiteX10" fmla="*/ 40751 w 40947"/>
                <a:gd name="connsiteY10" fmla="*/ 6371 h 11655"/>
                <a:gd name="connsiteX11" fmla="*/ 40948 w 40947"/>
                <a:gd name="connsiteY11" fmla="*/ 8149 h 11655"/>
                <a:gd name="connsiteX12" fmla="*/ 40504 w 40947"/>
                <a:gd name="connsiteY12" fmla="*/ 9680 h 11655"/>
                <a:gd name="connsiteX13" fmla="*/ 39715 w 40947"/>
                <a:gd name="connsiteY13" fmla="*/ 10668 h 11655"/>
                <a:gd name="connsiteX14" fmla="*/ 39715 w 40947"/>
                <a:gd name="connsiteY14" fmla="*/ 11656 h 11655"/>
                <a:gd name="connsiteX15" fmla="*/ 25358 w 40947"/>
                <a:gd name="connsiteY15" fmla="*/ 11606 h 11655"/>
                <a:gd name="connsiteX16" fmla="*/ 20573 w 40947"/>
                <a:gd name="connsiteY16" fmla="*/ 11656 h 11655"/>
                <a:gd name="connsiteX17" fmla="*/ 15837 w 40947"/>
                <a:gd name="connsiteY17" fmla="*/ 11261 h 11655"/>
                <a:gd name="connsiteX18" fmla="*/ 11100 w 40947"/>
                <a:gd name="connsiteY18" fmla="*/ 10421 h 11655"/>
                <a:gd name="connsiteX19" fmla="*/ 6858 w 40947"/>
                <a:gd name="connsiteY19" fmla="*/ 9730 h 11655"/>
                <a:gd name="connsiteX20" fmla="*/ 3799 w 40947"/>
                <a:gd name="connsiteY20" fmla="*/ 9236 h 11655"/>
                <a:gd name="connsiteX21" fmla="*/ 2565 w 40947"/>
                <a:gd name="connsiteY21" fmla="*/ 8939 h 11655"/>
                <a:gd name="connsiteX22" fmla="*/ 1727 w 40947"/>
                <a:gd name="connsiteY22" fmla="*/ 8149 h 11655"/>
                <a:gd name="connsiteX23" fmla="*/ 543 w 40947"/>
                <a:gd name="connsiteY23" fmla="*/ 5630 h 11655"/>
                <a:gd name="connsiteX24" fmla="*/ 0 w 40947"/>
                <a:gd name="connsiteY24" fmla="*/ 2914 h 11655"/>
                <a:gd name="connsiteX25" fmla="*/ 3848 w 40947"/>
                <a:gd name="connsiteY25" fmla="*/ 0 h 11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947" h="11655">
                  <a:moveTo>
                    <a:pt x="3848" y="0"/>
                  </a:moveTo>
                  <a:lnTo>
                    <a:pt x="7154" y="1284"/>
                  </a:lnTo>
                  <a:lnTo>
                    <a:pt x="8782" y="1877"/>
                  </a:lnTo>
                  <a:lnTo>
                    <a:pt x="10410" y="1827"/>
                  </a:lnTo>
                  <a:lnTo>
                    <a:pt x="25062" y="1136"/>
                  </a:lnTo>
                  <a:lnTo>
                    <a:pt x="30933" y="1679"/>
                  </a:lnTo>
                  <a:lnTo>
                    <a:pt x="35521" y="2815"/>
                  </a:lnTo>
                  <a:lnTo>
                    <a:pt x="37593" y="3358"/>
                  </a:lnTo>
                  <a:lnTo>
                    <a:pt x="38777" y="3852"/>
                  </a:lnTo>
                  <a:lnTo>
                    <a:pt x="39715" y="4544"/>
                  </a:lnTo>
                  <a:lnTo>
                    <a:pt x="40751" y="6371"/>
                  </a:lnTo>
                  <a:lnTo>
                    <a:pt x="40948" y="8149"/>
                  </a:lnTo>
                  <a:lnTo>
                    <a:pt x="40504" y="9680"/>
                  </a:lnTo>
                  <a:lnTo>
                    <a:pt x="39715" y="10668"/>
                  </a:lnTo>
                  <a:lnTo>
                    <a:pt x="39715" y="11656"/>
                  </a:lnTo>
                  <a:lnTo>
                    <a:pt x="25358" y="11606"/>
                  </a:lnTo>
                  <a:lnTo>
                    <a:pt x="20573" y="11656"/>
                  </a:lnTo>
                  <a:lnTo>
                    <a:pt x="15837" y="11261"/>
                  </a:lnTo>
                  <a:lnTo>
                    <a:pt x="11100" y="10421"/>
                  </a:lnTo>
                  <a:lnTo>
                    <a:pt x="6858" y="9730"/>
                  </a:lnTo>
                  <a:lnTo>
                    <a:pt x="3799" y="9236"/>
                  </a:lnTo>
                  <a:lnTo>
                    <a:pt x="2565" y="8939"/>
                  </a:lnTo>
                  <a:lnTo>
                    <a:pt x="1727" y="8149"/>
                  </a:lnTo>
                  <a:lnTo>
                    <a:pt x="543" y="5630"/>
                  </a:lnTo>
                  <a:lnTo>
                    <a:pt x="0" y="2914"/>
                  </a:lnTo>
                  <a:lnTo>
                    <a:pt x="3848" y="0"/>
                  </a:lnTo>
                </a:path>
              </a:pathLst>
            </a:custGeom>
            <a:solidFill>
              <a:srgbClr val="ED037C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8631A04-C48B-1750-77A9-4D8E891C428D}"/>
                </a:ext>
              </a:extLst>
            </p:cNvPr>
            <p:cNvSpPr/>
            <p:nvPr/>
          </p:nvSpPr>
          <p:spPr>
            <a:xfrm>
              <a:off x="10498231" y="6386018"/>
              <a:ext cx="41638" cy="19113"/>
            </a:xfrm>
            <a:custGeom>
              <a:avLst/>
              <a:gdLst>
                <a:gd name="connsiteX0" fmla="*/ 4884 w 41638"/>
                <a:gd name="connsiteY0" fmla="*/ 0 h 19113"/>
                <a:gd name="connsiteX1" fmla="*/ 11396 w 41638"/>
                <a:gd name="connsiteY1" fmla="*/ 840 h 19113"/>
                <a:gd name="connsiteX2" fmla="*/ 13567 w 41638"/>
                <a:gd name="connsiteY2" fmla="*/ 1087 h 19113"/>
                <a:gd name="connsiteX3" fmla="*/ 15442 w 41638"/>
                <a:gd name="connsiteY3" fmla="*/ 741 h 19113"/>
                <a:gd name="connsiteX4" fmla="*/ 17958 w 41638"/>
                <a:gd name="connsiteY4" fmla="*/ 494 h 19113"/>
                <a:gd name="connsiteX5" fmla="*/ 21905 w 41638"/>
                <a:gd name="connsiteY5" fmla="*/ 790 h 19113"/>
                <a:gd name="connsiteX6" fmla="*/ 27578 w 41638"/>
                <a:gd name="connsiteY6" fmla="*/ 889 h 19113"/>
                <a:gd name="connsiteX7" fmla="*/ 33301 w 41638"/>
                <a:gd name="connsiteY7" fmla="*/ 593 h 19113"/>
                <a:gd name="connsiteX8" fmla="*/ 35274 w 41638"/>
                <a:gd name="connsiteY8" fmla="*/ 543 h 19113"/>
                <a:gd name="connsiteX9" fmla="*/ 36952 w 41638"/>
                <a:gd name="connsiteY9" fmla="*/ 1235 h 19113"/>
                <a:gd name="connsiteX10" fmla="*/ 39912 w 41638"/>
                <a:gd name="connsiteY10" fmla="*/ 3704 h 19113"/>
                <a:gd name="connsiteX11" fmla="*/ 40899 w 41638"/>
                <a:gd name="connsiteY11" fmla="*/ 4939 h 19113"/>
                <a:gd name="connsiteX12" fmla="*/ 41491 w 41638"/>
                <a:gd name="connsiteY12" fmla="*/ 6371 h 19113"/>
                <a:gd name="connsiteX13" fmla="*/ 41639 w 41638"/>
                <a:gd name="connsiteY13" fmla="*/ 7952 h 19113"/>
                <a:gd name="connsiteX14" fmla="*/ 41244 w 41638"/>
                <a:gd name="connsiteY14" fmla="*/ 9532 h 19113"/>
                <a:gd name="connsiteX15" fmla="*/ 39517 w 41638"/>
                <a:gd name="connsiteY15" fmla="*/ 14372 h 19113"/>
                <a:gd name="connsiteX16" fmla="*/ 38531 w 41638"/>
                <a:gd name="connsiteY16" fmla="*/ 16496 h 19113"/>
                <a:gd name="connsiteX17" fmla="*/ 37100 w 41638"/>
                <a:gd name="connsiteY17" fmla="*/ 18225 h 19113"/>
                <a:gd name="connsiteX18" fmla="*/ 36261 w 41638"/>
                <a:gd name="connsiteY18" fmla="*/ 18620 h 19113"/>
                <a:gd name="connsiteX19" fmla="*/ 35274 w 41638"/>
                <a:gd name="connsiteY19" fmla="*/ 18669 h 19113"/>
                <a:gd name="connsiteX20" fmla="*/ 32857 w 41638"/>
                <a:gd name="connsiteY20" fmla="*/ 18225 h 19113"/>
                <a:gd name="connsiteX21" fmla="*/ 30341 w 41638"/>
                <a:gd name="connsiteY21" fmla="*/ 17533 h 19113"/>
                <a:gd name="connsiteX22" fmla="*/ 28170 w 41638"/>
                <a:gd name="connsiteY22" fmla="*/ 17237 h 19113"/>
                <a:gd name="connsiteX23" fmla="*/ 26591 w 41638"/>
                <a:gd name="connsiteY23" fmla="*/ 17632 h 19113"/>
                <a:gd name="connsiteX24" fmla="*/ 25210 w 41638"/>
                <a:gd name="connsiteY24" fmla="*/ 18323 h 19113"/>
                <a:gd name="connsiteX25" fmla="*/ 23779 w 41638"/>
                <a:gd name="connsiteY25" fmla="*/ 18916 h 19113"/>
                <a:gd name="connsiteX26" fmla="*/ 22151 w 41638"/>
                <a:gd name="connsiteY26" fmla="*/ 19114 h 19113"/>
                <a:gd name="connsiteX27" fmla="*/ 17514 w 41638"/>
                <a:gd name="connsiteY27" fmla="*/ 17879 h 19113"/>
                <a:gd name="connsiteX28" fmla="*/ 14899 w 41638"/>
                <a:gd name="connsiteY28" fmla="*/ 17533 h 19113"/>
                <a:gd name="connsiteX29" fmla="*/ 11890 w 41638"/>
                <a:gd name="connsiteY29" fmla="*/ 18027 h 19113"/>
                <a:gd name="connsiteX30" fmla="*/ 11100 w 41638"/>
                <a:gd name="connsiteY30" fmla="*/ 18126 h 19113"/>
                <a:gd name="connsiteX31" fmla="*/ 10360 w 41638"/>
                <a:gd name="connsiteY31" fmla="*/ 17780 h 19113"/>
                <a:gd name="connsiteX32" fmla="*/ 9571 w 41638"/>
                <a:gd name="connsiteY32" fmla="*/ 17385 h 19113"/>
                <a:gd name="connsiteX33" fmla="*/ 8732 w 41638"/>
                <a:gd name="connsiteY33" fmla="*/ 17187 h 19113"/>
                <a:gd name="connsiteX34" fmla="*/ 6907 w 41638"/>
                <a:gd name="connsiteY34" fmla="*/ 17138 h 19113"/>
                <a:gd name="connsiteX35" fmla="*/ 6216 w 41638"/>
                <a:gd name="connsiteY35" fmla="*/ 16891 h 19113"/>
                <a:gd name="connsiteX36" fmla="*/ 5871 w 41638"/>
                <a:gd name="connsiteY36" fmla="*/ 16496 h 19113"/>
                <a:gd name="connsiteX37" fmla="*/ 3651 w 41638"/>
                <a:gd name="connsiteY37" fmla="*/ 13088 h 19113"/>
                <a:gd name="connsiteX38" fmla="*/ 1283 w 41638"/>
                <a:gd name="connsiteY38" fmla="*/ 10273 h 19113"/>
                <a:gd name="connsiteX39" fmla="*/ 296 w 41638"/>
                <a:gd name="connsiteY39" fmla="*/ 8989 h 19113"/>
                <a:gd name="connsiteX40" fmla="*/ 0 w 41638"/>
                <a:gd name="connsiteY40" fmla="*/ 7507 h 19113"/>
                <a:gd name="connsiteX41" fmla="*/ 543 w 41638"/>
                <a:gd name="connsiteY41" fmla="*/ 5729 h 19113"/>
                <a:gd name="connsiteX42" fmla="*/ 1825 w 41638"/>
                <a:gd name="connsiteY42" fmla="*/ 3852 h 19113"/>
                <a:gd name="connsiteX43" fmla="*/ 4884 w 41638"/>
                <a:gd name="connsiteY43" fmla="*/ 0 h 19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1638" h="19113">
                  <a:moveTo>
                    <a:pt x="4884" y="0"/>
                  </a:moveTo>
                  <a:lnTo>
                    <a:pt x="11396" y="840"/>
                  </a:lnTo>
                  <a:lnTo>
                    <a:pt x="13567" y="1087"/>
                  </a:lnTo>
                  <a:lnTo>
                    <a:pt x="15442" y="741"/>
                  </a:lnTo>
                  <a:lnTo>
                    <a:pt x="17958" y="494"/>
                  </a:lnTo>
                  <a:lnTo>
                    <a:pt x="21905" y="790"/>
                  </a:lnTo>
                  <a:lnTo>
                    <a:pt x="27578" y="889"/>
                  </a:lnTo>
                  <a:lnTo>
                    <a:pt x="33301" y="593"/>
                  </a:lnTo>
                  <a:lnTo>
                    <a:pt x="35274" y="543"/>
                  </a:lnTo>
                  <a:lnTo>
                    <a:pt x="36952" y="1235"/>
                  </a:lnTo>
                  <a:lnTo>
                    <a:pt x="39912" y="3704"/>
                  </a:lnTo>
                  <a:lnTo>
                    <a:pt x="40899" y="4939"/>
                  </a:lnTo>
                  <a:lnTo>
                    <a:pt x="41491" y="6371"/>
                  </a:lnTo>
                  <a:lnTo>
                    <a:pt x="41639" y="7952"/>
                  </a:lnTo>
                  <a:lnTo>
                    <a:pt x="41244" y="9532"/>
                  </a:lnTo>
                  <a:lnTo>
                    <a:pt x="39517" y="14372"/>
                  </a:lnTo>
                  <a:lnTo>
                    <a:pt x="38531" y="16496"/>
                  </a:lnTo>
                  <a:lnTo>
                    <a:pt x="37100" y="18225"/>
                  </a:lnTo>
                  <a:lnTo>
                    <a:pt x="36261" y="18620"/>
                  </a:lnTo>
                  <a:lnTo>
                    <a:pt x="35274" y="18669"/>
                  </a:lnTo>
                  <a:lnTo>
                    <a:pt x="32857" y="18225"/>
                  </a:lnTo>
                  <a:lnTo>
                    <a:pt x="30341" y="17533"/>
                  </a:lnTo>
                  <a:lnTo>
                    <a:pt x="28170" y="17237"/>
                  </a:lnTo>
                  <a:lnTo>
                    <a:pt x="26591" y="17632"/>
                  </a:lnTo>
                  <a:lnTo>
                    <a:pt x="25210" y="18323"/>
                  </a:lnTo>
                  <a:lnTo>
                    <a:pt x="23779" y="18916"/>
                  </a:lnTo>
                  <a:lnTo>
                    <a:pt x="22151" y="19114"/>
                  </a:lnTo>
                  <a:lnTo>
                    <a:pt x="17514" y="17879"/>
                  </a:lnTo>
                  <a:lnTo>
                    <a:pt x="14899" y="17533"/>
                  </a:lnTo>
                  <a:lnTo>
                    <a:pt x="11890" y="18027"/>
                  </a:lnTo>
                  <a:lnTo>
                    <a:pt x="11100" y="18126"/>
                  </a:lnTo>
                  <a:lnTo>
                    <a:pt x="10360" y="17780"/>
                  </a:lnTo>
                  <a:lnTo>
                    <a:pt x="9571" y="17385"/>
                  </a:lnTo>
                  <a:lnTo>
                    <a:pt x="8732" y="17187"/>
                  </a:lnTo>
                  <a:lnTo>
                    <a:pt x="6907" y="17138"/>
                  </a:lnTo>
                  <a:lnTo>
                    <a:pt x="6216" y="16891"/>
                  </a:lnTo>
                  <a:lnTo>
                    <a:pt x="5871" y="16496"/>
                  </a:lnTo>
                  <a:lnTo>
                    <a:pt x="3651" y="13088"/>
                  </a:lnTo>
                  <a:lnTo>
                    <a:pt x="1283" y="10273"/>
                  </a:lnTo>
                  <a:lnTo>
                    <a:pt x="296" y="8989"/>
                  </a:lnTo>
                  <a:lnTo>
                    <a:pt x="0" y="7507"/>
                  </a:lnTo>
                  <a:lnTo>
                    <a:pt x="543" y="5729"/>
                  </a:lnTo>
                  <a:lnTo>
                    <a:pt x="1825" y="3852"/>
                  </a:lnTo>
                  <a:lnTo>
                    <a:pt x="4884" y="0"/>
                  </a:lnTo>
                </a:path>
              </a:pathLst>
            </a:custGeom>
            <a:solidFill>
              <a:srgbClr val="A9218E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2FFA268-2EC5-2FE1-BFFD-8B0AA6D6BADE}"/>
                </a:ext>
              </a:extLst>
            </p:cNvPr>
            <p:cNvSpPr/>
            <p:nvPr/>
          </p:nvSpPr>
          <p:spPr>
            <a:xfrm>
              <a:off x="10495320" y="6419158"/>
              <a:ext cx="47657" cy="27065"/>
            </a:xfrm>
            <a:custGeom>
              <a:avLst/>
              <a:gdLst>
                <a:gd name="connsiteX0" fmla="*/ 15195 w 47657"/>
                <a:gd name="connsiteY0" fmla="*/ 148 h 27065"/>
                <a:gd name="connsiteX1" fmla="*/ 17613 w 47657"/>
                <a:gd name="connsiteY1" fmla="*/ 0 h 27065"/>
                <a:gd name="connsiteX2" fmla="*/ 20030 w 47657"/>
                <a:gd name="connsiteY2" fmla="*/ 247 h 27065"/>
                <a:gd name="connsiteX3" fmla="*/ 33942 w 47657"/>
                <a:gd name="connsiteY3" fmla="*/ 1630 h 27065"/>
                <a:gd name="connsiteX4" fmla="*/ 37840 w 47657"/>
                <a:gd name="connsiteY4" fmla="*/ 2223 h 27065"/>
                <a:gd name="connsiteX5" fmla="*/ 41540 w 47657"/>
                <a:gd name="connsiteY5" fmla="*/ 3260 h 27065"/>
                <a:gd name="connsiteX6" fmla="*/ 43217 w 47657"/>
                <a:gd name="connsiteY6" fmla="*/ 4297 h 27065"/>
                <a:gd name="connsiteX7" fmla="*/ 44697 w 47657"/>
                <a:gd name="connsiteY7" fmla="*/ 5779 h 27065"/>
                <a:gd name="connsiteX8" fmla="*/ 45931 w 47657"/>
                <a:gd name="connsiteY8" fmla="*/ 8001 h 27065"/>
                <a:gd name="connsiteX9" fmla="*/ 46917 w 47657"/>
                <a:gd name="connsiteY9" fmla="*/ 10964 h 27065"/>
                <a:gd name="connsiteX10" fmla="*/ 47657 w 47657"/>
                <a:gd name="connsiteY10" fmla="*/ 16002 h 27065"/>
                <a:gd name="connsiteX11" fmla="*/ 47411 w 47657"/>
                <a:gd name="connsiteY11" fmla="*/ 18521 h 27065"/>
                <a:gd name="connsiteX12" fmla="*/ 46473 w 47657"/>
                <a:gd name="connsiteY12" fmla="*/ 20842 h 27065"/>
                <a:gd name="connsiteX13" fmla="*/ 45191 w 47657"/>
                <a:gd name="connsiteY13" fmla="*/ 22324 h 27065"/>
                <a:gd name="connsiteX14" fmla="*/ 43513 w 47657"/>
                <a:gd name="connsiteY14" fmla="*/ 23608 h 27065"/>
                <a:gd name="connsiteX15" fmla="*/ 39024 w 47657"/>
                <a:gd name="connsiteY15" fmla="*/ 25534 h 27065"/>
                <a:gd name="connsiteX16" fmla="*/ 27233 w 47657"/>
                <a:gd name="connsiteY16" fmla="*/ 27065 h 27065"/>
                <a:gd name="connsiteX17" fmla="*/ 23483 w 47657"/>
                <a:gd name="connsiteY17" fmla="*/ 26571 h 27065"/>
                <a:gd name="connsiteX18" fmla="*/ 19882 w 47657"/>
                <a:gd name="connsiteY18" fmla="*/ 25534 h 27065"/>
                <a:gd name="connsiteX19" fmla="*/ 16280 w 47657"/>
                <a:gd name="connsiteY19" fmla="*/ 24546 h 27065"/>
                <a:gd name="connsiteX20" fmla="*/ 12778 w 47657"/>
                <a:gd name="connsiteY20" fmla="*/ 24151 h 27065"/>
                <a:gd name="connsiteX21" fmla="*/ 7844 w 47657"/>
                <a:gd name="connsiteY21" fmla="*/ 23559 h 27065"/>
                <a:gd name="connsiteX22" fmla="*/ 4144 w 47657"/>
                <a:gd name="connsiteY22" fmla="*/ 21731 h 27065"/>
                <a:gd name="connsiteX23" fmla="*/ 1677 w 47657"/>
                <a:gd name="connsiteY23" fmla="*/ 19114 h 27065"/>
                <a:gd name="connsiteX24" fmla="*/ 345 w 47657"/>
                <a:gd name="connsiteY24" fmla="*/ 16150 h 27065"/>
                <a:gd name="connsiteX25" fmla="*/ 0 w 47657"/>
                <a:gd name="connsiteY25" fmla="*/ 12891 h 27065"/>
                <a:gd name="connsiteX26" fmla="*/ 789 w 47657"/>
                <a:gd name="connsiteY26" fmla="*/ 10075 h 27065"/>
                <a:gd name="connsiteX27" fmla="*/ 2417 w 47657"/>
                <a:gd name="connsiteY27" fmla="*/ 7705 h 27065"/>
                <a:gd name="connsiteX28" fmla="*/ 4539 w 47657"/>
                <a:gd name="connsiteY28" fmla="*/ 5828 h 27065"/>
                <a:gd name="connsiteX29" fmla="*/ 9176 w 47657"/>
                <a:gd name="connsiteY29" fmla="*/ 3260 h 27065"/>
                <a:gd name="connsiteX30" fmla="*/ 12334 w 47657"/>
                <a:gd name="connsiteY30" fmla="*/ 2124 h 27065"/>
                <a:gd name="connsiteX31" fmla="*/ 13123 w 47657"/>
                <a:gd name="connsiteY31" fmla="*/ 1729 h 27065"/>
                <a:gd name="connsiteX32" fmla="*/ 13666 w 47657"/>
                <a:gd name="connsiteY32" fmla="*/ 1185 h 27065"/>
                <a:gd name="connsiteX33" fmla="*/ 14258 w 47657"/>
                <a:gd name="connsiteY33" fmla="*/ 593 h 27065"/>
                <a:gd name="connsiteX34" fmla="*/ 15195 w 47657"/>
                <a:gd name="connsiteY34" fmla="*/ 148 h 2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7657" h="27065">
                  <a:moveTo>
                    <a:pt x="15195" y="148"/>
                  </a:moveTo>
                  <a:lnTo>
                    <a:pt x="17613" y="0"/>
                  </a:lnTo>
                  <a:lnTo>
                    <a:pt x="20030" y="247"/>
                  </a:lnTo>
                  <a:lnTo>
                    <a:pt x="33942" y="1630"/>
                  </a:lnTo>
                  <a:lnTo>
                    <a:pt x="37840" y="2223"/>
                  </a:lnTo>
                  <a:lnTo>
                    <a:pt x="41540" y="3260"/>
                  </a:lnTo>
                  <a:lnTo>
                    <a:pt x="43217" y="4297"/>
                  </a:lnTo>
                  <a:lnTo>
                    <a:pt x="44697" y="5779"/>
                  </a:lnTo>
                  <a:lnTo>
                    <a:pt x="45931" y="8001"/>
                  </a:lnTo>
                  <a:lnTo>
                    <a:pt x="46917" y="10964"/>
                  </a:lnTo>
                  <a:lnTo>
                    <a:pt x="47657" y="16002"/>
                  </a:lnTo>
                  <a:lnTo>
                    <a:pt x="47411" y="18521"/>
                  </a:lnTo>
                  <a:lnTo>
                    <a:pt x="46473" y="20842"/>
                  </a:lnTo>
                  <a:lnTo>
                    <a:pt x="45191" y="22324"/>
                  </a:lnTo>
                  <a:lnTo>
                    <a:pt x="43513" y="23608"/>
                  </a:lnTo>
                  <a:lnTo>
                    <a:pt x="39024" y="25534"/>
                  </a:lnTo>
                  <a:lnTo>
                    <a:pt x="27233" y="27065"/>
                  </a:lnTo>
                  <a:lnTo>
                    <a:pt x="23483" y="26571"/>
                  </a:lnTo>
                  <a:lnTo>
                    <a:pt x="19882" y="25534"/>
                  </a:lnTo>
                  <a:lnTo>
                    <a:pt x="16280" y="24546"/>
                  </a:lnTo>
                  <a:lnTo>
                    <a:pt x="12778" y="24151"/>
                  </a:lnTo>
                  <a:lnTo>
                    <a:pt x="7844" y="23559"/>
                  </a:lnTo>
                  <a:lnTo>
                    <a:pt x="4144" y="21731"/>
                  </a:lnTo>
                  <a:lnTo>
                    <a:pt x="1677" y="19114"/>
                  </a:lnTo>
                  <a:lnTo>
                    <a:pt x="345" y="16150"/>
                  </a:lnTo>
                  <a:lnTo>
                    <a:pt x="0" y="12891"/>
                  </a:lnTo>
                  <a:lnTo>
                    <a:pt x="789" y="10075"/>
                  </a:lnTo>
                  <a:lnTo>
                    <a:pt x="2417" y="7705"/>
                  </a:lnTo>
                  <a:lnTo>
                    <a:pt x="4539" y="5828"/>
                  </a:lnTo>
                  <a:lnTo>
                    <a:pt x="9176" y="3260"/>
                  </a:lnTo>
                  <a:lnTo>
                    <a:pt x="12334" y="2124"/>
                  </a:lnTo>
                  <a:lnTo>
                    <a:pt x="13123" y="1729"/>
                  </a:lnTo>
                  <a:lnTo>
                    <a:pt x="13666" y="1185"/>
                  </a:lnTo>
                  <a:lnTo>
                    <a:pt x="14258" y="593"/>
                  </a:lnTo>
                  <a:lnTo>
                    <a:pt x="15195" y="148"/>
                  </a:lnTo>
                </a:path>
              </a:pathLst>
            </a:custGeom>
            <a:solidFill>
              <a:srgbClr val="353D98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D7F9930-3967-24E5-42D5-5DEB9E2016F3}"/>
                </a:ext>
              </a:extLst>
            </p:cNvPr>
            <p:cNvSpPr/>
            <p:nvPr/>
          </p:nvSpPr>
          <p:spPr>
            <a:xfrm>
              <a:off x="10498675" y="6458324"/>
              <a:ext cx="39862" cy="26126"/>
            </a:xfrm>
            <a:custGeom>
              <a:avLst/>
              <a:gdLst>
                <a:gd name="connsiteX0" fmla="*/ 22497 w 39862"/>
                <a:gd name="connsiteY0" fmla="*/ 0 h 26126"/>
                <a:gd name="connsiteX1" fmla="*/ 27035 w 39862"/>
                <a:gd name="connsiteY1" fmla="*/ 395 h 26126"/>
                <a:gd name="connsiteX2" fmla="*/ 31772 w 39862"/>
                <a:gd name="connsiteY2" fmla="*/ 2124 h 26126"/>
                <a:gd name="connsiteX3" fmla="*/ 33153 w 39862"/>
                <a:gd name="connsiteY3" fmla="*/ 3457 h 26126"/>
                <a:gd name="connsiteX4" fmla="*/ 34288 w 39862"/>
                <a:gd name="connsiteY4" fmla="*/ 4494 h 26126"/>
                <a:gd name="connsiteX5" fmla="*/ 36656 w 39862"/>
                <a:gd name="connsiteY5" fmla="*/ 4988 h 26126"/>
                <a:gd name="connsiteX6" fmla="*/ 37790 w 39862"/>
                <a:gd name="connsiteY6" fmla="*/ 5334 h 26126"/>
                <a:gd name="connsiteX7" fmla="*/ 38531 w 39862"/>
                <a:gd name="connsiteY7" fmla="*/ 5976 h 26126"/>
                <a:gd name="connsiteX8" fmla="*/ 39764 w 39862"/>
                <a:gd name="connsiteY8" fmla="*/ 11409 h 26126"/>
                <a:gd name="connsiteX9" fmla="*/ 39863 w 39862"/>
                <a:gd name="connsiteY9" fmla="*/ 14866 h 26126"/>
                <a:gd name="connsiteX10" fmla="*/ 39320 w 39862"/>
                <a:gd name="connsiteY10" fmla="*/ 17731 h 26126"/>
                <a:gd name="connsiteX11" fmla="*/ 38284 w 39862"/>
                <a:gd name="connsiteY11" fmla="*/ 19509 h 26126"/>
                <a:gd name="connsiteX12" fmla="*/ 36804 w 39862"/>
                <a:gd name="connsiteY12" fmla="*/ 21089 h 26126"/>
                <a:gd name="connsiteX13" fmla="*/ 32906 w 39862"/>
                <a:gd name="connsiteY13" fmla="*/ 23559 h 26126"/>
                <a:gd name="connsiteX14" fmla="*/ 28022 w 39862"/>
                <a:gd name="connsiteY14" fmla="*/ 25188 h 26126"/>
                <a:gd name="connsiteX15" fmla="*/ 22546 w 39862"/>
                <a:gd name="connsiteY15" fmla="*/ 26028 h 26126"/>
                <a:gd name="connsiteX16" fmla="*/ 16922 w 39862"/>
                <a:gd name="connsiteY16" fmla="*/ 26127 h 26126"/>
                <a:gd name="connsiteX17" fmla="*/ 11544 w 39862"/>
                <a:gd name="connsiteY17" fmla="*/ 25485 h 26126"/>
                <a:gd name="connsiteX18" fmla="*/ 6808 w 39862"/>
                <a:gd name="connsiteY18" fmla="*/ 24250 h 26126"/>
                <a:gd name="connsiteX19" fmla="*/ 3207 w 39862"/>
                <a:gd name="connsiteY19" fmla="*/ 22423 h 26126"/>
                <a:gd name="connsiteX20" fmla="*/ 2072 w 39862"/>
                <a:gd name="connsiteY20" fmla="*/ 21336 h 26126"/>
                <a:gd name="connsiteX21" fmla="*/ 1283 w 39862"/>
                <a:gd name="connsiteY21" fmla="*/ 20052 h 26126"/>
                <a:gd name="connsiteX22" fmla="*/ 296 w 39862"/>
                <a:gd name="connsiteY22" fmla="*/ 17138 h 26126"/>
                <a:gd name="connsiteX23" fmla="*/ 0 w 39862"/>
                <a:gd name="connsiteY23" fmla="*/ 13928 h 26126"/>
                <a:gd name="connsiteX24" fmla="*/ 641 w 39862"/>
                <a:gd name="connsiteY24" fmla="*/ 11113 h 26126"/>
                <a:gd name="connsiteX25" fmla="*/ 2121 w 39862"/>
                <a:gd name="connsiteY25" fmla="*/ 8692 h 26126"/>
                <a:gd name="connsiteX26" fmla="*/ 4095 w 39862"/>
                <a:gd name="connsiteY26" fmla="*/ 6668 h 26126"/>
                <a:gd name="connsiteX27" fmla="*/ 8979 w 39862"/>
                <a:gd name="connsiteY27" fmla="*/ 3852 h 26126"/>
                <a:gd name="connsiteX28" fmla="*/ 13518 w 39862"/>
                <a:gd name="connsiteY28" fmla="*/ 2618 h 26126"/>
                <a:gd name="connsiteX29" fmla="*/ 18106 w 39862"/>
                <a:gd name="connsiteY29" fmla="*/ 1235 h 26126"/>
                <a:gd name="connsiteX30" fmla="*/ 22497 w 39862"/>
                <a:gd name="connsiteY30" fmla="*/ 0 h 26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9862" h="26126">
                  <a:moveTo>
                    <a:pt x="22497" y="0"/>
                  </a:moveTo>
                  <a:lnTo>
                    <a:pt x="27035" y="395"/>
                  </a:lnTo>
                  <a:lnTo>
                    <a:pt x="31772" y="2124"/>
                  </a:lnTo>
                  <a:lnTo>
                    <a:pt x="33153" y="3457"/>
                  </a:lnTo>
                  <a:lnTo>
                    <a:pt x="34288" y="4494"/>
                  </a:lnTo>
                  <a:lnTo>
                    <a:pt x="36656" y="4988"/>
                  </a:lnTo>
                  <a:lnTo>
                    <a:pt x="37790" y="5334"/>
                  </a:lnTo>
                  <a:lnTo>
                    <a:pt x="38531" y="5976"/>
                  </a:lnTo>
                  <a:lnTo>
                    <a:pt x="39764" y="11409"/>
                  </a:lnTo>
                  <a:lnTo>
                    <a:pt x="39863" y="14866"/>
                  </a:lnTo>
                  <a:lnTo>
                    <a:pt x="39320" y="17731"/>
                  </a:lnTo>
                  <a:lnTo>
                    <a:pt x="38284" y="19509"/>
                  </a:lnTo>
                  <a:lnTo>
                    <a:pt x="36804" y="21089"/>
                  </a:lnTo>
                  <a:lnTo>
                    <a:pt x="32906" y="23559"/>
                  </a:lnTo>
                  <a:lnTo>
                    <a:pt x="28022" y="25188"/>
                  </a:lnTo>
                  <a:lnTo>
                    <a:pt x="22546" y="26028"/>
                  </a:lnTo>
                  <a:lnTo>
                    <a:pt x="16922" y="26127"/>
                  </a:lnTo>
                  <a:lnTo>
                    <a:pt x="11544" y="25485"/>
                  </a:lnTo>
                  <a:lnTo>
                    <a:pt x="6808" y="24250"/>
                  </a:lnTo>
                  <a:lnTo>
                    <a:pt x="3207" y="22423"/>
                  </a:lnTo>
                  <a:lnTo>
                    <a:pt x="2072" y="21336"/>
                  </a:lnTo>
                  <a:lnTo>
                    <a:pt x="1283" y="20052"/>
                  </a:lnTo>
                  <a:lnTo>
                    <a:pt x="296" y="17138"/>
                  </a:lnTo>
                  <a:lnTo>
                    <a:pt x="0" y="13928"/>
                  </a:lnTo>
                  <a:lnTo>
                    <a:pt x="641" y="11113"/>
                  </a:lnTo>
                  <a:lnTo>
                    <a:pt x="2121" y="8692"/>
                  </a:lnTo>
                  <a:lnTo>
                    <a:pt x="4095" y="6668"/>
                  </a:lnTo>
                  <a:lnTo>
                    <a:pt x="8979" y="3852"/>
                  </a:lnTo>
                  <a:lnTo>
                    <a:pt x="13518" y="2618"/>
                  </a:lnTo>
                  <a:lnTo>
                    <a:pt x="18106" y="1235"/>
                  </a:lnTo>
                  <a:lnTo>
                    <a:pt x="22497" y="0"/>
                  </a:lnTo>
                </a:path>
              </a:pathLst>
            </a:custGeom>
            <a:solidFill>
              <a:srgbClr val="002E56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504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-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rectangle with a black border&#10;&#10;Description automatically generated with low confidence">
            <a:extLst>
              <a:ext uri="{FF2B5EF4-FFF2-40B4-BE49-F238E27FC236}">
                <a16:creationId xmlns:a16="http://schemas.microsoft.com/office/drawing/2014/main" id="{6489B832-A84A-AB45-8E66-A4E2EA3E24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E37E9AF-CEC2-E5D1-F244-F843E3B68841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1240200" y="4778917"/>
            <a:ext cx="2643640" cy="572746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  <a:lvl2pPr marL="7938" indent="0" algn="ctr">
              <a:buNone/>
              <a:tabLst/>
              <a:defRPr sz="1400"/>
            </a:lvl2pPr>
            <a:lvl3pPr marL="115888" indent="-107950" algn="ctr">
              <a:buFont typeface="Arial" panose="020B0604020202020204" pitchFamily="34" charset="0"/>
              <a:buChar char="•"/>
              <a:tabLst/>
              <a:defRPr sz="1200"/>
            </a:lvl3pPr>
            <a:lvl4pPr marL="231775" indent="-115888" algn="ctr">
              <a:buFont typeface="System Font Regular"/>
              <a:buChar char="–"/>
              <a:tabLst/>
              <a:defRPr sz="1100"/>
            </a:lvl4pPr>
            <a:lvl5pPr marL="347663" indent="-115888" algn="ctr">
              <a:buFont typeface="Arial" panose="020B0604020202020204" pitchFamily="34" charset="0"/>
              <a:buChar char="•"/>
              <a:tabLst/>
              <a:defRPr sz="1100"/>
            </a:lvl5pPr>
          </a:lstStyle>
          <a:p>
            <a:pPr lvl="0"/>
            <a:r>
              <a:rPr lang="en-US"/>
              <a:t>Insert Name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Footer Placeholder 4">
            <a:extLst>
              <a:ext uri="{FF2B5EF4-FFF2-40B4-BE49-F238E27FC236}">
                <a16:creationId xmlns:a16="http://schemas.microsoft.com/office/drawing/2014/main" id="{7E4BCAFF-FF7F-7F23-FD0F-6D7FC65A36DB}"/>
              </a:ext>
            </a:extLst>
          </p:cNvPr>
          <p:cNvSpPr txBox="1">
            <a:spLocks/>
          </p:cNvSpPr>
          <p:nvPr userDrawn="1"/>
        </p:nvSpPr>
        <p:spPr>
          <a:xfrm>
            <a:off x="240709" y="6268015"/>
            <a:ext cx="3213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R"/>
            </a:defPPr>
            <a:lvl1pPr marL="0" algn="l" defTabSz="914400" rtl="0" eaLnBrk="1" latinLnBrk="0" hangingPunct="1">
              <a:defRPr sz="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5602608-15A0-1B42-ADE4-514EC6B8A495}" type="slidenum">
              <a:rPr lang="en-US" sz="800" b="1" smtClean="0">
                <a:solidFill>
                  <a:schemeClr val="tx2"/>
                </a:solidFill>
                <a:cs typeface="Arial"/>
              </a:rPr>
              <a:pPr algn="r"/>
              <a:t>‹#›</a:t>
            </a:fld>
            <a:endParaRPr lang="en-US" sz="800" b="1">
              <a:solidFill>
                <a:schemeClr val="tx2"/>
              </a:solidFill>
              <a:cs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CA799C-2688-607F-E545-C8AEEB1D0976}"/>
              </a:ext>
            </a:extLst>
          </p:cNvPr>
          <p:cNvGrpSpPr/>
          <p:nvPr userDrawn="1"/>
        </p:nvGrpSpPr>
        <p:grpSpPr>
          <a:xfrm>
            <a:off x="847335" y="1345140"/>
            <a:ext cx="3410900" cy="3410900"/>
            <a:chOff x="1193885" y="849275"/>
            <a:chExt cx="2717800" cy="2717800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4EC4FDF3-EBEB-0A48-9909-F130D289DD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5929528">
              <a:off x="1193885" y="849275"/>
              <a:ext cx="2717800" cy="2717800"/>
            </a:xfrm>
            <a:prstGeom prst="rect">
              <a:avLst/>
            </a:prstGeom>
          </p:spPr>
        </p:pic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0203BEB-425F-5FE0-1FCD-1D8E51EE71EE}"/>
                </a:ext>
              </a:extLst>
            </p:cNvPr>
            <p:cNvSpPr/>
            <p:nvPr userDrawn="1"/>
          </p:nvSpPr>
          <p:spPr>
            <a:xfrm>
              <a:off x="3079255" y="3248696"/>
              <a:ext cx="180304" cy="18030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8FFC12D-81B3-A9C3-04E5-4028097899BF}"/>
                </a:ext>
              </a:extLst>
            </p:cNvPr>
            <p:cNvSpPr/>
            <p:nvPr userDrawn="1"/>
          </p:nvSpPr>
          <p:spPr>
            <a:xfrm>
              <a:off x="3613367" y="1496875"/>
              <a:ext cx="122825" cy="12282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24E1-4893-F79B-A8E7-BB9C29FB4DE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775036" y="459045"/>
            <a:ext cx="6525768" cy="5622916"/>
          </a:xfrm>
        </p:spPr>
        <p:txBody>
          <a:bodyPr anchor="ctr"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292AAE4-5A9C-D927-B82D-D3EA5D9738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05073" y="1796172"/>
            <a:ext cx="2513892" cy="2513890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5B15B8-6F79-1914-6B20-BCD98A72DD06}"/>
              </a:ext>
            </a:extLst>
          </p:cNvPr>
          <p:cNvGrpSpPr/>
          <p:nvPr userDrawn="1"/>
        </p:nvGrpSpPr>
        <p:grpSpPr>
          <a:xfrm>
            <a:off x="10305727" y="6265855"/>
            <a:ext cx="1496572" cy="218595"/>
            <a:chOff x="10305727" y="6265855"/>
            <a:chExt cx="1496572" cy="218595"/>
          </a:xfrm>
        </p:grpSpPr>
        <p:grpSp>
          <p:nvGrpSpPr>
            <p:cNvPr id="7" name="Picture 7">
              <a:extLst>
                <a:ext uri="{FF2B5EF4-FFF2-40B4-BE49-F238E27FC236}">
                  <a16:creationId xmlns:a16="http://schemas.microsoft.com/office/drawing/2014/main" id="{8626545B-B9FE-C65E-397B-AB6E10A00C2B}"/>
                </a:ext>
              </a:extLst>
            </p:cNvPr>
            <p:cNvGrpSpPr/>
            <p:nvPr/>
          </p:nvGrpSpPr>
          <p:grpSpPr>
            <a:xfrm>
              <a:off x="10305727" y="6265855"/>
              <a:ext cx="1496572" cy="215632"/>
              <a:chOff x="10305727" y="6265855"/>
              <a:chExt cx="1496572" cy="215632"/>
            </a:xfrm>
            <a:solidFill>
              <a:srgbClr val="28509C"/>
            </a:solidFill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F82FCDA-FF00-A06F-CBFD-CABB922857AB}"/>
                  </a:ext>
                </a:extLst>
              </p:cNvPr>
              <p:cNvSpPr/>
              <p:nvPr/>
            </p:nvSpPr>
            <p:spPr>
              <a:xfrm>
                <a:off x="11067851" y="6265855"/>
                <a:ext cx="185055" cy="211237"/>
              </a:xfrm>
              <a:custGeom>
                <a:avLst/>
                <a:gdLst>
                  <a:gd name="connsiteX0" fmla="*/ 92503 w 185055"/>
                  <a:gd name="connsiteY0" fmla="*/ 0 h 211237"/>
                  <a:gd name="connsiteX1" fmla="*/ 0 w 185055"/>
                  <a:gd name="connsiteY1" fmla="*/ 211237 h 211237"/>
                  <a:gd name="connsiteX2" fmla="*/ 19833 w 185055"/>
                  <a:gd name="connsiteY2" fmla="*/ 211237 h 211237"/>
                  <a:gd name="connsiteX3" fmla="*/ 52246 w 185055"/>
                  <a:gd name="connsiteY3" fmla="*/ 137203 h 211237"/>
                  <a:gd name="connsiteX4" fmla="*/ 132859 w 185055"/>
                  <a:gd name="connsiteY4" fmla="*/ 137203 h 211237"/>
                  <a:gd name="connsiteX5" fmla="*/ 165469 w 185055"/>
                  <a:gd name="connsiteY5" fmla="*/ 211237 h 211237"/>
                  <a:gd name="connsiteX6" fmla="*/ 185055 w 185055"/>
                  <a:gd name="connsiteY6" fmla="*/ 211237 h 211237"/>
                  <a:gd name="connsiteX7" fmla="*/ 92503 w 185055"/>
                  <a:gd name="connsiteY7" fmla="*/ 0 h 211237"/>
                  <a:gd name="connsiteX8" fmla="*/ 60041 w 185055"/>
                  <a:gd name="connsiteY8" fmla="*/ 119275 h 211237"/>
                  <a:gd name="connsiteX9" fmla="*/ 92355 w 185055"/>
                  <a:gd name="connsiteY9" fmla="*/ 45339 h 211237"/>
                  <a:gd name="connsiteX10" fmla="*/ 124916 w 185055"/>
                  <a:gd name="connsiteY10" fmla="*/ 119275 h 211237"/>
                  <a:gd name="connsiteX11" fmla="*/ 59991 w 185055"/>
                  <a:gd name="connsiteY11" fmla="*/ 119275 h 211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5055" h="211237">
                    <a:moveTo>
                      <a:pt x="92503" y="0"/>
                    </a:moveTo>
                    <a:lnTo>
                      <a:pt x="0" y="211237"/>
                    </a:lnTo>
                    <a:lnTo>
                      <a:pt x="19833" y="211237"/>
                    </a:lnTo>
                    <a:lnTo>
                      <a:pt x="52246" y="137203"/>
                    </a:lnTo>
                    <a:lnTo>
                      <a:pt x="132859" y="137203"/>
                    </a:lnTo>
                    <a:lnTo>
                      <a:pt x="165469" y="211237"/>
                    </a:lnTo>
                    <a:lnTo>
                      <a:pt x="185055" y="211237"/>
                    </a:lnTo>
                    <a:lnTo>
                      <a:pt x="92503" y="0"/>
                    </a:lnTo>
                    <a:close/>
                    <a:moveTo>
                      <a:pt x="60041" y="119275"/>
                    </a:moveTo>
                    <a:lnTo>
                      <a:pt x="92355" y="45339"/>
                    </a:lnTo>
                    <a:lnTo>
                      <a:pt x="124916" y="119275"/>
                    </a:lnTo>
                    <a:lnTo>
                      <a:pt x="59991" y="119275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19426E39-1F7F-19C7-79C0-482FD591141B}"/>
                  </a:ext>
                </a:extLst>
              </p:cNvPr>
              <p:cNvSpPr/>
              <p:nvPr/>
            </p:nvSpPr>
            <p:spPr>
              <a:xfrm>
                <a:off x="11496768" y="6270250"/>
                <a:ext cx="17908" cy="206792"/>
              </a:xfrm>
              <a:custGeom>
                <a:avLst/>
                <a:gdLst>
                  <a:gd name="connsiteX0" fmla="*/ 0 w 17908"/>
                  <a:gd name="connsiteY0" fmla="*/ 0 h 206792"/>
                  <a:gd name="connsiteX1" fmla="*/ 17909 w 17908"/>
                  <a:gd name="connsiteY1" fmla="*/ 0 h 206792"/>
                  <a:gd name="connsiteX2" fmla="*/ 17909 w 17908"/>
                  <a:gd name="connsiteY2" fmla="*/ 206792 h 206792"/>
                  <a:gd name="connsiteX3" fmla="*/ 0 w 17908"/>
                  <a:gd name="connsiteY3" fmla="*/ 206792 h 2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08" h="206792">
                    <a:moveTo>
                      <a:pt x="0" y="0"/>
                    </a:moveTo>
                    <a:lnTo>
                      <a:pt x="17909" y="0"/>
                    </a:lnTo>
                    <a:lnTo>
                      <a:pt x="17909" y="206792"/>
                    </a:lnTo>
                    <a:lnTo>
                      <a:pt x="0" y="206792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AD88D53-1B25-F49F-1C69-1F4E116F835E}"/>
                  </a:ext>
                </a:extLst>
              </p:cNvPr>
              <p:cNvSpPr/>
              <p:nvPr/>
            </p:nvSpPr>
            <p:spPr>
              <a:xfrm>
                <a:off x="10840714" y="6266200"/>
                <a:ext cx="189643" cy="210842"/>
              </a:xfrm>
              <a:custGeom>
                <a:avLst/>
                <a:gdLst>
                  <a:gd name="connsiteX0" fmla="*/ 94378 w 189643"/>
                  <a:gd name="connsiteY0" fmla="*/ 95321 h 210842"/>
                  <a:gd name="connsiteX1" fmla="*/ 0 w 189643"/>
                  <a:gd name="connsiteY1" fmla="*/ 99 h 210842"/>
                  <a:gd name="connsiteX2" fmla="*/ 99 w 189643"/>
                  <a:gd name="connsiteY2" fmla="*/ 210842 h 210842"/>
                  <a:gd name="connsiteX3" fmla="*/ 18007 w 189643"/>
                  <a:gd name="connsiteY3" fmla="*/ 210842 h 210842"/>
                  <a:gd name="connsiteX4" fmla="*/ 18007 w 189643"/>
                  <a:gd name="connsiteY4" fmla="*/ 43808 h 210842"/>
                  <a:gd name="connsiteX5" fmla="*/ 94180 w 189643"/>
                  <a:gd name="connsiteY5" fmla="*/ 120954 h 210842"/>
                  <a:gd name="connsiteX6" fmla="*/ 171735 w 189643"/>
                  <a:gd name="connsiteY6" fmla="*/ 43413 h 210842"/>
                  <a:gd name="connsiteX7" fmla="*/ 171735 w 189643"/>
                  <a:gd name="connsiteY7" fmla="*/ 210842 h 210842"/>
                  <a:gd name="connsiteX8" fmla="*/ 189643 w 189643"/>
                  <a:gd name="connsiteY8" fmla="*/ 210842 h 210842"/>
                  <a:gd name="connsiteX9" fmla="*/ 189643 w 189643"/>
                  <a:gd name="connsiteY9" fmla="*/ 0 h 210842"/>
                  <a:gd name="connsiteX10" fmla="*/ 94378 w 189643"/>
                  <a:gd name="connsiteY10" fmla="*/ 95321 h 2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643" h="210842">
                    <a:moveTo>
                      <a:pt x="94378" y="95321"/>
                    </a:moveTo>
                    <a:lnTo>
                      <a:pt x="0" y="99"/>
                    </a:lnTo>
                    <a:lnTo>
                      <a:pt x="99" y="210842"/>
                    </a:lnTo>
                    <a:lnTo>
                      <a:pt x="18007" y="210842"/>
                    </a:lnTo>
                    <a:lnTo>
                      <a:pt x="18007" y="43808"/>
                    </a:lnTo>
                    <a:lnTo>
                      <a:pt x="94180" y="120954"/>
                    </a:lnTo>
                    <a:lnTo>
                      <a:pt x="171735" y="43413"/>
                    </a:lnTo>
                    <a:lnTo>
                      <a:pt x="171735" y="210842"/>
                    </a:lnTo>
                    <a:lnTo>
                      <a:pt x="189643" y="210842"/>
                    </a:lnTo>
                    <a:lnTo>
                      <a:pt x="189643" y="0"/>
                    </a:lnTo>
                    <a:lnTo>
                      <a:pt x="94378" y="95321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C826B75-2BD2-8936-7E04-BF2D54F38249}"/>
                  </a:ext>
                </a:extLst>
              </p:cNvPr>
              <p:cNvSpPr/>
              <p:nvPr/>
            </p:nvSpPr>
            <p:spPr>
              <a:xfrm>
                <a:off x="11587989" y="6266744"/>
                <a:ext cx="156342" cy="214743"/>
              </a:xfrm>
              <a:custGeom>
                <a:avLst/>
                <a:gdLst>
                  <a:gd name="connsiteX0" fmla="*/ 138384 w 156342"/>
                  <a:gd name="connsiteY0" fmla="*/ 3507 h 214743"/>
                  <a:gd name="connsiteX1" fmla="*/ 138384 w 156342"/>
                  <a:gd name="connsiteY1" fmla="*/ 164564 h 214743"/>
                  <a:gd name="connsiteX2" fmla="*/ 0 w 156342"/>
                  <a:gd name="connsiteY2" fmla="*/ 0 h 214743"/>
                  <a:gd name="connsiteX3" fmla="*/ 0 w 156342"/>
                  <a:gd name="connsiteY3" fmla="*/ 28646 h 214743"/>
                  <a:gd name="connsiteX4" fmla="*/ 0 w 156342"/>
                  <a:gd name="connsiteY4" fmla="*/ 210299 h 214743"/>
                  <a:gd name="connsiteX5" fmla="*/ 17909 w 156342"/>
                  <a:gd name="connsiteY5" fmla="*/ 210299 h 214743"/>
                  <a:gd name="connsiteX6" fmla="*/ 17909 w 156342"/>
                  <a:gd name="connsiteY6" fmla="*/ 49982 h 214743"/>
                  <a:gd name="connsiteX7" fmla="*/ 156342 w 156342"/>
                  <a:gd name="connsiteY7" fmla="*/ 214744 h 214743"/>
                  <a:gd name="connsiteX8" fmla="*/ 156342 w 156342"/>
                  <a:gd name="connsiteY8" fmla="*/ 3507 h 214743"/>
                  <a:gd name="connsiteX9" fmla="*/ 138384 w 156342"/>
                  <a:gd name="connsiteY9" fmla="*/ 3507 h 214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6342" h="214743">
                    <a:moveTo>
                      <a:pt x="138384" y="3507"/>
                    </a:moveTo>
                    <a:lnTo>
                      <a:pt x="138384" y="164564"/>
                    </a:lnTo>
                    <a:lnTo>
                      <a:pt x="0" y="0"/>
                    </a:lnTo>
                    <a:lnTo>
                      <a:pt x="0" y="28646"/>
                    </a:lnTo>
                    <a:lnTo>
                      <a:pt x="0" y="210299"/>
                    </a:lnTo>
                    <a:lnTo>
                      <a:pt x="17909" y="210299"/>
                    </a:lnTo>
                    <a:lnTo>
                      <a:pt x="17909" y="49982"/>
                    </a:lnTo>
                    <a:lnTo>
                      <a:pt x="156342" y="214744"/>
                    </a:lnTo>
                    <a:lnTo>
                      <a:pt x="156342" y="3507"/>
                    </a:lnTo>
                    <a:lnTo>
                      <a:pt x="138384" y="3507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B37190C-4248-2B1E-230D-E7DFA5FCF89F}"/>
                  </a:ext>
                </a:extLst>
              </p:cNvPr>
              <p:cNvSpPr/>
              <p:nvPr/>
            </p:nvSpPr>
            <p:spPr>
              <a:xfrm>
                <a:off x="11291980" y="6270398"/>
                <a:ext cx="150027" cy="206742"/>
              </a:xfrm>
              <a:custGeom>
                <a:avLst/>
                <a:gdLst>
                  <a:gd name="connsiteX0" fmla="*/ 129800 w 150027"/>
                  <a:gd name="connsiteY0" fmla="*/ 206743 h 206742"/>
                  <a:gd name="connsiteX1" fmla="*/ 150027 w 150027"/>
                  <a:gd name="connsiteY1" fmla="*/ 206743 h 206742"/>
                  <a:gd name="connsiteX2" fmla="*/ 100495 w 150027"/>
                  <a:gd name="connsiteY2" fmla="*/ 109940 h 206742"/>
                  <a:gd name="connsiteX3" fmla="*/ 141344 w 150027"/>
                  <a:gd name="connsiteY3" fmla="*/ 61292 h 206742"/>
                  <a:gd name="connsiteX4" fmla="*/ 141394 w 150027"/>
                  <a:gd name="connsiteY4" fmla="*/ 61292 h 206742"/>
                  <a:gd name="connsiteX5" fmla="*/ 141394 w 150027"/>
                  <a:gd name="connsiteY5" fmla="*/ 60156 h 206742"/>
                  <a:gd name="connsiteX6" fmla="*/ 141591 w 150027"/>
                  <a:gd name="connsiteY6" fmla="*/ 56847 h 206742"/>
                  <a:gd name="connsiteX7" fmla="*/ 141394 w 150027"/>
                  <a:gd name="connsiteY7" fmla="*/ 56847 h 206742"/>
                  <a:gd name="connsiteX8" fmla="*/ 141394 w 150027"/>
                  <a:gd name="connsiteY8" fmla="*/ 54921 h 206742"/>
                  <a:gd name="connsiteX9" fmla="*/ 141591 w 150027"/>
                  <a:gd name="connsiteY9" fmla="*/ 54921 h 206742"/>
                  <a:gd name="connsiteX10" fmla="*/ 141394 w 150027"/>
                  <a:gd name="connsiteY10" fmla="*/ 51562 h 206742"/>
                  <a:gd name="connsiteX11" fmla="*/ 141394 w 150027"/>
                  <a:gd name="connsiteY11" fmla="*/ 51562 h 206742"/>
                  <a:gd name="connsiteX12" fmla="*/ 86731 w 150027"/>
                  <a:gd name="connsiteY12" fmla="*/ 0 h 206742"/>
                  <a:gd name="connsiteX13" fmla="*/ 0 w 150027"/>
                  <a:gd name="connsiteY13" fmla="*/ 0 h 206742"/>
                  <a:gd name="connsiteX14" fmla="*/ 0 w 150027"/>
                  <a:gd name="connsiteY14" fmla="*/ 206693 h 206742"/>
                  <a:gd name="connsiteX15" fmla="*/ 17909 w 150027"/>
                  <a:gd name="connsiteY15" fmla="*/ 206693 h 206742"/>
                  <a:gd name="connsiteX16" fmla="*/ 17909 w 150027"/>
                  <a:gd name="connsiteY16" fmla="*/ 111669 h 206742"/>
                  <a:gd name="connsiteX17" fmla="*/ 81107 w 150027"/>
                  <a:gd name="connsiteY17" fmla="*/ 111669 h 206742"/>
                  <a:gd name="connsiteX18" fmla="*/ 129800 w 150027"/>
                  <a:gd name="connsiteY18" fmla="*/ 206743 h 206742"/>
                  <a:gd name="connsiteX19" fmla="*/ 17909 w 150027"/>
                  <a:gd name="connsiteY19" fmla="*/ 17978 h 206742"/>
                  <a:gd name="connsiteX20" fmla="*/ 86731 w 150027"/>
                  <a:gd name="connsiteY20" fmla="*/ 17978 h 206742"/>
                  <a:gd name="connsiteX21" fmla="*/ 123485 w 150027"/>
                  <a:gd name="connsiteY21" fmla="*/ 54130 h 206742"/>
                  <a:gd name="connsiteX22" fmla="*/ 123485 w 150027"/>
                  <a:gd name="connsiteY22" fmla="*/ 57538 h 206742"/>
                  <a:gd name="connsiteX23" fmla="*/ 86731 w 150027"/>
                  <a:gd name="connsiteY23" fmla="*/ 93642 h 206742"/>
                  <a:gd name="connsiteX24" fmla="*/ 86731 w 150027"/>
                  <a:gd name="connsiteY24" fmla="*/ 93642 h 206742"/>
                  <a:gd name="connsiteX25" fmla="*/ 17909 w 150027"/>
                  <a:gd name="connsiteY25" fmla="*/ 93691 h 206742"/>
                  <a:gd name="connsiteX26" fmla="*/ 17909 w 150027"/>
                  <a:gd name="connsiteY26" fmla="*/ 17978 h 206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0027" h="206742">
                    <a:moveTo>
                      <a:pt x="129800" y="206743"/>
                    </a:moveTo>
                    <a:lnTo>
                      <a:pt x="150027" y="206743"/>
                    </a:lnTo>
                    <a:cubicBezTo>
                      <a:pt x="150027" y="206743"/>
                      <a:pt x="100495" y="109940"/>
                      <a:pt x="100495" y="109940"/>
                    </a:cubicBezTo>
                    <a:cubicBezTo>
                      <a:pt x="122696" y="104162"/>
                      <a:pt x="139470" y="84850"/>
                      <a:pt x="141344" y="61292"/>
                    </a:cubicBezTo>
                    <a:lnTo>
                      <a:pt x="141394" y="61292"/>
                    </a:lnTo>
                    <a:lnTo>
                      <a:pt x="141394" y="60156"/>
                    </a:lnTo>
                    <a:cubicBezTo>
                      <a:pt x="141443" y="59069"/>
                      <a:pt x="141591" y="57933"/>
                      <a:pt x="141591" y="56847"/>
                    </a:cubicBezTo>
                    <a:lnTo>
                      <a:pt x="141394" y="56847"/>
                    </a:lnTo>
                    <a:lnTo>
                      <a:pt x="141394" y="54921"/>
                    </a:lnTo>
                    <a:lnTo>
                      <a:pt x="141591" y="54921"/>
                    </a:lnTo>
                    <a:cubicBezTo>
                      <a:pt x="141591" y="53785"/>
                      <a:pt x="141492" y="52698"/>
                      <a:pt x="141394" y="51562"/>
                    </a:cubicBezTo>
                    <a:lnTo>
                      <a:pt x="141394" y="51562"/>
                    </a:lnTo>
                    <a:cubicBezTo>
                      <a:pt x="139618" y="22768"/>
                      <a:pt x="115888" y="0"/>
                      <a:pt x="86731" y="0"/>
                    </a:cubicBezTo>
                    <a:lnTo>
                      <a:pt x="0" y="0"/>
                    </a:lnTo>
                    <a:lnTo>
                      <a:pt x="0" y="206693"/>
                    </a:lnTo>
                    <a:lnTo>
                      <a:pt x="17909" y="206693"/>
                    </a:lnTo>
                    <a:lnTo>
                      <a:pt x="17909" y="111669"/>
                    </a:lnTo>
                    <a:lnTo>
                      <a:pt x="81107" y="111669"/>
                    </a:lnTo>
                    <a:lnTo>
                      <a:pt x="129800" y="206743"/>
                    </a:lnTo>
                    <a:close/>
                    <a:moveTo>
                      <a:pt x="17909" y="17978"/>
                    </a:moveTo>
                    <a:lnTo>
                      <a:pt x="86731" y="17978"/>
                    </a:lnTo>
                    <a:cubicBezTo>
                      <a:pt x="106810" y="17978"/>
                      <a:pt x="123090" y="34128"/>
                      <a:pt x="123485" y="54130"/>
                    </a:cubicBezTo>
                    <a:lnTo>
                      <a:pt x="123485" y="57538"/>
                    </a:lnTo>
                    <a:cubicBezTo>
                      <a:pt x="123090" y="77541"/>
                      <a:pt x="106810" y="93642"/>
                      <a:pt x="86731" y="93642"/>
                    </a:cubicBezTo>
                    <a:lnTo>
                      <a:pt x="86731" y="93642"/>
                    </a:lnTo>
                    <a:cubicBezTo>
                      <a:pt x="86731" y="93642"/>
                      <a:pt x="17909" y="93691"/>
                      <a:pt x="17909" y="93691"/>
                    </a:cubicBezTo>
                    <a:lnTo>
                      <a:pt x="17909" y="17978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9D9B82B2-7041-1D72-0E38-55680605E38F}"/>
                  </a:ext>
                </a:extLst>
              </p:cNvPr>
              <p:cNvSpPr/>
              <p:nvPr/>
            </p:nvSpPr>
            <p:spPr>
              <a:xfrm>
                <a:off x="10305727" y="6270300"/>
                <a:ext cx="145883" cy="206792"/>
              </a:xfrm>
              <a:custGeom>
                <a:avLst/>
                <a:gdLst>
                  <a:gd name="connsiteX0" fmla="*/ 145686 w 145883"/>
                  <a:gd name="connsiteY0" fmla="*/ 145797 h 206792"/>
                  <a:gd name="connsiteX1" fmla="*/ 137990 w 145883"/>
                  <a:gd name="connsiteY1" fmla="*/ 118830 h 206792"/>
                  <a:gd name="connsiteX2" fmla="*/ 119390 w 145883"/>
                  <a:gd name="connsiteY2" fmla="*/ 100951 h 206792"/>
                  <a:gd name="connsiteX3" fmla="*/ 141295 w 145883"/>
                  <a:gd name="connsiteY3" fmla="*/ 61341 h 206792"/>
                  <a:gd name="connsiteX4" fmla="*/ 141344 w 145883"/>
                  <a:gd name="connsiteY4" fmla="*/ 61341 h 206792"/>
                  <a:gd name="connsiteX5" fmla="*/ 141344 w 145883"/>
                  <a:gd name="connsiteY5" fmla="*/ 60205 h 206792"/>
                  <a:gd name="connsiteX6" fmla="*/ 141492 w 145883"/>
                  <a:gd name="connsiteY6" fmla="*/ 56896 h 206792"/>
                  <a:gd name="connsiteX7" fmla="*/ 141344 w 145883"/>
                  <a:gd name="connsiteY7" fmla="*/ 56896 h 206792"/>
                  <a:gd name="connsiteX8" fmla="*/ 141344 w 145883"/>
                  <a:gd name="connsiteY8" fmla="*/ 54970 h 206792"/>
                  <a:gd name="connsiteX9" fmla="*/ 141492 w 145883"/>
                  <a:gd name="connsiteY9" fmla="*/ 54970 h 206792"/>
                  <a:gd name="connsiteX10" fmla="*/ 141344 w 145883"/>
                  <a:gd name="connsiteY10" fmla="*/ 51612 h 206792"/>
                  <a:gd name="connsiteX11" fmla="*/ 141344 w 145883"/>
                  <a:gd name="connsiteY11" fmla="*/ 51612 h 206792"/>
                  <a:gd name="connsiteX12" fmla="*/ 141344 w 145883"/>
                  <a:gd name="connsiteY12" fmla="*/ 51562 h 206792"/>
                  <a:gd name="connsiteX13" fmla="*/ 86632 w 145883"/>
                  <a:gd name="connsiteY13" fmla="*/ 49 h 206792"/>
                  <a:gd name="connsiteX14" fmla="*/ 86632 w 145883"/>
                  <a:gd name="connsiteY14" fmla="*/ 148 h 206792"/>
                  <a:gd name="connsiteX15" fmla="*/ 0 w 145883"/>
                  <a:gd name="connsiteY15" fmla="*/ 0 h 206792"/>
                  <a:gd name="connsiteX16" fmla="*/ 0 w 145883"/>
                  <a:gd name="connsiteY16" fmla="*/ 206792 h 206792"/>
                  <a:gd name="connsiteX17" fmla="*/ 90036 w 145883"/>
                  <a:gd name="connsiteY17" fmla="*/ 206792 h 206792"/>
                  <a:gd name="connsiteX18" fmla="*/ 145784 w 145883"/>
                  <a:gd name="connsiteY18" fmla="*/ 151773 h 206792"/>
                  <a:gd name="connsiteX19" fmla="*/ 145883 w 145883"/>
                  <a:gd name="connsiteY19" fmla="*/ 151773 h 206792"/>
                  <a:gd name="connsiteX20" fmla="*/ 145883 w 145883"/>
                  <a:gd name="connsiteY20" fmla="*/ 145797 h 206792"/>
                  <a:gd name="connsiteX21" fmla="*/ 145784 w 145883"/>
                  <a:gd name="connsiteY21" fmla="*/ 145797 h 206792"/>
                  <a:gd name="connsiteX22" fmla="*/ 86681 w 145883"/>
                  <a:gd name="connsiteY22" fmla="*/ 18076 h 206792"/>
                  <a:gd name="connsiteX23" fmla="*/ 86681 w 145883"/>
                  <a:gd name="connsiteY23" fmla="*/ 18076 h 206792"/>
                  <a:gd name="connsiteX24" fmla="*/ 123485 w 145883"/>
                  <a:gd name="connsiteY24" fmla="*/ 54328 h 206792"/>
                  <a:gd name="connsiteX25" fmla="*/ 123485 w 145883"/>
                  <a:gd name="connsiteY25" fmla="*/ 57538 h 206792"/>
                  <a:gd name="connsiteX26" fmla="*/ 86681 w 145883"/>
                  <a:gd name="connsiteY26" fmla="*/ 93889 h 206792"/>
                  <a:gd name="connsiteX27" fmla="*/ 17909 w 145883"/>
                  <a:gd name="connsiteY27" fmla="*/ 93889 h 206792"/>
                  <a:gd name="connsiteX28" fmla="*/ 17909 w 145883"/>
                  <a:gd name="connsiteY28" fmla="*/ 18076 h 206792"/>
                  <a:gd name="connsiteX29" fmla="*/ 86681 w 145883"/>
                  <a:gd name="connsiteY29" fmla="*/ 18076 h 206792"/>
                  <a:gd name="connsiteX30" fmla="*/ 127876 w 145883"/>
                  <a:gd name="connsiteY30" fmla="*/ 150834 h 206792"/>
                  <a:gd name="connsiteX31" fmla="*/ 127728 w 145883"/>
                  <a:gd name="connsiteY31" fmla="*/ 150834 h 206792"/>
                  <a:gd name="connsiteX32" fmla="*/ 89691 w 145883"/>
                  <a:gd name="connsiteY32" fmla="*/ 188913 h 206792"/>
                  <a:gd name="connsiteX33" fmla="*/ 89691 w 145883"/>
                  <a:gd name="connsiteY33" fmla="*/ 188913 h 206792"/>
                  <a:gd name="connsiteX34" fmla="*/ 17909 w 145883"/>
                  <a:gd name="connsiteY34" fmla="*/ 188913 h 206792"/>
                  <a:gd name="connsiteX35" fmla="*/ 17909 w 145883"/>
                  <a:gd name="connsiteY35" fmla="*/ 111916 h 206792"/>
                  <a:gd name="connsiteX36" fmla="*/ 92207 w 145883"/>
                  <a:gd name="connsiteY36" fmla="*/ 112212 h 206792"/>
                  <a:gd name="connsiteX37" fmla="*/ 92207 w 145883"/>
                  <a:gd name="connsiteY37" fmla="*/ 112212 h 206792"/>
                  <a:gd name="connsiteX38" fmla="*/ 122942 w 145883"/>
                  <a:gd name="connsiteY38" fmla="*/ 128757 h 206792"/>
                  <a:gd name="connsiteX39" fmla="*/ 127777 w 145883"/>
                  <a:gd name="connsiteY39" fmla="*/ 147180 h 206792"/>
                  <a:gd name="connsiteX40" fmla="*/ 127925 w 145883"/>
                  <a:gd name="connsiteY40" fmla="*/ 147180 h 206792"/>
                  <a:gd name="connsiteX41" fmla="*/ 127925 w 145883"/>
                  <a:gd name="connsiteY41" fmla="*/ 150834 h 2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45883" h="206792">
                    <a:moveTo>
                      <a:pt x="145686" y="145797"/>
                    </a:moveTo>
                    <a:cubicBezTo>
                      <a:pt x="145439" y="135771"/>
                      <a:pt x="142923" y="126831"/>
                      <a:pt x="137990" y="118830"/>
                    </a:cubicBezTo>
                    <a:cubicBezTo>
                      <a:pt x="133253" y="111274"/>
                      <a:pt x="126889" y="105199"/>
                      <a:pt x="119390" y="100951"/>
                    </a:cubicBezTo>
                    <a:cubicBezTo>
                      <a:pt x="131675" y="91765"/>
                      <a:pt x="140012" y="77541"/>
                      <a:pt x="141295" y="61341"/>
                    </a:cubicBezTo>
                    <a:lnTo>
                      <a:pt x="141344" y="61341"/>
                    </a:lnTo>
                    <a:lnTo>
                      <a:pt x="141344" y="60205"/>
                    </a:lnTo>
                    <a:cubicBezTo>
                      <a:pt x="141394" y="59119"/>
                      <a:pt x="141492" y="57983"/>
                      <a:pt x="141492" y="56896"/>
                    </a:cubicBezTo>
                    <a:lnTo>
                      <a:pt x="141344" y="56896"/>
                    </a:lnTo>
                    <a:lnTo>
                      <a:pt x="141344" y="54970"/>
                    </a:lnTo>
                    <a:lnTo>
                      <a:pt x="141492" y="54970"/>
                    </a:lnTo>
                    <a:cubicBezTo>
                      <a:pt x="141492" y="53834"/>
                      <a:pt x="141394" y="52748"/>
                      <a:pt x="141344" y="51612"/>
                    </a:cubicBezTo>
                    <a:lnTo>
                      <a:pt x="141344" y="51612"/>
                    </a:lnTo>
                    <a:cubicBezTo>
                      <a:pt x="141344" y="51612"/>
                      <a:pt x="141344" y="51562"/>
                      <a:pt x="141344" y="51562"/>
                    </a:cubicBezTo>
                    <a:cubicBezTo>
                      <a:pt x="139568" y="22818"/>
                      <a:pt x="115789" y="49"/>
                      <a:pt x="86632" y="49"/>
                    </a:cubicBezTo>
                    <a:lnTo>
                      <a:pt x="86632" y="148"/>
                    </a:lnTo>
                    <a:lnTo>
                      <a:pt x="0" y="0"/>
                    </a:lnTo>
                    <a:lnTo>
                      <a:pt x="0" y="206792"/>
                    </a:lnTo>
                    <a:lnTo>
                      <a:pt x="90036" y="206792"/>
                    </a:lnTo>
                    <a:cubicBezTo>
                      <a:pt x="120476" y="206595"/>
                      <a:pt x="145143" y="182147"/>
                      <a:pt x="145784" y="151773"/>
                    </a:cubicBezTo>
                    <a:lnTo>
                      <a:pt x="145883" y="151773"/>
                    </a:lnTo>
                    <a:lnTo>
                      <a:pt x="145883" y="145797"/>
                    </a:lnTo>
                    <a:lnTo>
                      <a:pt x="145784" y="145797"/>
                    </a:lnTo>
                    <a:close/>
                    <a:moveTo>
                      <a:pt x="86681" y="18076"/>
                    </a:moveTo>
                    <a:lnTo>
                      <a:pt x="86681" y="18076"/>
                    </a:lnTo>
                    <a:cubicBezTo>
                      <a:pt x="106810" y="18076"/>
                      <a:pt x="123140" y="34276"/>
                      <a:pt x="123485" y="54328"/>
                    </a:cubicBezTo>
                    <a:lnTo>
                      <a:pt x="123485" y="57538"/>
                    </a:lnTo>
                    <a:cubicBezTo>
                      <a:pt x="123140" y="77590"/>
                      <a:pt x="106810" y="93889"/>
                      <a:pt x="86681" y="93889"/>
                    </a:cubicBezTo>
                    <a:lnTo>
                      <a:pt x="17909" y="93889"/>
                    </a:lnTo>
                    <a:lnTo>
                      <a:pt x="17909" y="18076"/>
                    </a:lnTo>
                    <a:lnTo>
                      <a:pt x="86681" y="18076"/>
                    </a:lnTo>
                    <a:close/>
                    <a:moveTo>
                      <a:pt x="127876" y="150834"/>
                    </a:moveTo>
                    <a:lnTo>
                      <a:pt x="127728" y="150834"/>
                    </a:lnTo>
                    <a:cubicBezTo>
                      <a:pt x="127728" y="171874"/>
                      <a:pt x="110707" y="188913"/>
                      <a:pt x="89691" y="188913"/>
                    </a:cubicBezTo>
                    <a:lnTo>
                      <a:pt x="89691" y="188913"/>
                    </a:lnTo>
                    <a:cubicBezTo>
                      <a:pt x="89691" y="188913"/>
                      <a:pt x="17909" y="188913"/>
                      <a:pt x="17909" y="188913"/>
                    </a:cubicBezTo>
                    <a:lnTo>
                      <a:pt x="17909" y="111916"/>
                    </a:lnTo>
                    <a:lnTo>
                      <a:pt x="92207" y="112212"/>
                    </a:lnTo>
                    <a:lnTo>
                      <a:pt x="92207" y="112212"/>
                    </a:lnTo>
                    <a:cubicBezTo>
                      <a:pt x="105133" y="112212"/>
                      <a:pt x="116381" y="118583"/>
                      <a:pt x="122942" y="128757"/>
                    </a:cubicBezTo>
                    <a:cubicBezTo>
                      <a:pt x="125705" y="134536"/>
                      <a:pt x="127777" y="140364"/>
                      <a:pt x="127777" y="147180"/>
                    </a:cubicBezTo>
                    <a:lnTo>
                      <a:pt x="127925" y="147180"/>
                    </a:lnTo>
                    <a:lnTo>
                      <a:pt x="127925" y="150834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4A8755D4-9498-6826-5EBE-DC9910C61970}"/>
                  </a:ext>
                </a:extLst>
              </p:cNvPr>
              <p:cNvSpPr/>
              <p:nvPr/>
            </p:nvSpPr>
            <p:spPr>
              <a:xfrm>
                <a:off x="10582446" y="6266744"/>
                <a:ext cx="213619" cy="213755"/>
              </a:xfrm>
              <a:custGeom>
                <a:avLst/>
                <a:gdLst>
                  <a:gd name="connsiteX0" fmla="*/ 937 w 213619"/>
                  <a:gd name="connsiteY0" fmla="*/ 120312 h 213755"/>
                  <a:gd name="connsiteX1" fmla="*/ 106859 w 213619"/>
                  <a:gd name="connsiteY1" fmla="*/ 213756 h 213755"/>
                  <a:gd name="connsiteX2" fmla="*/ 212781 w 213619"/>
                  <a:gd name="connsiteY2" fmla="*/ 120262 h 213755"/>
                  <a:gd name="connsiteX3" fmla="*/ 213620 w 213619"/>
                  <a:gd name="connsiteY3" fmla="*/ 107224 h 213755"/>
                  <a:gd name="connsiteX4" fmla="*/ 213028 w 213619"/>
                  <a:gd name="connsiteY4" fmla="*/ 95568 h 213755"/>
                  <a:gd name="connsiteX5" fmla="*/ 106859 w 213619"/>
                  <a:gd name="connsiteY5" fmla="*/ 0 h 213755"/>
                  <a:gd name="connsiteX6" fmla="*/ 691 w 213619"/>
                  <a:gd name="connsiteY6" fmla="*/ 95568 h 213755"/>
                  <a:gd name="connsiteX7" fmla="*/ 592 w 213619"/>
                  <a:gd name="connsiteY7" fmla="*/ 95568 h 213755"/>
                  <a:gd name="connsiteX8" fmla="*/ 0 w 213619"/>
                  <a:gd name="connsiteY8" fmla="*/ 107224 h 213755"/>
                  <a:gd name="connsiteX9" fmla="*/ 839 w 213619"/>
                  <a:gd name="connsiteY9" fmla="*/ 120262 h 213755"/>
                  <a:gd name="connsiteX10" fmla="*/ 106859 w 213619"/>
                  <a:gd name="connsiteY10" fmla="*/ 195581 h 213755"/>
                  <a:gd name="connsiteX11" fmla="*/ 19241 w 213619"/>
                  <a:gd name="connsiteY11" fmla="*/ 120312 h 213755"/>
                  <a:gd name="connsiteX12" fmla="*/ 19142 w 213619"/>
                  <a:gd name="connsiteY12" fmla="*/ 120312 h 213755"/>
                  <a:gd name="connsiteX13" fmla="*/ 18155 w 213619"/>
                  <a:gd name="connsiteY13" fmla="*/ 107224 h 213755"/>
                  <a:gd name="connsiteX14" fmla="*/ 18846 w 213619"/>
                  <a:gd name="connsiteY14" fmla="*/ 95914 h 213755"/>
                  <a:gd name="connsiteX15" fmla="*/ 18895 w 213619"/>
                  <a:gd name="connsiteY15" fmla="*/ 95914 h 213755"/>
                  <a:gd name="connsiteX16" fmla="*/ 106810 w 213619"/>
                  <a:gd name="connsiteY16" fmla="*/ 18175 h 213755"/>
                  <a:gd name="connsiteX17" fmla="*/ 194675 w 213619"/>
                  <a:gd name="connsiteY17" fmla="*/ 95765 h 213755"/>
                  <a:gd name="connsiteX18" fmla="*/ 195415 w 213619"/>
                  <a:gd name="connsiteY18" fmla="*/ 107273 h 213755"/>
                  <a:gd name="connsiteX19" fmla="*/ 194429 w 213619"/>
                  <a:gd name="connsiteY19" fmla="*/ 120509 h 213755"/>
                  <a:gd name="connsiteX20" fmla="*/ 106810 w 213619"/>
                  <a:gd name="connsiteY20" fmla="*/ 195630 h 21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13619" h="213755">
                    <a:moveTo>
                      <a:pt x="937" y="120312"/>
                    </a:moveTo>
                    <a:cubicBezTo>
                      <a:pt x="7548" y="173010"/>
                      <a:pt x="52443" y="213756"/>
                      <a:pt x="106859" y="213756"/>
                    </a:cubicBezTo>
                    <a:cubicBezTo>
                      <a:pt x="161276" y="213756"/>
                      <a:pt x="206170" y="172961"/>
                      <a:pt x="212781" y="120262"/>
                    </a:cubicBezTo>
                    <a:cubicBezTo>
                      <a:pt x="213275" y="116015"/>
                      <a:pt x="213620" y="111619"/>
                      <a:pt x="213620" y="107224"/>
                    </a:cubicBezTo>
                    <a:cubicBezTo>
                      <a:pt x="213620" y="103174"/>
                      <a:pt x="213472" y="99519"/>
                      <a:pt x="213028" y="95568"/>
                    </a:cubicBezTo>
                    <a:cubicBezTo>
                      <a:pt x="207502" y="41684"/>
                      <a:pt x="162114" y="0"/>
                      <a:pt x="106859" y="0"/>
                    </a:cubicBezTo>
                    <a:cubicBezTo>
                      <a:pt x="51604" y="0"/>
                      <a:pt x="6315" y="41882"/>
                      <a:pt x="691" y="95568"/>
                    </a:cubicBezTo>
                    <a:lnTo>
                      <a:pt x="592" y="95568"/>
                    </a:lnTo>
                    <a:cubicBezTo>
                      <a:pt x="148" y="99519"/>
                      <a:pt x="0" y="103174"/>
                      <a:pt x="0" y="107224"/>
                    </a:cubicBezTo>
                    <a:cubicBezTo>
                      <a:pt x="0" y="111619"/>
                      <a:pt x="296" y="116015"/>
                      <a:pt x="839" y="120262"/>
                    </a:cubicBezTo>
                    <a:moveTo>
                      <a:pt x="106859" y="195581"/>
                    </a:moveTo>
                    <a:cubicBezTo>
                      <a:pt x="62458" y="195581"/>
                      <a:pt x="25703" y="162935"/>
                      <a:pt x="19241" y="120312"/>
                    </a:cubicBezTo>
                    <a:lnTo>
                      <a:pt x="19142" y="120312"/>
                    </a:lnTo>
                    <a:cubicBezTo>
                      <a:pt x="18501" y="116015"/>
                      <a:pt x="18155" y="111718"/>
                      <a:pt x="18155" y="107224"/>
                    </a:cubicBezTo>
                    <a:cubicBezTo>
                      <a:pt x="18155" y="103322"/>
                      <a:pt x="18353" y="99667"/>
                      <a:pt x="18846" y="95914"/>
                    </a:cubicBezTo>
                    <a:lnTo>
                      <a:pt x="18895" y="95914"/>
                    </a:lnTo>
                    <a:cubicBezTo>
                      <a:pt x="24273" y="52105"/>
                      <a:pt x="61570" y="18175"/>
                      <a:pt x="106810" y="18175"/>
                    </a:cubicBezTo>
                    <a:cubicBezTo>
                      <a:pt x="152050" y="18175"/>
                      <a:pt x="189298" y="51908"/>
                      <a:pt x="194675" y="95765"/>
                    </a:cubicBezTo>
                    <a:cubicBezTo>
                      <a:pt x="195169" y="99618"/>
                      <a:pt x="195415" y="103322"/>
                      <a:pt x="195415" y="107273"/>
                    </a:cubicBezTo>
                    <a:cubicBezTo>
                      <a:pt x="195415" y="111817"/>
                      <a:pt x="195070" y="116163"/>
                      <a:pt x="194429" y="120509"/>
                    </a:cubicBezTo>
                    <a:cubicBezTo>
                      <a:pt x="187966" y="163132"/>
                      <a:pt x="151211" y="195630"/>
                      <a:pt x="106810" y="195630"/>
                    </a:cubicBez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C1E90EF2-3CCA-6D55-D9EC-583D58C6D6CF}"/>
                  </a:ext>
                </a:extLst>
              </p:cNvPr>
              <p:cNvSpPr/>
              <p:nvPr/>
            </p:nvSpPr>
            <p:spPr>
              <a:xfrm>
                <a:off x="11773290" y="6266299"/>
                <a:ext cx="29008" cy="29040"/>
              </a:xfrm>
              <a:custGeom>
                <a:avLst/>
                <a:gdLst>
                  <a:gd name="connsiteX0" fmla="*/ 0 w 29008"/>
                  <a:gd name="connsiteY0" fmla="*/ 14471 h 29040"/>
                  <a:gd name="connsiteX1" fmla="*/ 14554 w 29008"/>
                  <a:gd name="connsiteY1" fmla="*/ 0 h 29040"/>
                  <a:gd name="connsiteX2" fmla="*/ 29009 w 29008"/>
                  <a:gd name="connsiteY2" fmla="*/ 14471 h 29040"/>
                  <a:gd name="connsiteX3" fmla="*/ 14554 w 29008"/>
                  <a:gd name="connsiteY3" fmla="*/ 29041 h 29040"/>
                  <a:gd name="connsiteX4" fmla="*/ 0 w 29008"/>
                  <a:gd name="connsiteY4" fmla="*/ 14471 h 29040"/>
                  <a:gd name="connsiteX5" fmla="*/ 26690 w 29008"/>
                  <a:gd name="connsiteY5" fmla="*/ 14471 h 29040"/>
                  <a:gd name="connsiteX6" fmla="*/ 14554 w 29008"/>
                  <a:gd name="connsiteY6" fmla="*/ 1926 h 29040"/>
                  <a:gd name="connsiteX7" fmla="*/ 2319 w 29008"/>
                  <a:gd name="connsiteY7" fmla="*/ 14471 h 29040"/>
                  <a:gd name="connsiteX8" fmla="*/ 14554 w 29008"/>
                  <a:gd name="connsiteY8" fmla="*/ 27115 h 29040"/>
                  <a:gd name="connsiteX9" fmla="*/ 26690 w 29008"/>
                  <a:gd name="connsiteY9" fmla="*/ 14471 h 29040"/>
                  <a:gd name="connsiteX10" fmla="*/ 21757 w 29008"/>
                  <a:gd name="connsiteY10" fmla="*/ 22571 h 29040"/>
                  <a:gd name="connsiteX11" fmla="*/ 19389 w 29008"/>
                  <a:gd name="connsiteY11" fmla="*/ 22571 h 29040"/>
                  <a:gd name="connsiteX12" fmla="*/ 14751 w 29008"/>
                  <a:gd name="connsiteY12" fmla="*/ 15113 h 29040"/>
                  <a:gd name="connsiteX13" fmla="*/ 11100 w 29008"/>
                  <a:gd name="connsiteY13" fmla="*/ 15113 h 29040"/>
                  <a:gd name="connsiteX14" fmla="*/ 11100 w 29008"/>
                  <a:gd name="connsiteY14" fmla="*/ 22571 h 29040"/>
                  <a:gd name="connsiteX15" fmla="*/ 9127 w 29008"/>
                  <a:gd name="connsiteY15" fmla="*/ 22571 h 29040"/>
                  <a:gd name="connsiteX16" fmla="*/ 9127 w 29008"/>
                  <a:gd name="connsiteY16" fmla="*/ 6371 h 29040"/>
                  <a:gd name="connsiteX17" fmla="*/ 16231 w 29008"/>
                  <a:gd name="connsiteY17" fmla="*/ 6371 h 29040"/>
                  <a:gd name="connsiteX18" fmla="*/ 21954 w 29008"/>
                  <a:gd name="connsiteY18" fmla="*/ 10668 h 29040"/>
                  <a:gd name="connsiteX19" fmla="*/ 16873 w 29008"/>
                  <a:gd name="connsiteY19" fmla="*/ 15113 h 29040"/>
                  <a:gd name="connsiteX20" fmla="*/ 21757 w 29008"/>
                  <a:gd name="connsiteY20" fmla="*/ 22571 h 29040"/>
                  <a:gd name="connsiteX21" fmla="*/ 14159 w 29008"/>
                  <a:gd name="connsiteY21" fmla="*/ 13533 h 29040"/>
                  <a:gd name="connsiteX22" fmla="*/ 19833 w 29008"/>
                  <a:gd name="connsiteY22" fmla="*/ 10619 h 29040"/>
                  <a:gd name="connsiteX23" fmla="*/ 15787 w 29008"/>
                  <a:gd name="connsiteY23" fmla="*/ 7803 h 29040"/>
                  <a:gd name="connsiteX24" fmla="*/ 11150 w 29008"/>
                  <a:gd name="connsiteY24" fmla="*/ 7803 h 29040"/>
                  <a:gd name="connsiteX25" fmla="*/ 11150 w 29008"/>
                  <a:gd name="connsiteY25" fmla="*/ 13533 h 29040"/>
                  <a:gd name="connsiteX26" fmla="*/ 14159 w 29008"/>
                  <a:gd name="connsiteY26" fmla="*/ 13533 h 2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9008" h="29040">
                    <a:moveTo>
                      <a:pt x="0" y="14471"/>
                    </a:moveTo>
                    <a:cubicBezTo>
                      <a:pt x="0" y="6519"/>
                      <a:pt x="6512" y="0"/>
                      <a:pt x="14554" y="0"/>
                    </a:cubicBezTo>
                    <a:cubicBezTo>
                      <a:pt x="22595" y="0"/>
                      <a:pt x="29009" y="6519"/>
                      <a:pt x="29009" y="14471"/>
                    </a:cubicBezTo>
                    <a:cubicBezTo>
                      <a:pt x="29009" y="22423"/>
                      <a:pt x="22546" y="29041"/>
                      <a:pt x="14554" y="29041"/>
                    </a:cubicBezTo>
                    <a:cubicBezTo>
                      <a:pt x="6561" y="29041"/>
                      <a:pt x="0" y="22521"/>
                      <a:pt x="0" y="14471"/>
                    </a:cubicBezTo>
                    <a:close/>
                    <a:moveTo>
                      <a:pt x="26690" y="14471"/>
                    </a:moveTo>
                    <a:cubicBezTo>
                      <a:pt x="26690" y="7408"/>
                      <a:pt x="21559" y="1926"/>
                      <a:pt x="14554" y="1926"/>
                    </a:cubicBezTo>
                    <a:cubicBezTo>
                      <a:pt x="7548" y="1926"/>
                      <a:pt x="2319" y="7458"/>
                      <a:pt x="2319" y="14471"/>
                    </a:cubicBezTo>
                    <a:cubicBezTo>
                      <a:pt x="2319" y="21484"/>
                      <a:pt x="7499" y="27115"/>
                      <a:pt x="14554" y="27115"/>
                    </a:cubicBezTo>
                    <a:cubicBezTo>
                      <a:pt x="21609" y="27115"/>
                      <a:pt x="26690" y="21583"/>
                      <a:pt x="26690" y="14471"/>
                    </a:cubicBezTo>
                    <a:close/>
                    <a:moveTo>
                      <a:pt x="21757" y="22571"/>
                    </a:moveTo>
                    <a:lnTo>
                      <a:pt x="19389" y="22571"/>
                    </a:lnTo>
                    <a:lnTo>
                      <a:pt x="14751" y="15113"/>
                    </a:lnTo>
                    <a:lnTo>
                      <a:pt x="11100" y="15113"/>
                    </a:lnTo>
                    <a:lnTo>
                      <a:pt x="11100" y="22571"/>
                    </a:lnTo>
                    <a:lnTo>
                      <a:pt x="9127" y="22571"/>
                    </a:lnTo>
                    <a:lnTo>
                      <a:pt x="9127" y="6371"/>
                    </a:lnTo>
                    <a:lnTo>
                      <a:pt x="16231" y="6371"/>
                    </a:lnTo>
                    <a:cubicBezTo>
                      <a:pt x="20523" y="6371"/>
                      <a:pt x="21954" y="8001"/>
                      <a:pt x="21954" y="10668"/>
                    </a:cubicBezTo>
                    <a:cubicBezTo>
                      <a:pt x="21954" y="13829"/>
                      <a:pt x="19734" y="15014"/>
                      <a:pt x="16873" y="15113"/>
                    </a:cubicBezTo>
                    <a:lnTo>
                      <a:pt x="21757" y="22571"/>
                    </a:lnTo>
                    <a:close/>
                    <a:moveTo>
                      <a:pt x="14159" y="13533"/>
                    </a:moveTo>
                    <a:cubicBezTo>
                      <a:pt x="16478" y="13533"/>
                      <a:pt x="19833" y="13928"/>
                      <a:pt x="19833" y="10619"/>
                    </a:cubicBezTo>
                    <a:cubicBezTo>
                      <a:pt x="19833" y="8100"/>
                      <a:pt x="17761" y="7803"/>
                      <a:pt x="15787" y="7803"/>
                    </a:cubicBezTo>
                    <a:lnTo>
                      <a:pt x="11150" y="7803"/>
                    </a:lnTo>
                    <a:lnTo>
                      <a:pt x="11150" y="13533"/>
                    </a:lnTo>
                    <a:lnTo>
                      <a:pt x="14159" y="13533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1477F4A-77B9-49A4-998B-5F56A19CBE88}"/>
                </a:ext>
              </a:extLst>
            </p:cNvPr>
            <p:cNvSpPr/>
            <p:nvPr/>
          </p:nvSpPr>
          <p:spPr>
            <a:xfrm>
              <a:off x="10494136" y="6268077"/>
              <a:ext cx="48101" cy="28102"/>
            </a:xfrm>
            <a:custGeom>
              <a:avLst/>
              <a:gdLst>
                <a:gd name="connsiteX0" fmla="*/ 10459 w 48101"/>
                <a:gd name="connsiteY0" fmla="*/ 3013 h 28102"/>
                <a:gd name="connsiteX1" fmla="*/ 6463 w 48101"/>
                <a:gd name="connsiteY1" fmla="*/ 5285 h 28102"/>
                <a:gd name="connsiteX2" fmla="*/ 2960 w 48101"/>
                <a:gd name="connsiteY2" fmla="*/ 7952 h 28102"/>
                <a:gd name="connsiteX3" fmla="*/ 1875 w 48101"/>
                <a:gd name="connsiteY3" fmla="*/ 10372 h 28102"/>
                <a:gd name="connsiteX4" fmla="*/ 444 w 48101"/>
                <a:gd name="connsiteY4" fmla="*/ 12446 h 28102"/>
                <a:gd name="connsiteX5" fmla="*/ 99 w 48101"/>
                <a:gd name="connsiteY5" fmla="*/ 13187 h 28102"/>
                <a:gd name="connsiteX6" fmla="*/ 0 w 48101"/>
                <a:gd name="connsiteY6" fmla="*/ 13928 h 28102"/>
                <a:gd name="connsiteX7" fmla="*/ 197 w 48101"/>
                <a:gd name="connsiteY7" fmla="*/ 14767 h 28102"/>
                <a:gd name="connsiteX8" fmla="*/ 1529 w 48101"/>
                <a:gd name="connsiteY8" fmla="*/ 18422 h 28102"/>
                <a:gd name="connsiteX9" fmla="*/ 3848 w 48101"/>
                <a:gd name="connsiteY9" fmla="*/ 19854 h 28102"/>
                <a:gd name="connsiteX10" fmla="*/ 6512 w 48101"/>
                <a:gd name="connsiteY10" fmla="*/ 22867 h 28102"/>
                <a:gd name="connsiteX11" fmla="*/ 8436 w 48101"/>
                <a:gd name="connsiteY11" fmla="*/ 24695 h 28102"/>
                <a:gd name="connsiteX12" fmla="*/ 11199 w 48101"/>
                <a:gd name="connsiteY12" fmla="*/ 26028 h 28102"/>
                <a:gd name="connsiteX13" fmla="*/ 13962 w 48101"/>
                <a:gd name="connsiteY13" fmla="*/ 26868 h 28102"/>
                <a:gd name="connsiteX14" fmla="*/ 17859 w 48101"/>
                <a:gd name="connsiteY14" fmla="*/ 26868 h 28102"/>
                <a:gd name="connsiteX15" fmla="*/ 20425 w 48101"/>
                <a:gd name="connsiteY15" fmla="*/ 27362 h 28102"/>
                <a:gd name="connsiteX16" fmla="*/ 23187 w 48101"/>
                <a:gd name="connsiteY16" fmla="*/ 27609 h 28102"/>
                <a:gd name="connsiteX17" fmla="*/ 26937 w 48101"/>
                <a:gd name="connsiteY17" fmla="*/ 27855 h 28102"/>
                <a:gd name="connsiteX18" fmla="*/ 30538 w 48101"/>
                <a:gd name="connsiteY18" fmla="*/ 28102 h 28102"/>
                <a:gd name="connsiteX19" fmla="*/ 35028 w 48101"/>
                <a:gd name="connsiteY19" fmla="*/ 27757 h 28102"/>
                <a:gd name="connsiteX20" fmla="*/ 38432 w 48101"/>
                <a:gd name="connsiteY20" fmla="*/ 26769 h 28102"/>
                <a:gd name="connsiteX21" fmla="*/ 42527 w 48101"/>
                <a:gd name="connsiteY21" fmla="*/ 25090 h 28102"/>
                <a:gd name="connsiteX22" fmla="*/ 44352 w 48101"/>
                <a:gd name="connsiteY22" fmla="*/ 23015 h 28102"/>
                <a:gd name="connsiteX23" fmla="*/ 46424 w 48101"/>
                <a:gd name="connsiteY23" fmla="*/ 21089 h 28102"/>
                <a:gd name="connsiteX24" fmla="*/ 48101 w 48101"/>
                <a:gd name="connsiteY24" fmla="*/ 18422 h 28102"/>
                <a:gd name="connsiteX25" fmla="*/ 48003 w 48101"/>
                <a:gd name="connsiteY25" fmla="*/ 15656 h 28102"/>
                <a:gd name="connsiteX26" fmla="*/ 47263 w 48101"/>
                <a:gd name="connsiteY26" fmla="*/ 11656 h 28102"/>
                <a:gd name="connsiteX27" fmla="*/ 42921 w 48101"/>
                <a:gd name="connsiteY27" fmla="*/ 5334 h 28102"/>
                <a:gd name="connsiteX28" fmla="*/ 39073 w 48101"/>
                <a:gd name="connsiteY28" fmla="*/ 2420 h 28102"/>
                <a:gd name="connsiteX29" fmla="*/ 37149 w 48101"/>
                <a:gd name="connsiteY29" fmla="*/ 1482 h 28102"/>
                <a:gd name="connsiteX30" fmla="*/ 35718 w 48101"/>
                <a:gd name="connsiteY30" fmla="*/ 938 h 28102"/>
                <a:gd name="connsiteX31" fmla="*/ 34337 w 48101"/>
                <a:gd name="connsiteY31" fmla="*/ 741 h 28102"/>
                <a:gd name="connsiteX32" fmla="*/ 29848 w 48101"/>
                <a:gd name="connsiteY32" fmla="*/ 1087 h 28102"/>
                <a:gd name="connsiteX33" fmla="*/ 25358 w 48101"/>
                <a:gd name="connsiteY33" fmla="*/ 346 h 28102"/>
                <a:gd name="connsiteX34" fmla="*/ 23187 w 48101"/>
                <a:gd name="connsiteY34" fmla="*/ 0 h 28102"/>
                <a:gd name="connsiteX35" fmla="*/ 20425 w 48101"/>
                <a:gd name="connsiteY35" fmla="*/ 593 h 28102"/>
                <a:gd name="connsiteX36" fmla="*/ 16774 w 48101"/>
                <a:gd name="connsiteY36" fmla="*/ 1087 h 28102"/>
                <a:gd name="connsiteX37" fmla="*/ 14455 w 48101"/>
                <a:gd name="connsiteY37" fmla="*/ 1926 h 28102"/>
                <a:gd name="connsiteX38" fmla="*/ 10459 w 48101"/>
                <a:gd name="connsiteY38" fmla="*/ 3013 h 2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8101" h="28102">
                  <a:moveTo>
                    <a:pt x="10459" y="3013"/>
                  </a:moveTo>
                  <a:lnTo>
                    <a:pt x="6463" y="5285"/>
                  </a:lnTo>
                  <a:lnTo>
                    <a:pt x="2960" y="7952"/>
                  </a:lnTo>
                  <a:lnTo>
                    <a:pt x="1875" y="10372"/>
                  </a:lnTo>
                  <a:lnTo>
                    <a:pt x="444" y="12446"/>
                  </a:lnTo>
                  <a:lnTo>
                    <a:pt x="99" y="13187"/>
                  </a:lnTo>
                  <a:lnTo>
                    <a:pt x="0" y="13928"/>
                  </a:lnTo>
                  <a:lnTo>
                    <a:pt x="197" y="14767"/>
                  </a:lnTo>
                  <a:lnTo>
                    <a:pt x="1529" y="18422"/>
                  </a:lnTo>
                  <a:lnTo>
                    <a:pt x="3848" y="19854"/>
                  </a:lnTo>
                  <a:lnTo>
                    <a:pt x="6512" y="22867"/>
                  </a:lnTo>
                  <a:lnTo>
                    <a:pt x="8436" y="24695"/>
                  </a:lnTo>
                  <a:lnTo>
                    <a:pt x="11199" y="26028"/>
                  </a:lnTo>
                  <a:lnTo>
                    <a:pt x="13962" y="26868"/>
                  </a:lnTo>
                  <a:lnTo>
                    <a:pt x="17859" y="26868"/>
                  </a:lnTo>
                  <a:lnTo>
                    <a:pt x="20425" y="27362"/>
                  </a:lnTo>
                  <a:lnTo>
                    <a:pt x="23187" y="27609"/>
                  </a:lnTo>
                  <a:lnTo>
                    <a:pt x="26937" y="27855"/>
                  </a:lnTo>
                  <a:lnTo>
                    <a:pt x="30538" y="28102"/>
                  </a:lnTo>
                  <a:lnTo>
                    <a:pt x="35028" y="27757"/>
                  </a:lnTo>
                  <a:lnTo>
                    <a:pt x="38432" y="26769"/>
                  </a:lnTo>
                  <a:lnTo>
                    <a:pt x="42527" y="25090"/>
                  </a:lnTo>
                  <a:lnTo>
                    <a:pt x="44352" y="23015"/>
                  </a:lnTo>
                  <a:lnTo>
                    <a:pt x="46424" y="21089"/>
                  </a:lnTo>
                  <a:lnTo>
                    <a:pt x="48101" y="18422"/>
                  </a:lnTo>
                  <a:lnTo>
                    <a:pt x="48003" y="15656"/>
                  </a:lnTo>
                  <a:lnTo>
                    <a:pt x="47263" y="11656"/>
                  </a:lnTo>
                  <a:lnTo>
                    <a:pt x="42921" y="5334"/>
                  </a:lnTo>
                  <a:lnTo>
                    <a:pt x="39073" y="2420"/>
                  </a:lnTo>
                  <a:lnTo>
                    <a:pt x="37149" y="1482"/>
                  </a:lnTo>
                  <a:lnTo>
                    <a:pt x="35718" y="938"/>
                  </a:lnTo>
                  <a:lnTo>
                    <a:pt x="34337" y="741"/>
                  </a:lnTo>
                  <a:lnTo>
                    <a:pt x="29848" y="1087"/>
                  </a:lnTo>
                  <a:lnTo>
                    <a:pt x="25358" y="346"/>
                  </a:lnTo>
                  <a:lnTo>
                    <a:pt x="23187" y="0"/>
                  </a:lnTo>
                  <a:lnTo>
                    <a:pt x="20425" y="593"/>
                  </a:lnTo>
                  <a:lnTo>
                    <a:pt x="16774" y="1087"/>
                  </a:lnTo>
                  <a:lnTo>
                    <a:pt x="14455" y="1926"/>
                  </a:lnTo>
                  <a:lnTo>
                    <a:pt x="10459" y="3013"/>
                  </a:lnTo>
                </a:path>
              </a:pathLst>
            </a:custGeom>
            <a:solidFill>
              <a:srgbClr val="F26531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1FF4F04-B5AE-31B9-4E8F-0D581FD2D1A4}"/>
                </a:ext>
              </a:extLst>
            </p:cNvPr>
            <p:cNvSpPr/>
            <p:nvPr/>
          </p:nvSpPr>
          <p:spPr>
            <a:xfrm>
              <a:off x="10498034" y="6337123"/>
              <a:ext cx="41046" cy="10914"/>
            </a:xfrm>
            <a:custGeom>
              <a:avLst/>
              <a:gdLst>
                <a:gd name="connsiteX0" fmla="*/ 839 w 41046"/>
                <a:gd name="connsiteY0" fmla="*/ 247 h 10914"/>
                <a:gd name="connsiteX1" fmla="*/ 22398 w 41046"/>
                <a:gd name="connsiteY1" fmla="*/ 741 h 10914"/>
                <a:gd name="connsiteX2" fmla="*/ 25605 w 41046"/>
                <a:gd name="connsiteY2" fmla="*/ 99 h 10914"/>
                <a:gd name="connsiteX3" fmla="*/ 29749 w 41046"/>
                <a:gd name="connsiteY3" fmla="*/ 0 h 10914"/>
                <a:gd name="connsiteX4" fmla="*/ 33893 w 41046"/>
                <a:gd name="connsiteY4" fmla="*/ 445 h 10914"/>
                <a:gd name="connsiteX5" fmla="*/ 37050 w 41046"/>
                <a:gd name="connsiteY5" fmla="*/ 1334 h 10914"/>
                <a:gd name="connsiteX6" fmla="*/ 39468 w 41046"/>
                <a:gd name="connsiteY6" fmla="*/ 2963 h 10914"/>
                <a:gd name="connsiteX7" fmla="*/ 40356 w 41046"/>
                <a:gd name="connsiteY7" fmla="*/ 4099 h 10914"/>
                <a:gd name="connsiteX8" fmla="*/ 40899 w 41046"/>
                <a:gd name="connsiteY8" fmla="*/ 5285 h 10914"/>
                <a:gd name="connsiteX9" fmla="*/ 41047 w 41046"/>
                <a:gd name="connsiteY9" fmla="*/ 6569 h 10914"/>
                <a:gd name="connsiteX10" fmla="*/ 40652 w 41046"/>
                <a:gd name="connsiteY10" fmla="*/ 7902 h 10914"/>
                <a:gd name="connsiteX11" fmla="*/ 39715 w 41046"/>
                <a:gd name="connsiteY11" fmla="*/ 9186 h 10914"/>
                <a:gd name="connsiteX12" fmla="*/ 38037 w 41046"/>
                <a:gd name="connsiteY12" fmla="*/ 10421 h 10914"/>
                <a:gd name="connsiteX13" fmla="*/ 35570 w 41046"/>
                <a:gd name="connsiteY13" fmla="*/ 10915 h 10914"/>
                <a:gd name="connsiteX14" fmla="*/ 31180 w 41046"/>
                <a:gd name="connsiteY14" fmla="*/ 10915 h 10914"/>
                <a:gd name="connsiteX15" fmla="*/ 19339 w 41046"/>
                <a:gd name="connsiteY15" fmla="*/ 10026 h 10914"/>
                <a:gd name="connsiteX16" fmla="*/ 1283 w 41046"/>
                <a:gd name="connsiteY16" fmla="*/ 7952 h 10914"/>
                <a:gd name="connsiteX17" fmla="*/ 592 w 41046"/>
                <a:gd name="connsiteY17" fmla="*/ 7655 h 10914"/>
                <a:gd name="connsiteX18" fmla="*/ 197 w 41046"/>
                <a:gd name="connsiteY18" fmla="*/ 6964 h 10914"/>
                <a:gd name="connsiteX19" fmla="*/ 0 w 41046"/>
                <a:gd name="connsiteY19" fmla="*/ 4741 h 10914"/>
                <a:gd name="connsiteX20" fmla="*/ 839 w 41046"/>
                <a:gd name="connsiteY20" fmla="*/ 247 h 1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1046" h="10914">
                  <a:moveTo>
                    <a:pt x="839" y="247"/>
                  </a:moveTo>
                  <a:lnTo>
                    <a:pt x="22398" y="741"/>
                  </a:lnTo>
                  <a:lnTo>
                    <a:pt x="25605" y="99"/>
                  </a:lnTo>
                  <a:lnTo>
                    <a:pt x="29749" y="0"/>
                  </a:lnTo>
                  <a:lnTo>
                    <a:pt x="33893" y="445"/>
                  </a:lnTo>
                  <a:lnTo>
                    <a:pt x="37050" y="1334"/>
                  </a:lnTo>
                  <a:lnTo>
                    <a:pt x="39468" y="2963"/>
                  </a:lnTo>
                  <a:lnTo>
                    <a:pt x="40356" y="4099"/>
                  </a:lnTo>
                  <a:lnTo>
                    <a:pt x="40899" y="5285"/>
                  </a:lnTo>
                  <a:lnTo>
                    <a:pt x="41047" y="6569"/>
                  </a:lnTo>
                  <a:lnTo>
                    <a:pt x="40652" y="7902"/>
                  </a:lnTo>
                  <a:lnTo>
                    <a:pt x="39715" y="9186"/>
                  </a:lnTo>
                  <a:lnTo>
                    <a:pt x="38037" y="10421"/>
                  </a:lnTo>
                  <a:lnTo>
                    <a:pt x="35570" y="10915"/>
                  </a:lnTo>
                  <a:lnTo>
                    <a:pt x="31180" y="10915"/>
                  </a:lnTo>
                  <a:lnTo>
                    <a:pt x="19339" y="10026"/>
                  </a:lnTo>
                  <a:lnTo>
                    <a:pt x="1283" y="7952"/>
                  </a:lnTo>
                  <a:lnTo>
                    <a:pt x="592" y="7655"/>
                  </a:lnTo>
                  <a:lnTo>
                    <a:pt x="197" y="6964"/>
                  </a:lnTo>
                  <a:lnTo>
                    <a:pt x="0" y="4741"/>
                  </a:lnTo>
                  <a:lnTo>
                    <a:pt x="839" y="247"/>
                  </a:lnTo>
                </a:path>
              </a:pathLst>
            </a:custGeom>
            <a:solidFill>
              <a:srgbClr val="ED1849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EADB02C-4BE7-1D96-2B88-4CB3C2D7AF5F}"/>
                </a:ext>
              </a:extLst>
            </p:cNvPr>
            <p:cNvSpPr/>
            <p:nvPr/>
          </p:nvSpPr>
          <p:spPr>
            <a:xfrm>
              <a:off x="10500106" y="6357274"/>
              <a:ext cx="39566" cy="10717"/>
            </a:xfrm>
            <a:custGeom>
              <a:avLst/>
              <a:gdLst>
                <a:gd name="connsiteX0" fmla="*/ 4835 w 39566"/>
                <a:gd name="connsiteY0" fmla="*/ 0 h 10717"/>
                <a:gd name="connsiteX1" fmla="*/ 6710 w 39566"/>
                <a:gd name="connsiteY1" fmla="*/ 1136 h 10717"/>
                <a:gd name="connsiteX2" fmla="*/ 7894 w 39566"/>
                <a:gd name="connsiteY2" fmla="*/ 1827 h 10717"/>
                <a:gd name="connsiteX3" fmla="*/ 9226 w 39566"/>
                <a:gd name="connsiteY3" fmla="*/ 2173 h 10717"/>
                <a:gd name="connsiteX4" fmla="*/ 10163 w 39566"/>
                <a:gd name="connsiteY4" fmla="*/ 1976 h 10717"/>
                <a:gd name="connsiteX5" fmla="*/ 11248 w 39566"/>
                <a:gd name="connsiteY5" fmla="*/ 1482 h 10717"/>
                <a:gd name="connsiteX6" fmla="*/ 12334 w 39566"/>
                <a:gd name="connsiteY6" fmla="*/ 938 h 10717"/>
                <a:gd name="connsiteX7" fmla="*/ 13419 w 39566"/>
                <a:gd name="connsiteY7" fmla="*/ 691 h 10717"/>
                <a:gd name="connsiteX8" fmla="*/ 15294 w 39566"/>
                <a:gd name="connsiteY8" fmla="*/ 1383 h 10717"/>
                <a:gd name="connsiteX9" fmla="*/ 17317 w 39566"/>
                <a:gd name="connsiteY9" fmla="*/ 2074 h 10717"/>
                <a:gd name="connsiteX10" fmla="*/ 18994 w 39566"/>
                <a:gd name="connsiteY10" fmla="*/ 1531 h 10717"/>
                <a:gd name="connsiteX11" fmla="*/ 20721 w 39566"/>
                <a:gd name="connsiteY11" fmla="*/ 1037 h 10717"/>
                <a:gd name="connsiteX12" fmla="*/ 22743 w 39566"/>
                <a:gd name="connsiteY12" fmla="*/ 1778 h 10717"/>
                <a:gd name="connsiteX13" fmla="*/ 23730 w 39566"/>
                <a:gd name="connsiteY13" fmla="*/ 2173 h 10717"/>
                <a:gd name="connsiteX14" fmla="*/ 24717 w 39566"/>
                <a:gd name="connsiteY14" fmla="*/ 2173 h 10717"/>
                <a:gd name="connsiteX15" fmla="*/ 30982 w 39566"/>
                <a:gd name="connsiteY15" fmla="*/ 1334 h 10717"/>
                <a:gd name="connsiteX16" fmla="*/ 35768 w 39566"/>
                <a:gd name="connsiteY16" fmla="*/ 2124 h 10717"/>
                <a:gd name="connsiteX17" fmla="*/ 36064 w 39566"/>
                <a:gd name="connsiteY17" fmla="*/ 2321 h 10717"/>
                <a:gd name="connsiteX18" fmla="*/ 36212 w 39566"/>
                <a:gd name="connsiteY18" fmla="*/ 2568 h 10717"/>
                <a:gd name="connsiteX19" fmla="*/ 36064 w 39566"/>
                <a:gd name="connsiteY19" fmla="*/ 3161 h 10717"/>
                <a:gd name="connsiteX20" fmla="*/ 35866 w 39566"/>
                <a:gd name="connsiteY20" fmla="*/ 3803 h 10717"/>
                <a:gd name="connsiteX21" fmla="*/ 36064 w 39566"/>
                <a:gd name="connsiteY21" fmla="*/ 4396 h 10717"/>
                <a:gd name="connsiteX22" fmla="*/ 37248 w 39566"/>
                <a:gd name="connsiteY22" fmla="*/ 5087 h 10717"/>
                <a:gd name="connsiteX23" fmla="*/ 38580 w 39566"/>
                <a:gd name="connsiteY23" fmla="*/ 5630 h 10717"/>
                <a:gd name="connsiteX24" fmla="*/ 39123 w 39566"/>
                <a:gd name="connsiteY24" fmla="*/ 6025 h 10717"/>
                <a:gd name="connsiteX25" fmla="*/ 39468 w 39566"/>
                <a:gd name="connsiteY25" fmla="*/ 6618 h 10717"/>
                <a:gd name="connsiteX26" fmla="*/ 39567 w 39566"/>
                <a:gd name="connsiteY26" fmla="*/ 7507 h 10717"/>
                <a:gd name="connsiteX27" fmla="*/ 39320 w 39566"/>
                <a:gd name="connsiteY27" fmla="*/ 8742 h 10717"/>
                <a:gd name="connsiteX28" fmla="*/ 38925 w 39566"/>
                <a:gd name="connsiteY28" fmla="*/ 9335 h 10717"/>
                <a:gd name="connsiteX29" fmla="*/ 38037 w 39566"/>
                <a:gd name="connsiteY29" fmla="*/ 9828 h 10717"/>
                <a:gd name="connsiteX30" fmla="*/ 35324 w 39566"/>
                <a:gd name="connsiteY30" fmla="*/ 10421 h 10717"/>
                <a:gd name="connsiteX31" fmla="*/ 26739 w 39566"/>
                <a:gd name="connsiteY31" fmla="*/ 10717 h 10717"/>
                <a:gd name="connsiteX32" fmla="*/ 14455 w 39566"/>
                <a:gd name="connsiteY32" fmla="*/ 9137 h 10717"/>
                <a:gd name="connsiteX33" fmla="*/ 3799 w 39566"/>
                <a:gd name="connsiteY33" fmla="*/ 7161 h 10717"/>
                <a:gd name="connsiteX34" fmla="*/ 2220 w 39566"/>
                <a:gd name="connsiteY34" fmla="*/ 6519 h 10717"/>
                <a:gd name="connsiteX35" fmla="*/ 1036 w 39566"/>
                <a:gd name="connsiteY35" fmla="*/ 5087 h 10717"/>
                <a:gd name="connsiteX36" fmla="*/ 247 w 39566"/>
                <a:gd name="connsiteY36" fmla="*/ 3408 h 10717"/>
                <a:gd name="connsiteX37" fmla="*/ 0 w 39566"/>
                <a:gd name="connsiteY37" fmla="*/ 1926 h 10717"/>
                <a:gd name="connsiteX38" fmla="*/ 4835 w 39566"/>
                <a:gd name="connsiteY38" fmla="*/ 0 h 10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9566" h="10717">
                  <a:moveTo>
                    <a:pt x="4835" y="0"/>
                  </a:moveTo>
                  <a:lnTo>
                    <a:pt x="6710" y="1136"/>
                  </a:lnTo>
                  <a:lnTo>
                    <a:pt x="7894" y="1827"/>
                  </a:lnTo>
                  <a:lnTo>
                    <a:pt x="9226" y="2173"/>
                  </a:lnTo>
                  <a:lnTo>
                    <a:pt x="10163" y="1976"/>
                  </a:lnTo>
                  <a:lnTo>
                    <a:pt x="11248" y="1482"/>
                  </a:lnTo>
                  <a:lnTo>
                    <a:pt x="12334" y="938"/>
                  </a:lnTo>
                  <a:lnTo>
                    <a:pt x="13419" y="691"/>
                  </a:lnTo>
                  <a:lnTo>
                    <a:pt x="15294" y="1383"/>
                  </a:lnTo>
                  <a:lnTo>
                    <a:pt x="17317" y="2074"/>
                  </a:lnTo>
                  <a:lnTo>
                    <a:pt x="18994" y="1531"/>
                  </a:lnTo>
                  <a:lnTo>
                    <a:pt x="20721" y="1037"/>
                  </a:lnTo>
                  <a:lnTo>
                    <a:pt x="22743" y="1778"/>
                  </a:lnTo>
                  <a:lnTo>
                    <a:pt x="23730" y="2173"/>
                  </a:lnTo>
                  <a:lnTo>
                    <a:pt x="24717" y="2173"/>
                  </a:lnTo>
                  <a:lnTo>
                    <a:pt x="30982" y="1334"/>
                  </a:lnTo>
                  <a:lnTo>
                    <a:pt x="35768" y="2124"/>
                  </a:lnTo>
                  <a:lnTo>
                    <a:pt x="36064" y="2321"/>
                  </a:lnTo>
                  <a:lnTo>
                    <a:pt x="36212" y="2568"/>
                  </a:lnTo>
                  <a:lnTo>
                    <a:pt x="36064" y="3161"/>
                  </a:lnTo>
                  <a:lnTo>
                    <a:pt x="35866" y="3803"/>
                  </a:lnTo>
                  <a:lnTo>
                    <a:pt x="36064" y="4396"/>
                  </a:lnTo>
                  <a:lnTo>
                    <a:pt x="37248" y="5087"/>
                  </a:lnTo>
                  <a:lnTo>
                    <a:pt x="38580" y="5630"/>
                  </a:lnTo>
                  <a:lnTo>
                    <a:pt x="39123" y="6025"/>
                  </a:lnTo>
                  <a:lnTo>
                    <a:pt x="39468" y="6618"/>
                  </a:lnTo>
                  <a:lnTo>
                    <a:pt x="39567" y="7507"/>
                  </a:lnTo>
                  <a:lnTo>
                    <a:pt x="39320" y="8742"/>
                  </a:lnTo>
                  <a:lnTo>
                    <a:pt x="38925" y="9335"/>
                  </a:lnTo>
                  <a:lnTo>
                    <a:pt x="38037" y="9828"/>
                  </a:lnTo>
                  <a:lnTo>
                    <a:pt x="35324" y="10421"/>
                  </a:lnTo>
                  <a:lnTo>
                    <a:pt x="26739" y="10717"/>
                  </a:lnTo>
                  <a:lnTo>
                    <a:pt x="14455" y="9137"/>
                  </a:lnTo>
                  <a:lnTo>
                    <a:pt x="3799" y="7161"/>
                  </a:lnTo>
                  <a:lnTo>
                    <a:pt x="2220" y="6519"/>
                  </a:lnTo>
                  <a:lnTo>
                    <a:pt x="1036" y="5087"/>
                  </a:lnTo>
                  <a:lnTo>
                    <a:pt x="247" y="3408"/>
                  </a:lnTo>
                  <a:lnTo>
                    <a:pt x="0" y="1926"/>
                  </a:lnTo>
                  <a:lnTo>
                    <a:pt x="4835" y="0"/>
                  </a:lnTo>
                </a:path>
              </a:pathLst>
            </a:custGeom>
            <a:solidFill>
              <a:srgbClr val="ED037C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F46B23B-2C31-4EB2-9A4E-01ED2457840F}"/>
                </a:ext>
              </a:extLst>
            </p:cNvPr>
            <p:cNvSpPr/>
            <p:nvPr/>
          </p:nvSpPr>
          <p:spPr>
            <a:xfrm>
              <a:off x="10498182" y="6368880"/>
              <a:ext cx="40947" cy="11655"/>
            </a:xfrm>
            <a:custGeom>
              <a:avLst/>
              <a:gdLst>
                <a:gd name="connsiteX0" fmla="*/ 3848 w 40947"/>
                <a:gd name="connsiteY0" fmla="*/ 0 h 11655"/>
                <a:gd name="connsiteX1" fmla="*/ 7154 w 40947"/>
                <a:gd name="connsiteY1" fmla="*/ 1284 h 11655"/>
                <a:gd name="connsiteX2" fmla="*/ 8782 w 40947"/>
                <a:gd name="connsiteY2" fmla="*/ 1877 h 11655"/>
                <a:gd name="connsiteX3" fmla="*/ 10410 w 40947"/>
                <a:gd name="connsiteY3" fmla="*/ 1827 h 11655"/>
                <a:gd name="connsiteX4" fmla="*/ 25062 w 40947"/>
                <a:gd name="connsiteY4" fmla="*/ 1136 h 11655"/>
                <a:gd name="connsiteX5" fmla="*/ 30933 w 40947"/>
                <a:gd name="connsiteY5" fmla="*/ 1679 h 11655"/>
                <a:gd name="connsiteX6" fmla="*/ 35521 w 40947"/>
                <a:gd name="connsiteY6" fmla="*/ 2815 h 11655"/>
                <a:gd name="connsiteX7" fmla="*/ 37593 w 40947"/>
                <a:gd name="connsiteY7" fmla="*/ 3358 h 11655"/>
                <a:gd name="connsiteX8" fmla="*/ 38777 w 40947"/>
                <a:gd name="connsiteY8" fmla="*/ 3852 h 11655"/>
                <a:gd name="connsiteX9" fmla="*/ 39715 w 40947"/>
                <a:gd name="connsiteY9" fmla="*/ 4544 h 11655"/>
                <a:gd name="connsiteX10" fmla="*/ 40751 w 40947"/>
                <a:gd name="connsiteY10" fmla="*/ 6371 h 11655"/>
                <a:gd name="connsiteX11" fmla="*/ 40948 w 40947"/>
                <a:gd name="connsiteY11" fmla="*/ 8149 h 11655"/>
                <a:gd name="connsiteX12" fmla="*/ 40504 w 40947"/>
                <a:gd name="connsiteY12" fmla="*/ 9680 h 11655"/>
                <a:gd name="connsiteX13" fmla="*/ 39715 w 40947"/>
                <a:gd name="connsiteY13" fmla="*/ 10668 h 11655"/>
                <a:gd name="connsiteX14" fmla="*/ 39715 w 40947"/>
                <a:gd name="connsiteY14" fmla="*/ 11656 h 11655"/>
                <a:gd name="connsiteX15" fmla="*/ 25358 w 40947"/>
                <a:gd name="connsiteY15" fmla="*/ 11606 h 11655"/>
                <a:gd name="connsiteX16" fmla="*/ 20573 w 40947"/>
                <a:gd name="connsiteY16" fmla="*/ 11656 h 11655"/>
                <a:gd name="connsiteX17" fmla="*/ 15837 w 40947"/>
                <a:gd name="connsiteY17" fmla="*/ 11261 h 11655"/>
                <a:gd name="connsiteX18" fmla="*/ 11100 w 40947"/>
                <a:gd name="connsiteY18" fmla="*/ 10421 h 11655"/>
                <a:gd name="connsiteX19" fmla="*/ 6858 w 40947"/>
                <a:gd name="connsiteY19" fmla="*/ 9730 h 11655"/>
                <a:gd name="connsiteX20" fmla="*/ 3799 w 40947"/>
                <a:gd name="connsiteY20" fmla="*/ 9236 h 11655"/>
                <a:gd name="connsiteX21" fmla="*/ 2565 w 40947"/>
                <a:gd name="connsiteY21" fmla="*/ 8939 h 11655"/>
                <a:gd name="connsiteX22" fmla="*/ 1727 w 40947"/>
                <a:gd name="connsiteY22" fmla="*/ 8149 h 11655"/>
                <a:gd name="connsiteX23" fmla="*/ 543 w 40947"/>
                <a:gd name="connsiteY23" fmla="*/ 5630 h 11655"/>
                <a:gd name="connsiteX24" fmla="*/ 0 w 40947"/>
                <a:gd name="connsiteY24" fmla="*/ 2914 h 11655"/>
                <a:gd name="connsiteX25" fmla="*/ 3848 w 40947"/>
                <a:gd name="connsiteY25" fmla="*/ 0 h 11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947" h="11655">
                  <a:moveTo>
                    <a:pt x="3848" y="0"/>
                  </a:moveTo>
                  <a:lnTo>
                    <a:pt x="7154" y="1284"/>
                  </a:lnTo>
                  <a:lnTo>
                    <a:pt x="8782" y="1877"/>
                  </a:lnTo>
                  <a:lnTo>
                    <a:pt x="10410" y="1827"/>
                  </a:lnTo>
                  <a:lnTo>
                    <a:pt x="25062" y="1136"/>
                  </a:lnTo>
                  <a:lnTo>
                    <a:pt x="30933" y="1679"/>
                  </a:lnTo>
                  <a:lnTo>
                    <a:pt x="35521" y="2815"/>
                  </a:lnTo>
                  <a:lnTo>
                    <a:pt x="37593" y="3358"/>
                  </a:lnTo>
                  <a:lnTo>
                    <a:pt x="38777" y="3852"/>
                  </a:lnTo>
                  <a:lnTo>
                    <a:pt x="39715" y="4544"/>
                  </a:lnTo>
                  <a:lnTo>
                    <a:pt x="40751" y="6371"/>
                  </a:lnTo>
                  <a:lnTo>
                    <a:pt x="40948" y="8149"/>
                  </a:lnTo>
                  <a:lnTo>
                    <a:pt x="40504" y="9680"/>
                  </a:lnTo>
                  <a:lnTo>
                    <a:pt x="39715" y="10668"/>
                  </a:lnTo>
                  <a:lnTo>
                    <a:pt x="39715" y="11656"/>
                  </a:lnTo>
                  <a:lnTo>
                    <a:pt x="25358" y="11606"/>
                  </a:lnTo>
                  <a:lnTo>
                    <a:pt x="20573" y="11656"/>
                  </a:lnTo>
                  <a:lnTo>
                    <a:pt x="15837" y="11261"/>
                  </a:lnTo>
                  <a:lnTo>
                    <a:pt x="11100" y="10421"/>
                  </a:lnTo>
                  <a:lnTo>
                    <a:pt x="6858" y="9730"/>
                  </a:lnTo>
                  <a:lnTo>
                    <a:pt x="3799" y="9236"/>
                  </a:lnTo>
                  <a:lnTo>
                    <a:pt x="2565" y="8939"/>
                  </a:lnTo>
                  <a:lnTo>
                    <a:pt x="1727" y="8149"/>
                  </a:lnTo>
                  <a:lnTo>
                    <a:pt x="543" y="5630"/>
                  </a:lnTo>
                  <a:lnTo>
                    <a:pt x="0" y="2914"/>
                  </a:lnTo>
                  <a:lnTo>
                    <a:pt x="3848" y="0"/>
                  </a:lnTo>
                </a:path>
              </a:pathLst>
            </a:custGeom>
            <a:solidFill>
              <a:srgbClr val="ED037C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173F2A-6444-3B85-918F-DCC219702F3C}"/>
                </a:ext>
              </a:extLst>
            </p:cNvPr>
            <p:cNvSpPr/>
            <p:nvPr/>
          </p:nvSpPr>
          <p:spPr>
            <a:xfrm>
              <a:off x="10498231" y="6386018"/>
              <a:ext cx="41638" cy="19113"/>
            </a:xfrm>
            <a:custGeom>
              <a:avLst/>
              <a:gdLst>
                <a:gd name="connsiteX0" fmla="*/ 4884 w 41638"/>
                <a:gd name="connsiteY0" fmla="*/ 0 h 19113"/>
                <a:gd name="connsiteX1" fmla="*/ 11396 w 41638"/>
                <a:gd name="connsiteY1" fmla="*/ 840 h 19113"/>
                <a:gd name="connsiteX2" fmla="*/ 13567 w 41638"/>
                <a:gd name="connsiteY2" fmla="*/ 1087 h 19113"/>
                <a:gd name="connsiteX3" fmla="*/ 15442 w 41638"/>
                <a:gd name="connsiteY3" fmla="*/ 741 h 19113"/>
                <a:gd name="connsiteX4" fmla="*/ 17958 w 41638"/>
                <a:gd name="connsiteY4" fmla="*/ 494 h 19113"/>
                <a:gd name="connsiteX5" fmla="*/ 21905 w 41638"/>
                <a:gd name="connsiteY5" fmla="*/ 790 h 19113"/>
                <a:gd name="connsiteX6" fmla="*/ 27578 w 41638"/>
                <a:gd name="connsiteY6" fmla="*/ 889 h 19113"/>
                <a:gd name="connsiteX7" fmla="*/ 33301 w 41638"/>
                <a:gd name="connsiteY7" fmla="*/ 593 h 19113"/>
                <a:gd name="connsiteX8" fmla="*/ 35274 w 41638"/>
                <a:gd name="connsiteY8" fmla="*/ 543 h 19113"/>
                <a:gd name="connsiteX9" fmla="*/ 36952 w 41638"/>
                <a:gd name="connsiteY9" fmla="*/ 1235 h 19113"/>
                <a:gd name="connsiteX10" fmla="*/ 39912 w 41638"/>
                <a:gd name="connsiteY10" fmla="*/ 3704 h 19113"/>
                <a:gd name="connsiteX11" fmla="*/ 40899 w 41638"/>
                <a:gd name="connsiteY11" fmla="*/ 4939 h 19113"/>
                <a:gd name="connsiteX12" fmla="*/ 41491 w 41638"/>
                <a:gd name="connsiteY12" fmla="*/ 6371 h 19113"/>
                <a:gd name="connsiteX13" fmla="*/ 41639 w 41638"/>
                <a:gd name="connsiteY13" fmla="*/ 7952 h 19113"/>
                <a:gd name="connsiteX14" fmla="*/ 41244 w 41638"/>
                <a:gd name="connsiteY14" fmla="*/ 9532 h 19113"/>
                <a:gd name="connsiteX15" fmla="*/ 39517 w 41638"/>
                <a:gd name="connsiteY15" fmla="*/ 14372 h 19113"/>
                <a:gd name="connsiteX16" fmla="*/ 38531 w 41638"/>
                <a:gd name="connsiteY16" fmla="*/ 16496 h 19113"/>
                <a:gd name="connsiteX17" fmla="*/ 37100 w 41638"/>
                <a:gd name="connsiteY17" fmla="*/ 18225 h 19113"/>
                <a:gd name="connsiteX18" fmla="*/ 36261 w 41638"/>
                <a:gd name="connsiteY18" fmla="*/ 18620 h 19113"/>
                <a:gd name="connsiteX19" fmla="*/ 35274 w 41638"/>
                <a:gd name="connsiteY19" fmla="*/ 18669 h 19113"/>
                <a:gd name="connsiteX20" fmla="*/ 32857 w 41638"/>
                <a:gd name="connsiteY20" fmla="*/ 18225 h 19113"/>
                <a:gd name="connsiteX21" fmla="*/ 30341 w 41638"/>
                <a:gd name="connsiteY21" fmla="*/ 17533 h 19113"/>
                <a:gd name="connsiteX22" fmla="*/ 28170 w 41638"/>
                <a:gd name="connsiteY22" fmla="*/ 17237 h 19113"/>
                <a:gd name="connsiteX23" fmla="*/ 26591 w 41638"/>
                <a:gd name="connsiteY23" fmla="*/ 17632 h 19113"/>
                <a:gd name="connsiteX24" fmla="*/ 25210 w 41638"/>
                <a:gd name="connsiteY24" fmla="*/ 18323 h 19113"/>
                <a:gd name="connsiteX25" fmla="*/ 23779 w 41638"/>
                <a:gd name="connsiteY25" fmla="*/ 18916 h 19113"/>
                <a:gd name="connsiteX26" fmla="*/ 22151 w 41638"/>
                <a:gd name="connsiteY26" fmla="*/ 19114 h 19113"/>
                <a:gd name="connsiteX27" fmla="*/ 17514 w 41638"/>
                <a:gd name="connsiteY27" fmla="*/ 17879 h 19113"/>
                <a:gd name="connsiteX28" fmla="*/ 14899 w 41638"/>
                <a:gd name="connsiteY28" fmla="*/ 17533 h 19113"/>
                <a:gd name="connsiteX29" fmla="*/ 11890 w 41638"/>
                <a:gd name="connsiteY29" fmla="*/ 18027 h 19113"/>
                <a:gd name="connsiteX30" fmla="*/ 11100 w 41638"/>
                <a:gd name="connsiteY30" fmla="*/ 18126 h 19113"/>
                <a:gd name="connsiteX31" fmla="*/ 10360 w 41638"/>
                <a:gd name="connsiteY31" fmla="*/ 17780 h 19113"/>
                <a:gd name="connsiteX32" fmla="*/ 9571 w 41638"/>
                <a:gd name="connsiteY32" fmla="*/ 17385 h 19113"/>
                <a:gd name="connsiteX33" fmla="*/ 8732 w 41638"/>
                <a:gd name="connsiteY33" fmla="*/ 17187 h 19113"/>
                <a:gd name="connsiteX34" fmla="*/ 6907 w 41638"/>
                <a:gd name="connsiteY34" fmla="*/ 17138 h 19113"/>
                <a:gd name="connsiteX35" fmla="*/ 6216 w 41638"/>
                <a:gd name="connsiteY35" fmla="*/ 16891 h 19113"/>
                <a:gd name="connsiteX36" fmla="*/ 5871 w 41638"/>
                <a:gd name="connsiteY36" fmla="*/ 16496 h 19113"/>
                <a:gd name="connsiteX37" fmla="*/ 3651 w 41638"/>
                <a:gd name="connsiteY37" fmla="*/ 13088 h 19113"/>
                <a:gd name="connsiteX38" fmla="*/ 1283 w 41638"/>
                <a:gd name="connsiteY38" fmla="*/ 10273 h 19113"/>
                <a:gd name="connsiteX39" fmla="*/ 296 w 41638"/>
                <a:gd name="connsiteY39" fmla="*/ 8989 h 19113"/>
                <a:gd name="connsiteX40" fmla="*/ 0 w 41638"/>
                <a:gd name="connsiteY40" fmla="*/ 7507 h 19113"/>
                <a:gd name="connsiteX41" fmla="*/ 543 w 41638"/>
                <a:gd name="connsiteY41" fmla="*/ 5729 h 19113"/>
                <a:gd name="connsiteX42" fmla="*/ 1825 w 41638"/>
                <a:gd name="connsiteY42" fmla="*/ 3852 h 19113"/>
                <a:gd name="connsiteX43" fmla="*/ 4884 w 41638"/>
                <a:gd name="connsiteY43" fmla="*/ 0 h 19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1638" h="19113">
                  <a:moveTo>
                    <a:pt x="4884" y="0"/>
                  </a:moveTo>
                  <a:lnTo>
                    <a:pt x="11396" y="840"/>
                  </a:lnTo>
                  <a:lnTo>
                    <a:pt x="13567" y="1087"/>
                  </a:lnTo>
                  <a:lnTo>
                    <a:pt x="15442" y="741"/>
                  </a:lnTo>
                  <a:lnTo>
                    <a:pt x="17958" y="494"/>
                  </a:lnTo>
                  <a:lnTo>
                    <a:pt x="21905" y="790"/>
                  </a:lnTo>
                  <a:lnTo>
                    <a:pt x="27578" y="889"/>
                  </a:lnTo>
                  <a:lnTo>
                    <a:pt x="33301" y="593"/>
                  </a:lnTo>
                  <a:lnTo>
                    <a:pt x="35274" y="543"/>
                  </a:lnTo>
                  <a:lnTo>
                    <a:pt x="36952" y="1235"/>
                  </a:lnTo>
                  <a:lnTo>
                    <a:pt x="39912" y="3704"/>
                  </a:lnTo>
                  <a:lnTo>
                    <a:pt x="40899" y="4939"/>
                  </a:lnTo>
                  <a:lnTo>
                    <a:pt x="41491" y="6371"/>
                  </a:lnTo>
                  <a:lnTo>
                    <a:pt x="41639" y="7952"/>
                  </a:lnTo>
                  <a:lnTo>
                    <a:pt x="41244" y="9532"/>
                  </a:lnTo>
                  <a:lnTo>
                    <a:pt x="39517" y="14372"/>
                  </a:lnTo>
                  <a:lnTo>
                    <a:pt x="38531" y="16496"/>
                  </a:lnTo>
                  <a:lnTo>
                    <a:pt x="37100" y="18225"/>
                  </a:lnTo>
                  <a:lnTo>
                    <a:pt x="36261" y="18620"/>
                  </a:lnTo>
                  <a:lnTo>
                    <a:pt x="35274" y="18669"/>
                  </a:lnTo>
                  <a:lnTo>
                    <a:pt x="32857" y="18225"/>
                  </a:lnTo>
                  <a:lnTo>
                    <a:pt x="30341" y="17533"/>
                  </a:lnTo>
                  <a:lnTo>
                    <a:pt x="28170" y="17237"/>
                  </a:lnTo>
                  <a:lnTo>
                    <a:pt x="26591" y="17632"/>
                  </a:lnTo>
                  <a:lnTo>
                    <a:pt x="25210" y="18323"/>
                  </a:lnTo>
                  <a:lnTo>
                    <a:pt x="23779" y="18916"/>
                  </a:lnTo>
                  <a:lnTo>
                    <a:pt x="22151" y="19114"/>
                  </a:lnTo>
                  <a:lnTo>
                    <a:pt x="17514" y="17879"/>
                  </a:lnTo>
                  <a:lnTo>
                    <a:pt x="14899" y="17533"/>
                  </a:lnTo>
                  <a:lnTo>
                    <a:pt x="11890" y="18027"/>
                  </a:lnTo>
                  <a:lnTo>
                    <a:pt x="11100" y="18126"/>
                  </a:lnTo>
                  <a:lnTo>
                    <a:pt x="10360" y="17780"/>
                  </a:lnTo>
                  <a:lnTo>
                    <a:pt x="9571" y="17385"/>
                  </a:lnTo>
                  <a:lnTo>
                    <a:pt x="8732" y="17187"/>
                  </a:lnTo>
                  <a:lnTo>
                    <a:pt x="6907" y="17138"/>
                  </a:lnTo>
                  <a:lnTo>
                    <a:pt x="6216" y="16891"/>
                  </a:lnTo>
                  <a:lnTo>
                    <a:pt x="5871" y="16496"/>
                  </a:lnTo>
                  <a:lnTo>
                    <a:pt x="3651" y="13088"/>
                  </a:lnTo>
                  <a:lnTo>
                    <a:pt x="1283" y="10273"/>
                  </a:lnTo>
                  <a:lnTo>
                    <a:pt x="296" y="8989"/>
                  </a:lnTo>
                  <a:lnTo>
                    <a:pt x="0" y="7507"/>
                  </a:lnTo>
                  <a:lnTo>
                    <a:pt x="543" y="5729"/>
                  </a:lnTo>
                  <a:lnTo>
                    <a:pt x="1825" y="3852"/>
                  </a:lnTo>
                  <a:lnTo>
                    <a:pt x="4884" y="0"/>
                  </a:lnTo>
                </a:path>
              </a:pathLst>
            </a:custGeom>
            <a:solidFill>
              <a:srgbClr val="A9218E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D8A625F-7774-D4EC-2881-D5DCAF7C7030}"/>
                </a:ext>
              </a:extLst>
            </p:cNvPr>
            <p:cNvSpPr/>
            <p:nvPr/>
          </p:nvSpPr>
          <p:spPr>
            <a:xfrm>
              <a:off x="10495320" y="6419158"/>
              <a:ext cx="47657" cy="27065"/>
            </a:xfrm>
            <a:custGeom>
              <a:avLst/>
              <a:gdLst>
                <a:gd name="connsiteX0" fmla="*/ 15195 w 47657"/>
                <a:gd name="connsiteY0" fmla="*/ 148 h 27065"/>
                <a:gd name="connsiteX1" fmla="*/ 17613 w 47657"/>
                <a:gd name="connsiteY1" fmla="*/ 0 h 27065"/>
                <a:gd name="connsiteX2" fmla="*/ 20030 w 47657"/>
                <a:gd name="connsiteY2" fmla="*/ 247 h 27065"/>
                <a:gd name="connsiteX3" fmla="*/ 33942 w 47657"/>
                <a:gd name="connsiteY3" fmla="*/ 1630 h 27065"/>
                <a:gd name="connsiteX4" fmla="*/ 37840 w 47657"/>
                <a:gd name="connsiteY4" fmla="*/ 2223 h 27065"/>
                <a:gd name="connsiteX5" fmla="*/ 41540 w 47657"/>
                <a:gd name="connsiteY5" fmla="*/ 3260 h 27065"/>
                <a:gd name="connsiteX6" fmla="*/ 43217 w 47657"/>
                <a:gd name="connsiteY6" fmla="*/ 4297 h 27065"/>
                <a:gd name="connsiteX7" fmla="*/ 44697 w 47657"/>
                <a:gd name="connsiteY7" fmla="*/ 5779 h 27065"/>
                <a:gd name="connsiteX8" fmla="*/ 45931 w 47657"/>
                <a:gd name="connsiteY8" fmla="*/ 8001 h 27065"/>
                <a:gd name="connsiteX9" fmla="*/ 46917 w 47657"/>
                <a:gd name="connsiteY9" fmla="*/ 10964 h 27065"/>
                <a:gd name="connsiteX10" fmla="*/ 47657 w 47657"/>
                <a:gd name="connsiteY10" fmla="*/ 16002 h 27065"/>
                <a:gd name="connsiteX11" fmla="*/ 47411 w 47657"/>
                <a:gd name="connsiteY11" fmla="*/ 18521 h 27065"/>
                <a:gd name="connsiteX12" fmla="*/ 46473 w 47657"/>
                <a:gd name="connsiteY12" fmla="*/ 20842 h 27065"/>
                <a:gd name="connsiteX13" fmla="*/ 45191 w 47657"/>
                <a:gd name="connsiteY13" fmla="*/ 22324 h 27065"/>
                <a:gd name="connsiteX14" fmla="*/ 43513 w 47657"/>
                <a:gd name="connsiteY14" fmla="*/ 23608 h 27065"/>
                <a:gd name="connsiteX15" fmla="*/ 39024 w 47657"/>
                <a:gd name="connsiteY15" fmla="*/ 25534 h 27065"/>
                <a:gd name="connsiteX16" fmla="*/ 27233 w 47657"/>
                <a:gd name="connsiteY16" fmla="*/ 27065 h 27065"/>
                <a:gd name="connsiteX17" fmla="*/ 23483 w 47657"/>
                <a:gd name="connsiteY17" fmla="*/ 26571 h 27065"/>
                <a:gd name="connsiteX18" fmla="*/ 19882 w 47657"/>
                <a:gd name="connsiteY18" fmla="*/ 25534 h 27065"/>
                <a:gd name="connsiteX19" fmla="*/ 16280 w 47657"/>
                <a:gd name="connsiteY19" fmla="*/ 24546 h 27065"/>
                <a:gd name="connsiteX20" fmla="*/ 12778 w 47657"/>
                <a:gd name="connsiteY20" fmla="*/ 24151 h 27065"/>
                <a:gd name="connsiteX21" fmla="*/ 7844 w 47657"/>
                <a:gd name="connsiteY21" fmla="*/ 23559 h 27065"/>
                <a:gd name="connsiteX22" fmla="*/ 4144 w 47657"/>
                <a:gd name="connsiteY22" fmla="*/ 21731 h 27065"/>
                <a:gd name="connsiteX23" fmla="*/ 1677 w 47657"/>
                <a:gd name="connsiteY23" fmla="*/ 19114 h 27065"/>
                <a:gd name="connsiteX24" fmla="*/ 345 w 47657"/>
                <a:gd name="connsiteY24" fmla="*/ 16150 h 27065"/>
                <a:gd name="connsiteX25" fmla="*/ 0 w 47657"/>
                <a:gd name="connsiteY25" fmla="*/ 12891 h 27065"/>
                <a:gd name="connsiteX26" fmla="*/ 789 w 47657"/>
                <a:gd name="connsiteY26" fmla="*/ 10075 h 27065"/>
                <a:gd name="connsiteX27" fmla="*/ 2417 w 47657"/>
                <a:gd name="connsiteY27" fmla="*/ 7705 h 27065"/>
                <a:gd name="connsiteX28" fmla="*/ 4539 w 47657"/>
                <a:gd name="connsiteY28" fmla="*/ 5828 h 27065"/>
                <a:gd name="connsiteX29" fmla="*/ 9176 w 47657"/>
                <a:gd name="connsiteY29" fmla="*/ 3260 h 27065"/>
                <a:gd name="connsiteX30" fmla="*/ 12334 w 47657"/>
                <a:gd name="connsiteY30" fmla="*/ 2124 h 27065"/>
                <a:gd name="connsiteX31" fmla="*/ 13123 w 47657"/>
                <a:gd name="connsiteY31" fmla="*/ 1729 h 27065"/>
                <a:gd name="connsiteX32" fmla="*/ 13666 w 47657"/>
                <a:gd name="connsiteY32" fmla="*/ 1185 h 27065"/>
                <a:gd name="connsiteX33" fmla="*/ 14258 w 47657"/>
                <a:gd name="connsiteY33" fmla="*/ 593 h 27065"/>
                <a:gd name="connsiteX34" fmla="*/ 15195 w 47657"/>
                <a:gd name="connsiteY34" fmla="*/ 148 h 2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7657" h="27065">
                  <a:moveTo>
                    <a:pt x="15195" y="148"/>
                  </a:moveTo>
                  <a:lnTo>
                    <a:pt x="17613" y="0"/>
                  </a:lnTo>
                  <a:lnTo>
                    <a:pt x="20030" y="247"/>
                  </a:lnTo>
                  <a:lnTo>
                    <a:pt x="33942" y="1630"/>
                  </a:lnTo>
                  <a:lnTo>
                    <a:pt x="37840" y="2223"/>
                  </a:lnTo>
                  <a:lnTo>
                    <a:pt x="41540" y="3260"/>
                  </a:lnTo>
                  <a:lnTo>
                    <a:pt x="43217" y="4297"/>
                  </a:lnTo>
                  <a:lnTo>
                    <a:pt x="44697" y="5779"/>
                  </a:lnTo>
                  <a:lnTo>
                    <a:pt x="45931" y="8001"/>
                  </a:lnTo>
                  <a:lnTo>
                    <a:pt x="46917" y="10964"/>
                  </a:lnTo>
                  <a:lnTo>
                    <a:pt x="47657" y="16002"/>
                  </a:lnTo>
                  <a:lnTo>
                    <a:pt x="47411" y="18521"/>
                  </a:lnTo>
                  <a:lnTo>
                    <a:pt x="46473" y="20842"/>
                  </a:lnTo>
                  <a:lnTo>
                    <a:pt x="45191" y="22324"/>
                  </a:lnTo>
                  <a:lnTo>
                    <a:pt x="43513" y="23608"/>
                  </a:lnTo>
                  <a:lnTo>
                    <a:pt x="39024" y="25534"/>
                  </a:lnTo>
                  <a:lnTo>
                    <a:pt x="27233" y="27065"/>
                  </a:lnTo>
                  <a:lnTo>
                    <a:pt x="23483" y="26571"/>
                  </a:lnTo>
                  <a:lnTo>
                    <a:pt x="19882" y="25534"/>
                  </a:lnTo>
                  <a:lnTo>
                    <a:pt x="16280" y="24546"/>
                  </a:lnTo>
                  <a:lnTo>
                    <a:pt x="12778" y="24151"/>
                  </a:lnTo>
                  <a:lnTo>
                    <a:pt x="7844" y="23559"/>
                  </a:lnTo>
                  <a:lnTo>
                    <a:pt x="4144" y="21731"/>
                  </a:lnTo>
                  <a:lnTo>
                    <a:pt x="1677" y="19114"/>
                  </a:lnTo>
                  <a:lnTo>
                    <a:pt x="345" y="16150"/>
                  </a:lnTo>
                  <a:lnTo>
                    <a:pt x="0" y="12891"/>
                  </a:lnTo>
                  <a:lnTo>
                    <a:pt x="789" y="10075"/>
                  </a:lnTo>
                  <a:lnTo>
                    <a:pt x="2417" y="7705"/>
                  </a:lnTo>
                  <a:lnTo>
                    <a:pt x="4539" y="5828"/>
                  </a:lnTo>
                  <a:lnTo>
                    <a:pt x="9176" y="3260"/>
                  </a:lnTo>
                  <a:lnTo>
                    <a:pt x="12334" y="2124"/>
                  </a:lnTo>
                  <a:lnTo>
                    <a:pt x="13123" y="1729"/>
                  </a:lnTo>
                  <a:lnTo>
                    <a:pt x="13666" y="1185"/>
                  </a:lnTo>
                  <a:lnTo>
                    <a:pt x="14258" y="593"/>
                  </a:lnTo>
                  <a:lnTo>
                    <a:pt x="15195" y="148"/>
                  </a:lnTo>
                </a:path>
              </a:pathLst>
            </a:custGeom>
            <a:solidFill>
              <a:srgbClr val="353D98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EA96241-709C-B7E9-40B5-7C8720457C6A}"/>
                </a:ext>
              </a:extLst>
            </p:cNvPr>
            <p:cNvSpPr/>
            <p:nvPr/>
          </p:nvSpPr>
          <p:spPr>
            <a:xfrm>
              <a:off x="10498675" y="6458324"/>
              <a:ext cx="39862" cy="26126"/>
            </a:xfrm>
            <a:custGeom>
              <a:avLst/>
              <a:gdLst>
                <a:gd name="connsiteX0" fmla="*/ 22497 w 39862"/>
                <a:gd name="connsiteY0" fmla="*/ 0 h 26126"/>
                <a:gd name="connsiteX1" fmla="*/ 27035 w 39862"/>
                <a:gd name="connsiteY1" fmla="*/ 395 h 26126"/>
                <a:gd name="connsiteX2" fmla="*/ 31772 w 39862"/>
                <a:gd name="connsiteY2" fmla="*/ 2124 h 26126"/>
                <a:gd name="connsiteX3" fmla="*/ 33153 w 39862"/>
                <a:gd name="connsiteY3" fmla="*/ 3457 h 26126"/>
                <a:gd name="connsiteX4" fmla="*/ 34288 w 39862"/>
                <a:gd name="connsiteY4" fmla="*/ 4494 h 26126"/>
                <a:gd name="connsiteX5" fmla="*/ 36656 w 39862"/>
                <a:gd name="connsiteY5" fmla="*/ 4988 h 26126"/>
                <a:gd name="connsiteX6" fmla="*/ 37790 w 39862"/>
                <a:gd name="connsiteY6" fmla="*/ 5334 h 26126"/>
                <a:gd name="connsiteX7" fmla="*/ 38531 w 39862"/>
                <a:gd name="connsiteY7" fmla="*/ 5976 h 26126"/>
                <a:gd name="connsiteX8" fmla="*/ 39764 w 39862"/>
                <a:gd name="connsiteY8" fmla="*/ 11409 h 26126"/>
                <a:gd name="connsiteX9" fmla="*/ 39863 w 39862"/>
                <a:gd name="connsiteY9" fmla="*/ 14866 h 26126"/>
                <a:gd name="connsiteX10" fmla="*/ 39320 w 39862"/>
                <a:gd name="connsiteY10" fmla="*/ 17731 h 26126"/>
                <a:gd name="connsiteX11" fmla="*/ 38284 w 39862"/>
                <a:gd name="connsiteY11" fmla="*/ 19509 h 26126"/>
                <a:gd name="connsiteX12" fmla="*/ 36804 w 39862"/>
                <a:gd name="connsiteY12" fmla="*/ 21089 h 26126"/>
                <a:gd name="connsiteX13" fmla="*/ 32906 w 39862"/>
                <a:gd name="connsiteY13" fmla="*/ 23559 h 26126"/>
                <a:gd name="connsiteX14" fmla="*/ 28022 w 39862"/>
                <a:gd name="connsiteY14" fmla="*/ 25188 h 26126"/>
                <a:gd name="connsiteX15" fmla="*/ 22546 w 39862"/>
                <a:gd name="connsiteY15" fmla="*/ 26028 h 26126"/>
                <a:gd name="connsiteX16" fmla="*/ 16922 w 39862"/>
                <a:gd name="connsiteY16" fmla="*/ 26127 h 26126"/>
                <a:gd name="connsiteX17" fmla="*/ 11544 w 39862"/>
                <a:gd name="connsiteY17" fmla="*/ 25485 h 26126"/>
                <a:gd name="connsiteX18" fmla="*/ 6808 w 39862"/>
                <a:gd name="connsiteY18" fmla="*/ 24250 h 26126"/>
                <a:gd name="connsiteX19" fmla="*/ 3207 w 39862"/>
                <a:gd name="connsiteY19" fmla="*/ 22423 h 26126"/>
                <a:gd name="connsiteX20" fmla="*/ 2072 w 39862"/>
                <a:gd name="connsiteY20" fmla="*/ 21336 h 26126"/>
                <a:gd name="connsiteX21" fmla="*/ 1283 w 39862"/>
                <a:gd name="connsiteY21" fmla="*/ 20052 h 26126"/>
                <a:gd name="connsiteX22" fmla="*/ 296 w 39862"/>
                <a:gd name="connsiteY22" fmla="*/ 17138 h 26126"/>
                <a:gd name="connsiteX23" fmla="*/ 0 w 39862"/>
                <a:gd name="connsiteY23" fmla="*/ 13928 h 26126"/>
                <a:gd name="connsiteX24" fmla="*/ 641 w 39862"/>
                <a:gd name="connsiteY24" fmla="*/ 11113 h 26126"/>
                <a:gd name="connsiteX25" fmla="*/ 2121 w 39862"/>
                <a:gd name="connsiteY25" fmla="*/ 8692 h 26126"/>
                <a:gd name="connsiteX26" fmla="*/ 4095 w 39862"/>
                <a:gd name="connsiteY26" fmla="*/ 6668 h 26126"/>
                <a:gd name="connsiteX27" fmla="*/ 8979 w 39862"/>
                <a:gd name="connsiteY27" fmla="*/ 3852 h 26126"/>
                <a:gd name="connsiteX28" fmla="*/ 13518 w 39862"/>
                <a:gd name="connsiteY28" fmla="*/ 2618 h 26126"/>
                <a:gd name="connsiteX29" fmla="*/ 18106 w 39862"/>
                <a:gd name="connsiteY29" fmla="*/ 1235 h 26126"/>
                <a:gd name="connsiteX30" fmla="*/ 22497 w 39862"/>
                <a:gd name="connsiteY30" fmla="*/ 0 h 26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9862" h="26126">
                  <a:moveTo>
                    <a:pt x="22497" y="0"/>
                  </a:moveTo>
                  <a:lnTo>
                    <a:pt x="27035" y="395"/>
                  </a:lnTo>
                  <a:lnTo>
                    <a:pt x="31772" y="2124"/>
                  </a:lnTo>
                  <a:lnTo>
                    <a:pt x="33153" y="3457"/>
                  </a:lnTo>
                  <a:lnTo>
                    <a:pt x="34288" y="4494"/>
                  </a:lnTo>
                  <a:lnTo>
                    <a:pt x="36656" y="4988"/>
                  </a:lnTo>
                  <a:lnTo>
                    <a:pt x="37790" y="5334"/>
                  </a:lnTo>
                  <a:lnTo>
                    <a:pt x="38531" y="5976"/>
                  </a:lnTo>
                  <a:lnTo>
                    <a:pt x="39764" y="11409"/>
                  </a:lnTo>
                  <a:lnTo>
                    <a:pt x="39863" y="14866"/>
                  </a:lnTo>
                  <a:lnTo>
                    <a:pt x="39320" y="17731"/>
                  </a:lnTo>
                  <a:lnTo>
                    <a:pt x="38284" y="19509"/>
                  </a:lnTo>
                  <a:lnTo>
                    <a:pt x="36804" y="21089"/>
                  </a:lnTo>
                  <a:lnTo>
                    <a:pt x="32906" y="23559"/>
                  </a:lnTo>
                  <a:lnTo>
                    <a:pt x="28022" y="25188"/>
                  </a:lnTo>
                  <a:lnTo>
                    <a:pt x="22546" y="26028"/>
                  </a:lnTo>
                  <a:lnTo>
                    <a:pt x="16922" y="26127"/>
                  </a:lnTo>
                  <a:lnTo>
                    <a:pt x="11544" y="25485"/>
                  </a:lnTo>
                  <a:lnTo>
                    <a:pt x="6808" y="24250"/>
                  </a:lnTo>
                  <a:lnTo>
                    <a:pt x="3207" y="22423"/>
                  </a:lnTo>
                  <a:lnTo>
                    <a:pt x="2072" y="21336"/>
                  </a:lnTo>
                  <a:lnTo>
                    <a:pt x="1283" y="20052"/>
                  </a:lnTo>
                  <a:lnTo>
                    <a:pt x="296" y="17138"/>
                  </a:lnTo>
                  <a:lnTo>
                    <a:pt x="0" y="13928"/>
                  </a:lnTo>
                  <a:lnTo>
                    <a:pt x="641" y="11113"/>
                  </a:lnTo>
                  <a:lnTo>
                    <a:pt x="2121" y="8692"/>
                  </a:lnTo>
                  <a:lnTo>
                    <a:pt x="4095" y="6668"/>
                  </a:lnTo>
                  <a:lnTo>
                    <a:pt x="8979" y="3852"/>
                  </a:lnTo>
                  <a:lnTo>
                    <a:pt x="13518" y="2618"/>
                  </a:lnTo>
                  <a:lnTo>
                    <a:pt x="18106" y="1235"/>
                  </a:lnTo>
                  <a:lnTo>
                    <a:pt x="22497" y="0"/>
                  </a:lnTo>
                </a:path>
              </a:pathLst>
            </a:custGeom>
            <a:solidFill>
              <a:srgbClr val="002E56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8091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-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rectangle with a black border&#10;&#10;Description automatically generated with low confidence">
            <a:extLst>
              <a:ext uri="{FF2B5EF4-FFF2-40B4-BE49-F238E27FC236}">
                <a16:creationId xmlns:a16="http://schemas.microsoft.com/office/drawing/2014/main" id="{6489B832-A84A-AB45-8E66-A4E2EA3E24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4142F66E-982E-685B-5E1D-252880E2CD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495799">
            <a:off x="9232966" y="867212"/>
            <a:ext cx="2717800" cy="27178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C36C4232-EF3B-39A8-FFA9-E3F6E050CB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6767" y="867504"/>
            <a:ext cx="2717800" cy="27178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4EC4FDF3-EBEB-0A48-9909-F130D289DD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929528">
            <a:off x="3485119" y="849275"/>
            <a:ext cx="2717800" cy="2717800"/>
          </a:xfrm>
          <a:prstGeom prst="rect">
            <a:avLst/>
          </a:prstGeom>
        </p:spPr>
      </p:pic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292AAE4-5A9C-D927-B82D-D3EA5D9738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63152" y="1220601"/>
            <a:ext cx="1980202" cy="1980201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D7F55144-19C1-C8A2-F4EB-C71952B8C335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6725105" y="1220601"/>
            <a:ext cx="1980202" cy="1980201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E72C79D9-8423-197B-47C4-2EDA3EE3B2DD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9587058" y="1220601"/>
            <a:ext cx="1980202" cy="1980201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8014C37-C68D-BAC4-CA21-43EB740F7FC3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90620" y="1068414"/>
            <a:ext cx="2993848" cy="1048494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gradFill flip="none" rotWithShape="1">
                  <a:gsLst>
                    <a:gs pos="100000">
                      <a:schemeClr val="accent5"/>
                    </a:gs>
                    <a:gs pos="0">
                      <a:schemeClr val="accent1"/>
                    </a:gs>
                  </a:gsLst>
                  <a:lin ang="10800000" scaled="1"/>
                  <a:tileRect/>
                </a:gradFill>
                <a:latin typeface="+mj-lt"/>
                <a:ea typeface="+mn-ea"/>
                <a:cs typeface="Futura Medium" panose="020B0602020204020303" pitchFamily="34" charset="-79"/>
              </a:defRPr>
            </a:lvl1pPr>
          </a:lstStyle>
          <a:p>
            <a:r>
              <a:rPr lang="en-US"/>
              <a:t>Click to edit (Arial 32pt)</a:t>
            </a:r>
            <a:endParaRPr lang="en-AR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E37E9AF-CEC2-E5D1-F244-F843E3B68841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3726545" y="3936501"/>
            <a:ext cx="2253417" cy="205827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7938" indent="0">
              <a:buNone/>
              <a:tabLst/>
              <a:defRPr sz="1400"/>
            </a:lvl2pPr>
            <a:lvl3pPr marL="115888" indent="-107950">
              <a:buFont typeface="Arial" panose="020B0604020202020204" pitchFamily="34" charset="0"/>
              <a:buChar char="•"/>
              <a:tabLst/>
              <a:defRPr sz="1200"/>
            </a:lvl3pPr>
            <a:lvl4pPr marL="231775" indent="-115888">
              <a:buFont typeface="System Font Regular"/>
              <a:buChar char="–"/>
              <a:tabLst/>
              <a:defRPr sz="1100"/>
            </a:lvl4pPr>
            <a:lvl5pPr marL="347663" indent="-115888">
              <a:buFont typeface="Arial" panose="020B0604020202020204" pitchFamily="34" charset="0"/>
              <a:buChar char="•"/>
              <a:tabLst/>
              <a:defRPr sz="1100"/>
            </a:lvl5pPr>
          </a:lstStyle>
          <a:p>
            <a:pPr lvl="0"/>
            <a:r>
              <a:rPr lang="en-US"/>
              <a:t>Insert Name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A98281A5-E7E9-CBF5-A85C-70A47A0E905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90620" y="2229941"/>
            <a:ext cx="2993848" cy="769305"/>
          </a:xfrm>
        </p:spPr>
        <p:txBody>
          <a:bodyPr lIns="91440" tIns="45720" rIns="91440" bIns="45720">
            <a:no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(Arial Bold 16pt)</a:t>
            </a:r>
          </a:p>
        </p:txBody>
      </p:sp>
      <p:sp>
        <p:nvSpPr>
          <p:cNvPr id="38" name="Footer Placeholder 4">
            <a:extLst>
              <a:ext uri="{FF2B5EF4-FFF2-40B4-BE49-F238E27FC236}">
                <a16:creationId xmlns:a16="http://schemas.microsoft.com/office/drawing/2014/main" id="{7E4BCAFF-FF7F-7F23-FD0F-6D7FC65A36DB}"/>
              </a:ext>
            </a:extLst>
          </p:cNvPr>
          <p:cNvSpPr txBox="1">
            <a:spLocks/>
          </p:cNvSpPr>
          <p:nvPr userDrawn="1"/>
        </p:nvSpPr>
        <p:spPr>
          <a:xfrm>
            <a:off x="240709" y="6268015"/>
            <a:ext cx="3213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R"/>
            </a:defPPr>
            <a:lvl1pPr marL="0" algn="l" defTabSz="914400" rtl="0" eaLnBrk="1" latinLnBrk="0" hangingPunct="1">
              <a:defRPr sz="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5602608-15A0-1B42-ADE4-514EC6B8A495}" type="slidenum">
              <a:rPr lang="en-US" sz="800" b="1" smtClean="0">
                <a:solidFill>
                  <a:schemeClr val="tx2"/>
                </a:solidFill>
                <a:cs typeface="Arial"/>
              </a:rPr>
              <a:pPr algn="r"/>
              <a:t>‹#›</a:t>
            </a:fld>
            <a:endParaRPr lang="en-US" sz="800" b="1">
              <a:solidFill>
                <a:schemeClr val="tx2"/>
              </a:solidFill>
              <a:cs typeface="Arial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3051F05-B755-AC5D-7346-36A63C60A0A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598837" y="3936501"/>
            <a:ext cx="2253417" cy="205827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7938" indent="0">
              <a:buNone/>
              <a:tabLst/>
              <a:defRPr sz="1400"/>
            </a:lvl2pPr>
            <a:lvl3pPr marL="115888" indent="-107950">
              <a:buFont typeface="Arial" panose="020B0604020202020204" pitchFamily="34" charset="0"/>
              <a:buChar char="•"/>
              <a:tabLst/>
              <a:defRPr sz="1200"/>
            </a:lvl3pPr>
            <a:lvl4pPr marL="231775" indent="-115888">
              <a:buFont typeface="System Font Regular"/>
              <a:buChar char="–"/>
              <a:tabLst/>
              <a:defRPr sz="1100"/>
            </a:lvl4pPr>
            <a:lvl5pPr marL="347663" indent="-115888">
              <a:buFont typeface="Arial" panose="020B0604020202020204" pitchFamily="34" charset="0"/>
              <a:buChar char="•"/>
              <a:tabLst/>
              <a:defRPr sz="1100"/>
            </a:lvl5pPr>
          </a:lstStyle>
          <a:p>
            <a:pPr lvl="0"/>
            <a:r>
              <a:rPr lang="en-US"/>
              <a:t>Insert Name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657938F-50DB-7E54-99B3-076BA0C851E3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450451" y="3936501"/>
            <a:ext cx="2253417" cy="205827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7938" indent="0">
              <a:buNone/>
              <a:tabLst/>
              <a:defRPr sz="1400"/>
            </a:lvl2pPr>
            <a:lvl3pPr marL="115888" indent="-107950">
              <a:buFont typeface="Arial" panose="020B0604020202020204" pitchFamily="34" charset="0"/>
              <a:buChar char="•"/>
              <a:tabLst/>
              <a:defRPr sz="1200"/>
            </a:lvl3pPr>
            <a:lvl4pPr marL="231775" indent="-115888">
              <a:buFont typeface="System Font Regular"/>
              <a:buChar char="–"/>
              <a:tabLst/>
              <a:defRPr sz="1100"/>
            </a:lvl4pPr>
            <a:lvl5pPr marL="347663" indent="-115888">
              <a:buFont typeface="Arial" panose="020B0604020202020204" pitchFamily="34" charset="0"/>
              <a:buChar char="•"/>
              <a:tabLst/>
              <a:defRPr sz="1100"/>
            </a:lvl5pPr>
          </a:lstStyle>
          <a:p>
            <a:pPr lvl="0"/>
            <a:r>
              <a:rPr lang="en-US"/>
              <a:t>Insert Name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203BEB-425F-5FE0-1FCD-1D8E51EE71EE}"/>
              </a:ext>
            </a:extLst>
          </p:cNvPr>
          <p:cNvSpPr/>
          <p:nvPr userDrawn="1"/>
        </p:nvSpPr>
        <p:spPr>
          <a:xfrm>
            <a:off x="5370489" y="3248696"/>
            <a:ext cx="180304" cy="1803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8FFC12D-81B3-A9C3-04E5-4028097899BF}"/>
              </a:ext>
            </a:extLst>
          </p:cNvPr>
          <p:cNvSpPr/>
          <p:nvPr userDrawn="1"/>
        </p:nvSpPr>
        <p:spPr>
          <a:xfrm>
            <a:off x="5904601" y="1496875"/>
            <a:ext cx="122825" cy="1228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D660B1B-D355-897A-5CD1-92FD4950E9DE}"/>
              </a:ext>
            </a:extLst>
          </p:cNvPr>
          <p:cNvSpPr/>
          <p:nvPr userDrawn="1"/>
        </p:nvSpPr>
        <p:spPr>
          <a:xfrm>
            <a:off x="6529594" y="2776436"/>
            <a:ext cx="180304" cy="1803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8E0834E-F62B-3691-BB0B-23636E8B0405}"/>
              </a:ext>
            </a:extLst>
          </p:cNvPr>
          <p:cNvSpPr/>
          <p:nvPr userDrawn="1"/>
        </p:nvSpPr>
        <p:spPr>
          <a:xfrm>
            <a:off x="8339360" y="3313035"/>
            <a:ext cx="122825" cy="1228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271C4F9-D553-45EF-21D5-602E9B038002}"/>
              </a:ext>
            </a:extLst>
          </p:cNvPr>
          <p:cNvSpPr/>
          <p:nvPr userDrawn="1"/>
        </p:nvSpPr>
        <p:spPr>
          <a:xfrm>
            <a:off x="9260200" y="2553182"/>
            <a:ext cx="122825" cy="1228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69562DB-4C73-3E35-21C4-33E2DE1FB808}"/>
              </a:ext>
            </a:extLst>
          </p:cNvPr>
          <p:cNvSpPr/>
          <p:nvPr userDrawn="1"/>
        </p:nvSpPr>
        <p:spPr>
          <a:xfrm>
            <a:off x="10180755" y="915795"/>
            <a:ext cx="180304" cy="1803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49B943-3736-347D-D429-7F57F9ABD1F2}"/>
              </a:ext>
            </a:extLst>
          </p:cNvPr>
          <p:cNvGrpSpPr/>
          <p:nvPr userDrawn="1"/>
        </p:nvGrpSpPr>
        <p:grpSpPr>
          <a:xfrm>
            <a:off x="10305727" y="6265855"/>
            <a:ext cx="1496572" cy="218595"/>
            <a:chOff x="10305727" y="6265855"/>
            <a:chExt cx="1496572" cy="218595"/>
          </a:xfrm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942AE755-2D3F-A118-2A63-BFCA89391533}"/>
                </a:ext>
              </a:extLst>
            </p:cNvPr>
            <p:cNvGrpSpPr/>
            <p:nvPr/>
          </p:nvGrpSpPr>
          <p:grpSpPr>
            <a:xfrm>
              <a:off x="10305727" y="6265855"/>
              <a:ext cx="1496572" cy="215632"/>
              <a:chOff x="10305727" y="6265855"/>
              <a:chExt cx="1496572" cy="215632"/>
            </a:xfrm>
            <a:solidFill>
              <a:srgbClr val="28509C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4F04E8A3-F7C1-FA3D-2BD7-6E5DD0EB7706}"/>
                  </a:ext>
                </a:extLst>
              </p:cNvPr>
              <p:cNvSpPr/>
              <p:nvPr/>
            </p:nvSpPr>
            <p:spPr>
              <a:xfrm>
                <a:off x="11067851" y="6265855"/>
                <a:ext cx="185055" cy="211237"/>
              </a:xfrm>
              <a:custGeom>
                <a:avLst/>
                <a:gdLst>
                  <a:gd name="connsiteX0" fmla="*/ 92503 w 185055"/>
                  <a:gd name="connsiteY0" fmla="*/ 0 h 211237"/>
                  <a:gd name="connsiteX1" fmla="*/ 0 w 185055"/>
                  <a:gd name="connsiteY1" fmla="*/ 211237 h 211237"/>
                  <a:gd name="connsiteX2" fmla="*/ 19833 w 185055"/>
                  <a:gd name="connsiteY2" fmla="*/ 211237 h 211237"/>
                  <a:gd name="connsiteX3" fmla="*/ 52246 w 185055"/>
                  <a:gd name="connsiteY3" fmla="*/ 137203 h 211237"/>
                  <a:gd name="connsiteX4" fmla="*/ 132859 w 185055"/>
                  <a:gd name="connsiteY4" fmla="*/ 137203 h 211237"/>
                  <a:gd name="connsiteX5" fmla="*/ 165469 w 185055"/>
                  <a:gd name="connsiteY5" fmla="*/ 211237 h 211237"/>
                  <a:gd name="connsiteX6" fmla="*/ 185055 w 185055"/>
                  <a:gd name="connsiteY6" fmla="*/ 211237 h 211237"/>
                  <a:gd name="connsiteX7" fmla="*/ 92503 w 185055"/>
                  <a:gd name="connsiteY7" fmla="*/ 0 h 211237"/>
                  <a:gd name="connsiteX8" fmla="*/ 60041 w 185055"/>
                  <a:gd name="connsiteY8" fmla="*/ 119275 h 211237"/>
                  <a:gd name="connsiteX9" fmla="*/ 92355 w 185055"/>
                  <a:gd name="connsiteY9" fmla="*/ 45339 h 211237"/>
                  <a:gd name="connsiteX10" fmla="*/ 124916 w 185055"/>
                  <a:gd name="connsiteY10" fmla="*/ 119275 h 211237"/>
                  <a:gd name="connsiteX11" fmla="*/ 59991 w 185055"/>
                  <a:gd name="connsiteY11" fmla="*/ 119275 h 211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5055" h="211237">
                    <a:moveTo>
                      <a:pt x="92503" y="0"/>
                    </a:moveTo>
                    <a:lnTo>
                      <a:pt x="0" y="211237"/>
                    </a:lnTo>
                    <a:lnTo>
                      <a:pt x="19833" y="211237"/>
                    </a:lnTo>
                    <a:lnTo>
                      <a:pt x="52246" y="137203"/>
                    </a:lnTo>
                    <a:lnTo>
                      <a:pt x="132859" y="137203"/>
                    </a:lnTo>
                    <a:lnTo>
                      <a:pt x="165469" y="211237"/>
                    </a:lnTo>
                    <a:lnTo>
                      <a:pt x="185055" y="211237"/>
                    </a:lnTo>
                    <a:lnTo>
                      <a:pt x="92503" y="0"/>
                    </a:lnTo>
                    <a:close/>
                    <a:moveTo>
                      <a:pt x="60041" y="119275"/>
                    </a:moveTo>
                    <a:lnTo>
                      <a:pt x="92355" y="45339"/>
                    </a:lnTo>
                    <a:lnTo>
                      <a:pt x="124916" y="119275"/>
                    </a:lnTo>
                    <a:lnTo>
                      <a:pt x="59991" y="119275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862708F5-68D7-105A-314B-0513DC3B992A}"/>
                  </a:ext>
                </a:extLst>
              </p:cNvPr>
              <p:cNvSpPr/>
              <p:nvPr/>
            </p:nvSpPr>
            <p:spPr>
              <a:xfrm>
                <a:off x="11496768" y="6270250"/>
                <a:ext cx="17908" cy="206792"/>
              </a:xfrm>
              <a:custGeom>
                <a:avLst/>
                <a:gdLst>
                  <a:gd name="connsiteX0" fmla="*/ 0 w 17908"/>
                  <a:gd name="connsiteY0" fmla="*/ 0 h 206792"/>
                  <a:gd name="connsiteX1" fmla="*/ 17909 w 17908"/>
                  <a:gd name="connsiteY1" fmla="*/ 0 h 206792"/>
                  <a:gd name="connsiteX2" fmla="*/ 17909 w 17908"/>
                  <a:gd name="connsiteY2" fmla="*/ 206792 h 206792"/>
                  <a:gd name="connsiteX3" fmla="*/ 0 w 17908"/>
                  <a:gd name="connsiteY3" fmla="*/ 206792 h 2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08" h="206792">
                    <a:moveTo>
                      <a:pt x="0" y="0"/>
                    </a:moveTo>
                    <a:lnTo>
                      <a:pt x="17909" y="0"/>
                    </a:lnTo>
                    <a:lnTo>
                      <a:pt x="17909" y="206792"/>
                    </a:lnTo>
                    <a:lnTo>
                      <a:pt x="0" y="206792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13D159C-A724-9300-2374-9064964E661F}"/>
                  </a:ext>
                </a:extLst>
              </p:cNvPr>
              <p:cNvSpPr/>
              <p:nvPr/>
            </p:nvSpPr>
            <p:spPr>
              <a:xfrm>
                <a:off x="10840714" y="6266200"/>
                <a:ext cx="189643" cy="210842"/>
              </a:xfrm>
              <a:custGeom>
                <a:avLst/>
                <a:gdLst>
                  <a:gd name="connsiteX0" fmla="*/ 94378 w 189643"/>
                  <a:gd name="connsiteY0" fmla="*/ 95321 h 210842"/>
                  <a:gd name="connsiteX1" fmla="*/ 0 w 189643"/>
                  <a:gd name="connsiteY1" fmla="*/ 99 h 210842"/>
                  <a:gd name="connsiteX2" fmla="*/ 99 w 189643"/>
                  <a:gd name="connsiteY2" fmla="*/ 210842 h 210842"/>
                  <a:gd name="connsiteX3" fmla="*/ 18007 w 189643"/>
                  <a:gd name="connsiteY3" fmla="*/ 210842 h 210842"/>
                  <a:gd name="connsiteX4" fmla="*/ 18007 w 189643"/>
                  <a:gd name="connsiteY4" fmla="*/ 43808 h 210842"/>
                  <a:gd name="connsiteX5" fmla="*/ 94180 w 189643"/>
                  <a:gd name="connsiteY5" fmla="*/ 120954 h 210842"/>
                  <a:gd name="connsiteX6" fmla="*/ 171735 w 189643"/>
                  <a:gd name="connsiteY6" fmla="*/ 43413 h 210842"/>
                  <a:gd name="connsiteX7" fmla="*/ 171735 w 189643"/>
                  <a:gd name="connsiteY7" fmla="*/ 210842 h 210842"/>
                  <a:gd name="connsiteX8" fmla="*/ 189643 w 189643"/>
                  <a:gd name="connsiteY8" fmla="*/ 210842 h 210842"/>
                  <a:gd name="connsiteX9" fmla="*/ 189643 w 189643"/>
                  <a:gd name="connsiteY9" fmla="*/ 0 h 210842"/>
                  <a:gd name="connsiteX10" fmla="*/ 94378 w 189643"/>
                  <a:gd name="connsiteY10" fmla="*/ 95321 h 2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643" h="210842">
                    <a:moveTo>
                      <a:pt x="94378" y="95321"/>
                    </a:moveTo>
                    <a:lnTo>
                      <a:pt x="0" y="99"/>
                    </a:lnTo>
                    <a:lnTo>
                      <a:pt x="99" y="210842"/>
                    </a:lnTo>
                    <a:lnTo>
                      <a:pt x="18007" y="210842"/>
                    </a:lnTo>
                    <a:lnTo>
                      <a:pt x="18007" y="43808"/>
                    </a:lnTo>
                    <a:lnTo>
                      <a:pt x="94180" y="120954"/>
                    </a:lnTo>
                    <a:lnTo>
                      <a:pt x="171735" y="43413"/>
                    </a:lnTo>
                    <a:lnTo>
                      <a:pt x="171735" y="210842"/>
                    </a:lnTo>
                    <a:lnTo>
                      <a:pt x="189643" y="210842"/>
                    </a:lnTo>
                    <a:lnTo>
                      <a:pt x="189643" y="0"/>
                    </a:lnTo>
                    <a:lnTo>
                      <a:pt x="94378" y="95321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8186C584-0F00-CE76-5955-06A88CA2C19A}"/>
                  </a:ext>
                </a:extLst>
              </p:cNvPr>
              <p:cNvSpPr/>
              <p:nvPr/>
            </p:nvSpPr>
            <p:spPr>
              <a:xfrm>
                <a:off x="11587989" y="6266744"/>
                <a:ext cx="156342" cy="214743"/>
              </a:xfrm>
              <a:custGeom>
                <a:avLst/>
                <a:gdLst>
                  <a:gd name="connsiteX0" fmla="*/ 138384 w 156342"/>
                  <a:gd name="connsiteY0" fmla="*/ 3507 h 214743"/>
                  <a:gd name="connsiteX1" fmla="*/ 138384 w 156342"/>
                  <a:gd name="connsiteY1" fmla="*/ 164564 h 214743"/>
                  <a:gd name="connsiteX2" fmla="*/ 0 w 156342"/>
                  <a:gd name="connsiteY2" fmla="*/ 0 h 214743"/>
                  <a:gd name="connsiteX3" fmla="*/ 0 w 156342"/>
                  <a:gd name="connsiteY3" fmla="*/ 28646 h 214743"/>
                  <a:gd name="connsiteX4" fmla="*/ 0 w 156342"/>
                  <a:gd name="connsiteY4" fmla="*/ 210299 h 214743"/>
                  <a:gd name="connsiteX5" fmla="*/ 17909 w 156342"/>
                  <a:gd name="connsiteY5" fmla="*/ 210299 h 214743"/>
                  <a:gd name="connsiteX6" fmla="*/ 17909 w 156342"/>
                  <a:gd name="connsiteY6" fmla="*/ 49982 h 214743"/>
                  <a:gd name="connsiteX7" fmla="*/ 156342 w 156342"/>
                  <a:gd name="connsiteY7" fmla="*/ 214744 h 214743"/>
                  <a:gd name="connsiteX8" fmla="*/ 156342 w 156342"/>
                  <a:gd name="connsiteY8" fmla="*/ 3507 h 214743"/>
                  <a:gd name="connsiteX9" fmla="*/ 138384 w 156342"/>
                  <a:gd name="connsiteY9" fmla="*/ 3507 h 214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6342" h="214743">
                    <a:moveTo>
                      <a:pt x="138384" y="3507"/>
                    </a:moveTo>
                    <a:lnTo>
                      <a:pt x="138384" y="164564"/>
                    </a:lnTo>
                    <a:lnTo>
                      <a:pt x="0" y="0"/>
                    </a:lnTo>
                    <a:lnTo>
                      <a:pt x="0" y="28646"/>
                    </a:lnTo>
                    <a:lnTo>
                      <a:pt x="0" y="210299"/>
                    </a:lnTo>
                    <a:lnTo>
                      <a:pt x="17909" y="210299"/>
                    </a:lnTo>
                    <a:lnTo>
                      <a:pt x="17909" y="49982"/>
                    </a:lnTo>
                    <a:lnTo>
                      <a:pt x="156342" y="214744"/>
                    </a:lnTo>
                    <a:lnTo>
                      <a:pt x="156342" y="3507"/>
                    </a:lnTo>
                    <a:lnTo>
                      <a:pt x="138384" y="3507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4FC0CE1-EF0D-FED1-86A0-314E0634554C}"/>
                  </a:ext>
                </a:extLst>
              </p:cNvPr>
              <p:cNvSpPr/>
              <p:nvPr/>
            </p:nvSpPr>
            <p:spPr>
              <a:xfrm>
                <a:off x="11291980" y="6270398"/>
                <a:ext cx="150027" cy="206742"/>
              </a:xfrm>
              <a:custGeom>
                <a:avLst/>
                <a:gdLst>
                  <a:gd name="connsiteX0" fmla="*/ 129800 w 150027"/>
                  <a:gd name="connsiteY0" fmla="*/ 206743 h 206742"/>
                  <a:gd name="connsiteX1" fmla="*/ 150027 w 150027"/>
                  <a:gd name="connsiteY1" fmla="*/ 206743 h 206742"/>
                  <a:gd name="connsiteX2" fmla="*/ 100495 w 150027"/>
                  <a:gd name="connsiteY2" fmla="*/ 109940 h 206742"/>
                  <a:gd name="connsiteX3" fmla="*/ 141344 w 150027"/>
                  <a:gd name="connsiteY3" fmla="*/ 61292 h 206742"/>
                  <a:gd name="connsiteX4" fmla="*/ 141394 w 150027"/>
                  <a:gd name="connsiteY4" fmla="*/ 61292 h 206742"/>
                  <a:gd name="connsiteX5" fmla="*/ 141394 w 150027"/>
                  <a:gd name="connsiteY5" fmla="*/ 60156 h 206742"/>
                  <a:gd name="connsiteX6" fmla="*/ 141591 w 150027"/>
                  <a:gd name="connsiteY6" fmla="*/ 56847 h 206742"/>
                  <a:gd name="connsiteX7" fmla="*/ 141394 w 150027"/>
                  <a:gd name="connsiteY7" fmla="*/ 56847 h 206742"/>
                  <a:gd name="connsiteX8" fmla="*/ 141394 w 150027"/>
                  <a:gd name="connsiteY8" fmla="*/ 54921 h 206742"/>
                  <a:gd name="connsiteX9" fmla="*/ 141591 w 150027"/>
                  <a:gd name="connsiteY9" fmla="*/ 54921 h 206742"/>
                  <a:gd name="connsiteX10" fmla="*/ 141394 w 150027"/>
                  <a:gd name="connsiteY10" fmla="*/ 51562 h 206742"/>
                  <a:gd name="connsiteX11" fmla="*/ 141394 w 150027"/>
                  <a:gd name="connsiteY11" fmla="*/ 51562 h 206742"/>
                  <a:gd name="connsiteX12" fmla="*/ 86731 w 150027"/>
                  <a:gd name="connsiteY12" fmla="*/ 0 h 206742"/>
                  <a:gd name="connsiteX13" fmla="*/ 0 w 150027"/>
                  <a:gd name="connsiteY13" fmla="*/ 0 h 206742"/>
                  <a:gd name="connsiteX14" fmla="*/ 0 w 150027"/>
                  <a:gd name="connsiteY14" fmla="*/ 206693 h 206742"/>
                  <a:gd name="connsiteX15" fmla="*/ 17909 w 150027"/>
                  <a:gd name="connsiteY15" fmla="*/ 206693 h 206742"/>
                  <a:gd name="connsiteX16" fmla="*/ 17909 w 150027"/>
                  <a:gd name="connsiteY16" fmla="*/ 111669 h 206742"/>
                  <a:gd name="connsiteX17" fmla="*/ 81107 w 150027"/>
                  <a:gd name="connsiteY17" fmla="*/ 111669 h 206742"/>
                  <a:gd name="connsiteX18" fmla="*/ 129800 w 150027"/>
                  <a:gd name="connsiteY18" fmla="*/ 206743 h 206742"/>
                  <a:gd name="connsiteX19" fmla="*/ 17909 w 150027"/>
                  <a:gd name="connsiteY19" fmla="*/ 17978 h 206742"/>
                  <a:gd name="connsiteX20" fmla="*/ 86731 w 150027"/>
                  <a:gd name="connsiteY20" fmla="*/ 17978 h 206742"/>
                  <a:gd name="connsiteX21" fmla="*/ 123485 w 150027"/>
                  <a:gd name="connsiteY21" fmla="*/ 54130 h 206742"/>
                  <a:gd name="connsiteX22" fmla="*/ 123485 w 150027"/>
                  <a:gd name="connsiteY22" fmla="*/ 57538 h 206742"/>
                  <a:gd name="connsiteX23" fmla="*/ 86731 w 150027"/>
                  <a:gd name="connsiteY23" fmla="*/ 93642 h 206742"/>
                  <a:gd name="connsiteX24" fmla="*/ 86731 w 150027"/>
                  <a:gd name="connsiteY24" fmla="*/ 93642 h 206742"/>
                  <a:gd name="connsiteX25" fmla="*/ 17909 w 150027"/>
                  <a:gd name="connsiteY25" fmla="*/ 93691 h 206742"/>
                  <a:gd name="connsiteX26" fmla="*/ 17909 w 150027"/>
                  <a:gd name="connsiteY26" fmla="*/ 17978 h 206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0027" h="206742">
                    <a:moveTo>
                      <a:pt x="129800" y="206743"/>
                    </a:moveTo>
                    <a:lnTo>
                      <a:pt x="150027" y="206743"/>
                    </a:lnTo>
                    <a:cubicBezTo>
                      <a:pt x="150027" y="206743"/>
                      <a:pt x="100495" y="109940"/>
                      <a:pt x="100495" y="109940"/>
                    </a:cubicBezTo>
                    <a:cubicBezTo>
                      <a:pt x="122696" y="104162"/>
                      <a:pt x="139470" y="84850"/>
                      <a:pt x="141344" y="61292"/>
                    </a:cubicBezTo>
                    <a:lnTo>
                      <a:pt x="141394" y="61292"/>
                    </a:lnTo>
                    <a:lnTo>
                      <a:pt x="141394" y="60156"/>
                    </a:lnTo>
                    <a:cubicBezTo>
                      <a:pt x="141443" y="59069"/>
                      <a:pt x="141591" y="57933"/>
                      <a:pt x="141591" y="56847"/>
                    </a:cubicBezTo>
                    <a:lnTo>
                      <a:pt x="141394" y="56847"/>
                    </a:lnTo>
                    <a:lnTo>
                      <a:pt x="141394" y="54921"/>
                    </a:lnTo>
                    <a:lnTo>
                      <a:pt x="141591" y="54921"/>
                    </a:lnTo>
                    <a:cubicBezTo>
                      <a:pt x="141591" y="53785"/>
                      <a:pt x="141492" y="52698"/>
                      <a:pt x="141394" y="51562"/>
                    </a:cubicBezTo>
                    <a:lnTo>
                      <a:pt x="141394" y="51562"/>
                    </a:lnTo>
                    <a:cubicBezTo>
                      <a:pt x="139618" y="22768"/>
                      <a:pt x="115888" y="0"/>
                      <a:pt x="86731" y="0"/>
                    </a:cubicBezTo>
                    <a:lnTo>
                      <a:pt x="0" y="0"/>
                    </a:lnTo>
                    <a:lnTo>
                      <a:pt x="0" y="206693"/>
                    </a:lnTo>
                    <a:lnTo>
                      <a:pt x="17909" y="206693"/>
                    </a:lnTo>
                    <a:lnTo>
                      <a:pt x="17909" y="111669"/>
                    </a:lnTo>
                    <a:lnTo>
                      <a:pt x="81107" y="111669"/>
                    </a:lnTo>
                    <a:lnTo>
                      <a:pt x="129800" y="206743"/>
                    </a:lnTo>
                    <a:close/>
                    <a:moveTo>
                      <a:pt x="17909" y="17978"/>
                    </a:moveTo>
                    <a:lnTo>
                      <a:pt x="86731" y="17978"/>
                    </a:lnTo>
                    <a:cubicBezTo>
                      <a:pt x="106810" y="17978"/>
                      <a:pt x="123090" y="34128"/>
                      <a:pt x="123485" y="54130"/>
                    </a:cubicBezTo>
                    <a:lnTo>
                      <a:pt x="123485" y="57538"/>
                    </a:lnTo>
                    <a:cubicBezTo>
                      <a:pt x="123090" y="77541"/>
                      <a:pt x="106810" y="93642"/>
                      <a:pt x="86731" y="93642"/>
                    </a:cubicBezTo>
                    <a:lnTo>
                      <a:pt x="86731" y="93642"/>
                    </a:lnTo>
                    <a:cubicBezTo>
                      <a:pt x="86731" y="93642"/>
                      <a:pt x="17909" y="93691"/>
                      <a:pt x="17909" y="93691"/>
                    </a:cubicBezTo>
                    <a:lnTo>
                      <a:pt x="17909" y="17978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AE5512FE-6A68-5388-0E65-8504270C20B5}"/>
                  </a:ext>
                </a:extLst>
              </p:cNvPr>
              <p:cNvSpPr/>
              <p:nvPr/>
            </p:nvSpPr>
            <p:spPr>
              <a:xfrm>
                <a:off x="10305727" y="6270300"/>
                <a:ext cx="145883" cy="206792"/>
              </a:xfrm>
              <a:custGeom>
                <a:avLst/>
                <a:gdLst>
                  <a:gd name="connsiteX0" fmla="*/ 145686 w 145883"/>
                  <a:gd name="connsiteY0" fmla="*/ 145797 h 206792"/>
                  <a:gd name="connsiteX1" fmla="*/ 137990 w 145883"/>
                  <a:gd name="connsiteY1" fmla="*/ 118830 h 206792"/>
                  <a:gd name="connsiteX2" fmla="*/ 119390 w 145883"/>
                  <a:gd name="connsiteY2" fmla="*/ 100951 h 206792"/>
                  <a:gd name="connsiteX3" fmla="*/ 141295 w 145883"/>
                  <a:gd name="connsiteY3" fmla="*/ 61341 h 206792"/>
                  <a:gd name="connsiteX4" fmla="*/ 141344 w 145883"/>
                  <a:gd name="connsiteY4" fmla="*/ 61341 h 206792"/>
                  <a:gd name="connsiteX5" fmla="*/ 141344 w 145883"/>
                  <a:gd name="connsiteY5" fmla="*/ 60205 h 206792"/>
                  <a:gd name="connsiteX6" fmla="*/ 141492 w 145883"/>
                  <a:gd name="connsiteY6" fmla="*/ 56896 h 206792"/>
                  <a:gd name="connsiteX7" fmla="*/ 141344 w 145883"/>
                  <a:gd name="connsiteY7" fmla="*/ 56896 h 206792"/>
                  <a:gd name="connsiteX8" fmla="*/ 141344 w 145883"/>
                  <a:gd name="connsiteY8" fmla="*/ 54970 h 206792"/>
                  <a:gd name="connsiteX9" fmla="*/ 141492 w 145883"/>
                  <a:gd name="connsiteY9" fmla="*/ 54970 h 206792"/>
                  <a:gd name="connsiteX10" fmla="*/ 141344 w 145883"/>
                  <a:gd name="connsiteY10" fmla="*/ 51612 h 206792"/>
                  <a:gd name="connsiteX11" fmla="*/ 141344 w 145883"/>
                  <a:gd name="connsiteY11" fmla="*/ 51612 h 206792"/>
                  <a:gd name="connsiteX12" fmla="*/ 141344 w 145883"/>
                  <a:gd name="connsiteY12" fmla="*/ 51562 h 206792"/>
                  <a:gd name="connsiteX13" fmla="*/ 86632 w 145883"/>
                  <a:gd name="connsiteY13" fmla="*/ 49 h 206792"/>
                  <a:gd name="connsiteX14" fmla="*/ 86632 w 145883"/>
                  <a:gd name="connsiteY14" fmla="*/ 148 h 206792"/>
                  <a:gd name="connsiteX15" fmla="*/ 0 w 145883"/>
                  <a:gd name="connsiteY15" fmla="*/ 0 h 206792"/>
                  <a:gd name="connsiteX16" fmla="*/ 0 w 145883"/>
                  <a:gd name="connsiteY16" fmla="*/ 206792 h 206792"/>
                  <a:gd name="connsiteX17" fmla="*/ 90036 w 145883"/>
                  <a:gd name="connsiteY17" fmla="*/ 206792 h 206792"/>
                  <a:gd name="connsiteX18" fmla="*/ 145784 w 145883"/>
                  <a:gd name="connsiteY18" fmla="*/ 151773 h 206792"/>
                  <a:gd name="connsiteX19" fmla="*/ 145883 w 145883"/>
                  <a:gd name="connsiteY19" fmla="*/ 151773 h 206792"/>
                  <a:gd name="connsiteX20" fmla="*/ 145883 w 145883"/>
                  <a:gd name="connsiteY20" fmla="*/ 145797 h 206792"/>
                  <a:gd name="connsiteX21" fmla="*/ 145784 w 145883"/>
                  <a:gd name="connsiteY21" fmla="*/ 145797 h 206792"/>
                  <a:gd name="connsiteX22" fmla="*/ 86681 w 145883"/>
                  <a:gd name="connsiteY22" fmla="*/ 18076 h 206792"/>
                  <a:gd name="connsiteX23" fmla="*/ 86681 w 145883"/>
                  <a:gd name="connsiteY23" fmla="*/ 18076 h 206792"/>
                  <a:gd name="connsiteX24" fmla="*/ 123485 w 145883"/>
                  <a:gd name="connsiteY24" fmla="*/ 54328 h 206792"/>
                  <a:gd name="connsiteX25" fmla="*/ 123485 w 145883"/>
                  <a:gd name="connsiteY25" fmla="*/ 57538 h 206792"/>
                  <a:gd name="connsiteX26" fmla="*/ 86681 w 145883"/>
                  <a:gd name="connsiteY26" fmla="*/ 93889 h 206792"/>
                  <a:gd name="connsiteX27" fmla="*/ 17909 w 145883"/>
                  <a:gd name="connsiteY27" fmla="*/ 93889 h 206792"/>
                  <a:gd name="connsiteX28" fmla="*/ 17909 w 145883"/>
                  <a:gd name="connsiteY28" fmla="*/ 18076 h 206792"/>
                  <a:gd name="connsiteX29" fmla="*/ 86681 w 145883"/>
                  <a:gd name="connsiteY29" fmla="*/ 18076 h 206792"/>
                  <a:gd name="connsiteX30" fmla="*/ 127876 w 145883"/>
                  <a:gd name="connsiteY30" fmla="*/ 150834 h 206792"/>
                  <a:gd name="connsiteX31" fmla="*/ 127728 w 145883"/>
                  <a:gd name="connsiteY31" fmla="*/ 150834 h 206792"/>
                  <a:gd name="connsiteX32" fmla="*/ 89691 w 145883"/>
                  <a:gd name="connsiteY32" fmla="*/ 188913 h 206792"/>
                  <a:gd name="connsiteX33" fmla="*/ 89691 w 145883"/>
                  <a:gd name="connsiteY33" fmla="*/ 188913 h 206792"/>
                  <a:gd name="connsiteX34" fmla="*/ 17909 w 145883"/>
                  <a:gd name="connsiteY34" fmla="*/ 188913 h 206792"/>
                  <a:gd name="connsiteX35" fmla="*/ 17909 w 145883"/>
                  <a:gd name="connsiteY35" fmla="*/ 111916 h 206792"/>
                  <a:gd name="connsiteX36" fmla="*/ 92207 w 145883"/>
                  <a:gd name="connsiteY36" fmla="*/ 112212 h 206792"/>
                  <a:gd name="connsiteX37" fmla="*/ 92207 w 145883"/>
                  <a:gd name="connsiteY37" fmla="*/ 112212 h 206792"/>
                  <a:gd name="connsiteX38" fmla="*/ 122942 w 145883"/>
                  <a:gd name="connsiteY38" fmla="*/ 128757 h 206792"/>
                  <a:gd name="connsiteX39" fmla="*/ 127777 w 145883"/>
                  <a:gd name="connsiteY39" fmla="*/ 147180 h 206792"/>
                  <a:gd name="connsiteX40" fmla="*/ 127925 w 145883"/>
                  <a:gd name="connsiteY40" fmla="*/ 147180 h 206792"/>
                  <a:gd name="connsiteX41" fmla="*/ 127925 w 145883"/>
                  <a:gd name="connsiteY41" fmla="*/ 150834 h 2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45883" h="206792">
                    <a:moveTo>
                      <a:pt x="145686" y="145797"/>
                    </a:moveTo>
                    <a:cubicBezTo>
                      <a:pt x="145439" y="135771"/>
                      <a:pt x="142923" y="126831"/>
                      <a:pt x="137990" y="118830"/>
                    </a:cubicBezTo>
                    <a:cubicBezTo>
                      <a:pt x="133253" y="111274"/>
                      <a:pt x="126889" y="105199"/>
                      <a:pt x="119390" y="100951"/>
                    </a:cubicBezTo>
                    <a:cubicBezTo>
                      <a:pt x="131675" y="91765"/>
                      <a:pt x="140012" y="77541"/>
                      <a:pt x="141295" y="61341"/>
                    </a:cubicBezTo>
                    <a:lnTo>
                      <a:pt x="141344" y="61341"/>
                    </a:lnTo>
                    <a:lnTo>
                      <a:pt x="141344" y="60205"/>
                    </a:lnTo>
                    <a:cubicBezTo>
                      <a:pt x="141394" y="59119"/>
                      <a:pt x="141492" y="57983"/>
                      <a:pt x="141492" y="56896"/>
                    </a:cubicBezTo>
                    <a:lnTo>
                      <a:pt x="141344" y="56896"/>
                    </a:lnTo>
                    <a:lnTo>
                      <a:pt x="141344" y="54970"/>
                    </a:lnTo>
                    <a:lnTo>
                      <a:pt x="141492" y="54970"/>
                    </a:lnTo>
                    <a:cubicBezTo>
                      <a:pt x="141492" y="53834"/>
                      <a:pt x="141394" y="52748"/>
                      <a:pt x="141344" y="51612"/>
                    </a:cubicBezTo>
                    <a:lnTo>
                      <a:pt x="141344" y="51612"/>
                    </a:lnTo>
                    <a:cubicBezTo>
                      <a:pt x="141344" y="51612"/>
                      <a:pt x="141344" y="51562"/>
                      <a:pt x="141344" y="51562"/>
                    </a:cubicBezTo>
                    <a:cubicBezTo>
                      <a:pt x="139568" y="22818"/>
                      <a:pt x="115789" y="49"/>
                      <a:pt x="86632" y="49"/>
                    </a:cubicBezTo>
                    <a:lnTo>
                      <a:pt x="86632" y="148"/>
                    </a:lnTo>
                    <a:lnTo>
                      <a:pt x="0" y="0"/>
                    </a:lnTo>
                    <a:lnTo>
                      <a:pt x="0" y="206792"/>
                    </a:lnTo>
                    <a:lnTo>
                      <a:pt x="90036" y="206792"/>
                    </a:lnTo>
                    <a:cubicBezTo>
                      <a:pt x="120476" y="206595"/>
                      <a:pt x="145143" y="182147"/>
                      <a:pt x="145784" y="151773"/>
                    </a:cubicBezTo>
                    <a:lnTo>
                      <a:pt x="145883" y="151773"/>
                    </a:lnTo>
                    <a:lnTo>
                      <a:pt x="145883" y="145797"/>
                    </a:lnTo>
                    <a:lnTo>
                      <a:pt x="145784" y="145797"/>
                    </a:lnTo>
                    <a:close/>
                    <a:moveTo>
                      <a:pt x="86681" y="18076"/>
                    </a:moveTo>
                    <a:lnTo>
                      <a:pt x="86681" y="18076"/>
                    </a:lnTo>
                    <a:cubicBezTo>
                      <a:pt x="106810" y="18076"/>
                      <a:pt x="123140" y="34276"/>
                      <a:pt x="123485" y="54328"/>
                    </a:cubicBezTo>
                    <a:lnTo>
                      <a:pt x="123485" y="57538"/>
                    </a:lnTo>
                    <a:cubicBezTo>
                      <a:pt x="123140" y="77590"/>
                      <a:pt x="106810" y="93889"/>
                      <a:pt x="86681" y="93889"/>
                    </a:cubicBezTo>
                    <a:lnTo>
                      <a:pt x="17909" y="93889"/>
                    </a:lnTo>
                    <a:lnTo>
                      <a:pt x="17909" y="18076"/>
                    </a:lnTo>
                    <a:lnTo>
                      <a:pt x="86681" y="18076"/>
                    </a:lnTo>
                    <a:close/>
                    <a:moveTo>
                      <a:pt x="127876" y="150834"/>
                    </a:moveTo>
                    <a:lnTo>
                      <a:pt x="127728" y="150834"/>
                    </a:lnTo>
                    <a:cubicBezTo>
                      <a:pt x="127728" y="171874"/>
                      <a:pt x="110707" y="188913"/>
                      <a:pt x="89691" y="188913"/>
                    </a:cubicBezTo>
                    <a:lnTo>
                      <a:pt x="89691" y="188913"/>
                    </a:lnTo>
                    <a:cubicBezTo>
                      <a:pt x="89691" y="188913"/>
                      <a:pt x="17909" y="188913"/>
                      <a:pt x="17909" y="188913"/>
                    </a:cubicBezTo>
                    <a:lnTo>
                      <a:pt x="17909" y="111916"/>
                    </a:lnTo>
                    <a:lnTo>
                      <a:pt x="92207" y="112212"/>
                    </a:lnTo>
                    <a:lnTo>
                      <a:pt x="92207" y="112212"/>
                    </a:lnTo>
                    <a:cubicBezTo>
                      <a:pt x="105133" y="112212"/>
                      <a:pt x="116381" y="118583"/>
                      <a:pt x="122942" y="128757"/>
                    </a:cubicBezTo>
                    <a:cubicBezTo>
                      <a:pt x="125705" y="134536"/>
                      <a:pt x="127777" y="140364"/>
                      <a:pt x="127777" y="147180"/>
                    </a:cubicBezTo>
                    <a:lnTo>
                      <a:pt x="127925" y="147180"/>
                    </a:lnTo>
                    <a:lnTo>
                      <a:pt x="127925" y="150834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38152A3-FD1A-FBD7-F207-CE31CCF81316}"/>
                  </a:ext>
                </a:extLst>
              </p:cNvPr>
              <p:cNvSpPr/>
              <p:nvPr/>
            </p:nvSpPr>
            <p:spPr>
              <a:xfrm>
                <a:off x="10582446" y="6266744"/>
                <a:ext cx="213619" cy="213755"/>
              </a:xfrm>
              <a:custGeom>
                <a:avLst/>
                <a:gdLst>
                  <a:gd name="connsiteX0" fmla="*/ 937 w 213619"/>
                  <a:gd name="connsiteY0" fmla="*/ 120312 h 213755"/>
                  <a:gd name="connsiteX1" fmla="*/ 106859 w 213619"/>
                  <a:gd name="connsiteY1" fmla="*/ 213756 h 213755"/>
                  <a:gd name="connsiteX2" fmla="*/ 212781 w 213619"/>
                  <a:gd name="connsiteY2" fmla="*/ 120262 h 213755"/>
                  <a:gd name="connsiteX3" fmla="*/ 213620 w 213619"/>
                  <a:gd name="connsiteY3" fmla="*/ 107224 h 213755"/>
                  <a:gd name="connsiteX4" fmla="*/ 213028 w 213619"/>
                  <a:gd name="connsiteY4" fmla="*/ 95568 h 213755"/>
                  <a:gd name="connsiteX5" fmla="*/ 106859 w 213619"/>
                  <a:gd name="connsiteY5" fmla="*/ 0 h 213755"/>
                  <a:gd name="connsiteX6" fmla="*/ 691 w 213619"/>
                  <a:gd name="connsiteY6" fmla="*/ 95568 h 213755"/>
                  <a:gd name="connsiteX7" fmla="*/ 592 w 213619"/>
                  <a:gd name="connsiteY7" fmla="*/ 95568 h 213755"/>
                  <a:gd name="connsiteX8" fmla="*/ 0 w 213619"/>
                  <a:gd name="connsiteY8" fmla="*/ 107224 h 213755"/>
                  <a:gd name="connsiteX9" fmla="*/ 839 w 213619"/>
                  <a:gd name="connsiteY9" fmla="*/ 120262 h 213755"/>
                  <a:gd name="connsiteX10" fmla="*/ 106859 w 213619"/>
                  <a:gd name="connsiteY10" fmla="*/ 195581 h 213755"/>
                  <a:gd name="connsiteX11" fmla="*/ 19241 w 213619"/>
                  <a:gd name="connsiteY11" fmla="*/ 120312 h 213755"/>
                  <a:gd name="connsiteX12" fmla="*/ 19142 w 213619"/>
                  <a:gd name="connsiteY12" fmla="*/ 120312 h 213755"/>
                  <a:gd name="connsiteX13" fmla="*/ 18155 w 213619"/>
                  <a:gd name="connsiteY13" fmla="*/ 107224 h 213755"/>
                  <a:gd name="connsiteX14" fmla="*/ 18846 w 213619"/>
                  <a:gd name="connsiteY14" fmla="*/ 95914 h 213755"/>
                  <a:gd name="connsiteX15" fmla="*/ 18895 w 213619"/>
                  <a:gd name="connsiteY15" fmla="*/ 95914 h 213755"/>
                  <a:gd name="connsiteX16" fmla="*/ 106810 w 213619"/>
                  <a:gd name="connsiteY16" fmla="*/ 18175 h 213755"/>
                  <a:gd name="connsiteX17" fmla="*/ 194675 w 213619"/>
                  <a:gd name="connsiteY17" fmla="*/ 95765 h 213755"/>
                  <a:gd name="connsiteX18" fmla="*/ 195415 w 213619"/>
                  <a:gd name="connsiteY18" fmla="*/ 107273 h 213755"/>
                  <a:gd name="connsiteX19" fmla="*/ 194429 w 213619"/>
                  <a:gd name="connsiteY19" fmla="*/ 120509 h 213755"/>
                  <a:gd name="connsiteX20" fmla="*/ 106810 w 213619"/>
                  <a:gd name="connsiteY20" fmla="*/ 195630 h 21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13619" h="213755">
                    <a:moveTo>
                      <a:pt x="937" y="120312"/>
                    </a:moveTo>
                    <a:cubicBezTo>
                      <a:pt x="7548" y="173010"/>
                      <a:pt x="52443" y="213756"/>
                      <a:pt x="106859" y="213756"/>
                    </a:cubicBezTo>
                    <a:cubicBezTo>
                      <a:pt x="161276" y="213756"/>
                      <a:pt x="206170" y="172961"/>
                      <a:pt x="212781" y="120262"/>
                    </a:cubicBezTo>
                    <a:cubicBezTo>
                      <a:pt x="213275" y="116015"/>
                      <a:pt x="213620" y="111619"/>
                      <a:pt x="213620" y="107224"/>
                    </a:cubicBezTo>
                    <a:cubicBezTo>
                      <a:pt x="213620" y="103174"/>
                      <a:pt x="213472" y="99519"/>
                      <a:pt x="213028" y="95568"/>
                    </a:cubicBezTo>
                    <a:cubicBezTo>
                      <a:pt x="207502" y="41684"/>
                      <a:pt x="162114" y="0"/>
                      <a:pt x="106859" y="0"/>
                    </a:cubicBezTo>
                    <a:cubicBezTo>
                      <a:pt x="51604" y="0"/>
                      <a:pt x="6315" y="41882"/>
                      <a:pt x="691" y="95568"/>
                    </a:cubicBezTo>
                    <a:lnTo>
                      <a:pt x="592" y="95568"/>
                    </a:lnTo>
                    <a:cubicBezTo>
                      <a:pt x="148" y="99519"/>
                      <a:pt x="0" y="103174"/>
                      <a:pt x="0" y="107224"/>
                    </a:cubicBezTo>
                    <a:cubicBezTo>
                      <a:pt x="0" y="111619"/>
                      <a:pt x="296" y="116015"/>
                      <a:pt x="839" y="120262"/>
                    </a:cubicBezTo>
                    <a:moveTo>
                      <a:pt x="106859" y="195581"/>
                    </a:moveTo>
                    <a:cubicBezTo>
                      <a:pt x="62458" y="195581"/>
                      <a:pt x="25703" y="162935"/>
                      <a:pt x="19241" y="120312"/>
                    </a:cubicBezTo>
                    <a:lnTo>
                      <a:pt x="19142" y="120312"/>
                    </a:lnTo>
                    <a:cubicBezTo>
                      <a:pt x="18501" y="116015"/>
                      <a:pt x="18155" y="111718"/>
                      <a:pt x="18155" y="107224"/>
                    </a:cubicBezTo>
                    <a:cubicBezTo>
                      <a:pt x="18155" y="103322"/>
                      <a:pt x="18353" y="99667"/>
                      <a:pt x="18846" y="95914"/>
                    </a:cubicBezTo>
                    <a:lnTo>
                      <a:pt x="18895" y="95914"/>
                    </a:lnTo>
                    <a:cubicBezTo>
                      <a:pt x="24273" y="52105"/>
                      <a:pt x="61570" y="18175"/>
                      <a:pt x="106810" y="18175"/>
                    </a:cubicBezTo>
                    <a:cubicBezTo>
                      <a:pt x="152050" y="18175"/>
                      <a:pt x="189298" y="51908"/>
                      <a:pt x="194675" y="95765"/>
                    </a:cubicBezTo>
                    <a:cubicBezTo>
                      <a:pt x="195169" y="99618"/>
                      <a:pt x="195415" y="103322"/>
                      <a:pt x="195415" y="107273"/>
                    </a:cubicBezTo>
                    <a:cubicBezTo>
                      <a:pt x="195415" y="111817"/>
                      <a:pt x="195070" y="116163"/>
                      <a:pt x="194429" y="120509"/>
                    </a:cubicBezTo>
                    <a:cubicBezTo>
                      <a:pt x="187966" y="163132"/>
                      <a:pt x="151211" y="195630"/>
                      <a:pt x="106810" y="195630"/>
                    </a:cubicBez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8CF428FF-71FC-998A-B132-4394D4A33416}"/>
                  </a:ext>
                </a:extLst>
              </p:cNvPr>
              <p:cNvSpPr/>
              <p:nvPr/>
            </p:nvSpPr>
            <p:spPr>
              <a:xfrm>
                <a:off x="11773290" y="6266299"/>
                <a:ext cx="29008" cy="29040"/>
              </a:xfrm>
              <a:custGeom>
                <a:avLst/>
                <a:gdLst>
                  <a:gd name="connsiteX0" fmla="*/ 0 w 29008"/>
                  <a:gd name="connsiteY0" fmla="*/ 14471 h 29040"/>
                  <a:gd name="connsiteX1" fmla="*/ 14554 w 29008"/>
                  <a:gd name="connsiteY1" fmla="*/ 0 h 29040"/>
                  <a:gd name="connsiteX2" fmla="*/ 29009 w 29008"/>
                  <a:gd name="connsiteY2" fmla="*/ 14471 h 29040"/>
                  <a:gd name="connsiteX3" fmla="*/ 14554 w 29008"/>
                  <a:gd name="connsiteY3" fmla="*/ 29041 h 29040"/>
                  <a:gd name="connsiteX4" fmla="*/ 0 w 29008"/>
                  <a:gd name="connsiteY4" fmla="*/ 14471 h 29040"/>
                  <a:gd name="connsiteX5" fmla="*/ 26690 w 29008"/>
                  <a:gd name="connsiteY5" fmla="*/ 14471 h 29040"/>
                  <a:gd name="connsiteX6" fmla="*/ 14554 w 29008"/>
                  <a:gd name="connsiteY6" fmla="*/ 1926 h 29040"/>
                  <a:gd name="connsiteX7" fmla="*/ 2319 w 29008"/>
                  <a:gd name="connsiteY7" fmla="*/ 14471 h 29040"/>
                  <a:gd name="connsiteX8" fmla="*/ 14554 w 29008"/>
                  <a:gd name="connsiteY8" fmla="*/ 27115 h 29040"/>
                  <a:gd name="connsiteX9" fmla="*/ 26690 w 29008"/>
                  <a:gd name="connsiteY9" fmla="*/ 14471 h 29040"/>
                  <a:gd name="connsiteX10" fmla="*/ 21757 w 29008"/>
                  <a:gd name="connsiteY10" fmla="*/ 22571 h 29040"/>
                  <a:gd name="connsiteX11" fmla="*/ 19389 w 29008"/>
                  <a:gd name="connsiteY11" fmla="*/ 22571 h 29040"/>
                  <a:gd name="connsiteX12" fmla="*/ 14751 w 29008"/>
                  <a:gd name="connsiteY12" fmla="*/ 15113 h 29040"/>
                  <a:gd name="connsiteX13" fmla="*/ 11100 w 29008"/>
                  <a:gd name="connsiteY13" fmla="*/ 15113 h 29040"/>
                  <a:gd name="connsiteX14" fmla="*/ 11100 w 29008"/>
                  <a:gd name="connsiteY14" fmla="*/ 22571 h 29040"/>
                  <a:gd name="connsiteX15" fmla="*/ 9127 w 29008"/>
                  <a:gd name="connsiteY15" fmla="*/ 22571 h 29040"/>
                  <a:gd name="connsiteX16" fmla="*/ 9127 w 29008"/>
                  <a:gd name="connsiteY16" fmla="*/ 6371 h 29040"/>
                  <a:gd name="connsiteX17" fmla="*/ 16231 w 29008"/>
                  <a:gd name="connsiteY17" fmla="*/ 6371 h 29040"/>
                  <a:gd name="connsiteX18" fmla="*/ 21954 w 29008"/>
                  <a:gd name="connsiteY18" fmla="*/ 10668 h 29040"/>
                  <a:gd name="connsiteX19" fmla="*/ 16873 w 29008"/>
                  <a:gd name="connsiteY19" fmla="*/ 15113 h 29040"/>
                  <a:gd name="connsiteX20" fmla="*/ 21757 w 29008"/>
                  <a:gd name="connsiteY20" fmla="*/ 22571 h 29040"/>
                  <a:gd name="connsiteX21" fmla="*/ 14159 w 29008"/>
                  <a:gd name="connsiteY21" fmla="*/ 13533 h 29040"/>
                  <a:gd name="connsiteX22" fmla="*/ 19833 w 29008"/>
                  <a:gd name="connsiteY22" fmla="*/ 10619 h 29040"/>
                  <a:gd name="connsiteX23" fmla="*/ 15787 w 29008"/>
                  <a:gd name="connsiteY23" fmla="*/ 7803 h 29040"/>
                  <a:gd name="connsiteX24" fmla="*/ 11150 w 29008"/>
                  <a:gd name="connsiteY24" fmla="*/ 7803 h 29040"/>
                  <a:gd name="connsiteX25" fmla="*/ 11150 w 29008"/>
                  <a:gd name="connsiteY25" fmla="*/ 13533 h 29040"/>
                  <a:gd name="connsiteX26" fmla="*/ 14159 w 29008"/>
                  <a:gd name="connsiteY26" fmla="*/ 13533 h 2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9008" h="29040">
                    <a:moveTo>
                      <a:pt x="0" y="14471"/>
                    </a:moveTo>
                    <a:cubicBezTo>
                      <a:pt x="0" y="6519"/>
                      <a:pt x="6512" y="0"/>
                      <a:pt x="14554" y="0"/>
                    </a:cubicBezTo>
                    <a:cubicBezTo>
                      <a:pt x="22595" y="0"/>
                      <a:pt x="29009" y="6519"/>
                      <a:pt x="29009" y="14471"/>
                    </a:cubicBezTo>
                    <a:cubicBezTo>
                      <a:pt x="29009" y="22423"/>
                      <a:pt x="22546" y="29041"/>
                      <a:pt x="14554" y="29041"/>
                    </a:cubicBezTo>
                    <a:cubicBezTo>
                      <a:pt x="6561" y="29041"/>
                      <a:pt x="0" y="22521"/>
                      <a:pt x="0" y="14471"/>
                    </a:cubicBezTo>
                    <a:close/>
                    <a:moveTo>
                      <a:pt x="26690" y="14471"/>
                    </a:moveTo>
                    <a:cubicBezTo>
                      <a:pt x="26690" y="7408"/>
                      <a:pt x="21559" y="1926"/>
                      <a:pt x="14554" y="1926"/>
                    </a:cubicBezTo>
                    <a:cubicBezTo>
                      <a:pt x="7548" y="1926"/>
                      <a:pt x="2319" y="7458"/>
                      <a:pt x="2319" y="14471"/>
                    </a:cubicBezTo>
                    <a:cubicBezTo>
                      <a:pt x="2319" y="21484"/>
                      <a:pt x="7499" y="27115"/>
                      <a:pt x="14554" y="27115"/>
                    </a:cubicBezTo>
                    <a:cubicBezTo>
                      <a:pt x="21609" y="27115"/>
                      <a:pt x="26690" y="21583"/>
                      <a:pt x="26690" y="14471"/>
                    </a:cubicBezTo>
                    <a:close/>
                    <a:moveTo>
                      <a:pt x="21757" y="22571"/>
                    </a:moveTo>
                    <a:lnTo>
                      <a:pt x="19389" y="22571"/>
                    </a:lnTo>
                    <a:lnTo>
                      <a:pt x="14751" y="15113"/>
                    </a:lnTo>
                    <a:lnTo>
                      <a:pt x="11100" y="15113"/>
                    </a:lnTo>
                    <a:lnTo>
                      <a:pt x="11100" y="22571"/>
                    </a:lnTo>
                    <a:lnTo>
                      <a:pt x="9127" y="22571"/>
                    </a:lnTo>
                    <a:lnTo>
                      <a:pt x="9127" y="6371"/>
                    </a:lnTo>
                    <a:lnTo>
                      <a:pt x="16231" y="6371"/>
                    </a:lnTo>
                    <a:cubicBezTo>
                      <a:pt x="20523" y="6371"/>
                      <a:pt x="21954" y="8001"/>
                      <a:pt x="21954" y="10668"/>
                    </a:cubicBezTo>
                    <a:cubicBezTo>
                      <a:pt x="21954" y="13829"/>
                      <a:pt x="19734" y="15014"/>
                      <a:pt x="16873" y="15113"/>
                    </a:cubicBezTo>
                    <a:lnTo>
                      <a:pt x="21757" y="22571"/>
                    </a:lnTo>
                    <a:close/>
                    <a:moveTo>
                      <a:pt x="14159" y="13533"/>
                    </a:moveTo>
                    <a:cubicBezTo>
                      <a:pt x="16478" y="13533"/>
                      <a:pt x="19833" y="13928"/>
                      <a:pt x="19833" y="10619"/>
                    </a:cubicBezTo>
                    <a:cubicBezTo>
                      <a:pt x="19833" y="8100"/>
                      <a:pt x="17761" y="7803"/>
                      <a:pt x="15787" y="7803"/>
                    </a:cubicBezTo>
                    <a:lnTo>
                      <a:pt x="11150" y="7803"/>
                    </a:lnTo>
                    <a:lnTo>
                      <a:pt x="11150" y="13533"/>
                    </a:lnTo>
                    <a:lnTo>
                      <a:pt x="14159" y="13533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1304376-5462-E263-C244-ECD5E4E433F8}"/>
                </a:ext>
              </a:extLst>
            </p:cNvPr>
            <p:cNvSpPr/>
            <p:nvPr/>
          </p:nvSpPr>
          <p:spPr>
            <a:xfrm>
              <a:off x="10494136" y="6268077"/>
              <a:ext cx="48101" cy="28102"/>
            </a:xfrm>
            <a:custGeom>
              <a:avLst/>
              <a:gdLst>
                <a:gd name="connsiteX0" fmla="*/ 10459 w 48101"/>
                <a:gd name="connsiteY0" fmla="*/ 3013 h 28102"/>
                <a:gd name="connsiteX1" fmla="*/ 6463 w 48101"/>
                <a:gd name="connsiteY1" fmla="*/ 5285 h 28102"/>
                <a:gd name="connsiteX2" fmla="*/ 2960 w 48101"/>
                <a:gd name="connsiteY2" fmla="*/ 7952 h 28102"/>
                <a:gd name="connsiteX3" fmla="*/ 1875 w 48101"/>
                <a:gd name="connsiteY3" fmla="*/ 10372 h 28102"/>
                <a:gd name="connsiteX4" fmla="*/ 444 w 48101"/>
                <a:gd name="connsiteY4" fmla="*/ 12446 h 28102"/>
                <a:gd name="connsiteX5" fmla="*/ 99 w 48101"/>
                <a:gd name="connsiteY5" fmla="*/ 13187 h 28102"/>
                <a:gd name="connsiteX6" fmla="*/ 0 w 48101"/>
                <a:gd name="connsiteY6" fmla="*/ 13928 h 28102"/>
                <a:gd name="connsiteX7" fmla="*/ 197 w 48101"/>
                <a:gd name="connsiteY7" fmla="*/ 14767 h 28102"/>
                <a:gd name="connsiteX8" fmla="*/ 1529 w 48101"/>
                <a:gd name="connsiteY8" fmla="*/ 18422 h 28102"/>
                <a:gd name="connsiteX9" fmla="*/ 3848 w 48101"/>
                <a:gd name="connsiteY9" fmla="*/ 19854 h 28102"/>
                <a:gd name="connsiteX10" fmla="*/ 6512 w 48101"/>
                <a:gd name="connsiteY10" fmla="*/ 22867 h 28102"/>
                <a:gd name="connsiteX11" fmla="*/ 8436 w 48101"/>
                <a:gd name="connsiteY11" fmla="*/ 24695 h 28102"/>
                <a:gd name="connsiteX12" fmla="*/ 11199 w 48101"/>
                <a:gd name="connsiteY12" fmla="*/ 26028 h 28102"/>
                <a:gd name="connsiteX13" fmla="*/ 13962 w 48101"/>
                <a:gd name="connsiteY13" fmla="*/ 26868 h 28102"/>
                <a:gd name="connsiteX14" fmla="*/ 17859 w 48101"/>
                <a:gd name="connsiteY14" fmla="*/ 26868 h 28102"/>
                <a:gd name="connsiteX15" fmla="*/ 20425 w 48101"/>
                <a:gd name="connsiteY15" fmla="*/ 27362 h 28102"/>
                <a:gd name="connsiteX16" fmla="*/ 23187 w 48101"/>
                <a:gd name="connsiteY16" fmla="*/ 27609 h 28102"/>
                <a:gd name="connsiteX17" fmla="*/ 26937 w 48101"/>
                <a:gd name="connsiteY17" fmla="*/ 27855 h 28102"/>
                <a:gd name="connsiteX18" fmla="*/ 30538 w 48101"/>
                <a:gd name="connsiteY18" fmla="*/ 28102 h 28102"/>
                <a:gd name="connsiteX19" fmla="*/ 35028 w 48101"/>
                <a:gd name="connsiteY19" fmla="*/ 27757 h 28102"/>
                <a:gd name="connsiteX20" fmla="*/ 38432 w 48101"/>
                <a:gd name="connsiteY20" fmla="*/ 26769 h 28102"/>
                <a:gd name="connsiteX21" fmla="*/ 42527 w 48101"/>
                <a:gd name="connsiteY21" fmla="*/ 25090 h 28102"/>
                <a:gd name="connsiteX22" fmla="*/ 44352 w 48101"/>
                <a:gd name="connsiteY22" fmla="*/ 23015 h 28102"/>
                <a:gd name="connsiteX23" fmla="*/ 46424 w 48101"/>
                <a:gd name="connsiteY23" fmla="*/ 21089 h 28102"/>
                <a:gd name="connsiteX24" fmla="*/ 48101 w 48101"/>
                <a:gd name="connsiteY24" fmla="*/ 18422 h 28102"/>
                <a:gd name="connsiteX25" fmla="*/ 48003 w 48101"/>
                <a:gd name="connsiteY25" fmla="*/ 15656 h 28102"/>
                <a:gd name="connsiteX26" fmla="*/ 47263 w 48101"/>
                <a:gd name="connsiteY26" fmla="*/ 11656 h 28102"/>
                <a:gd name="connsiteX27" fmla="*/ 42921 w 48101"/>
                <a:gd name="connsiteY27" fmla="*/ 5334 h 28102"/>
                <a:gd name="connsiteX28" fmla="*/ 39073 w 48101"/>
                <a:gd name="connsiteY28" fmla="*/ 2420 h 28102"/>
                <a:gd name="connsiteX29" fmla="*/ 37149 w 48101"/>
                <a:gd name="connsiteY29" fmla="*/ 1482 h 28102"/>
                <a:gd name="connsiteX30" fmla="*/ 35718 w 48101"/>
                <a:gd name="connsiteY30" fmla="*/ 938 h 28102"/>
                <a:gd name="connsiteX31" fmla="*/ 34337 w 48101"/>
                <a:gd name="connsiteY31" fmla="*/ 741 h 28102"/>
                <a:gd name="connsiteX32" fmla="*/ 29848 w 48101"/>
                <a:gd name="connsiteY32" fmla="*/ 1087 h 28102"/>
                <a:gd name="connsiteX33" fmla="*/ 25358 w 48101"/>
                <a:gd name="connsiteY33" fmla="*/ 346 h 28102"/>
                <a:gd name="connsiteX34" fmla="*/ 23187 w 48101"/>
                <a:gd name="connsiteY34" fmla="*/ 0 h 28102"/>
                <a:gd name="connsiteX35" fmla="*/ 20425 w 48101"/>
                <a:gd name="connsiteY35" fmla="*/ 593 h 28102"/>
                <a:gd name="connsiteX36" fmla="*/ 16774 w 48101"/>
                <a:gd name="connsiteY36" fmla="*/ 1087 h 28102"/>
                <a:gd name="connsiteX37" fmla="*/ 14455 w 48101"/>
                <a:gd name="connsiteY37" fmla="*/ 1926 h 28102"/>
                <a:gd name="connsiteX38" fmla="*/ 10459 w 48101"/>
                <a:gd name="connsiteY38" fmla="*/ 3013 h 2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8101" h="28102">
                  <a:moveTo>
                    <a:pt x="10459" y="3013"/>
                  </a:moveTo>
                  <a:lnTo>
                    <a:pt x="6463" y="5285"/>
                  </a:lnTo>
                  <a:lnTo>
                    <a:pt x="2960" y="7952"/>
                  </a:lnTo>
                  <a:lnTo>
                    <a:pt x="1875" y="10372"/>
                  </a:lnTo>
                  <a:lnTo>
                    <a:pt x="444" y="12446"/>
                  </a:lnTo>
                  <a:lnTo>
                    <a:pt x="99" y="13187"/>
                  </a:lnTo>
                  <a:lnTo>
                    <a:pt x="0" y="13928"/>
                  </a:lnTo>
                  <a:lnTo>
                    <a:pt x="197" y="14767"/>
                  </a:lnTo>
                  <a:lnTo>
                    <a:pt x="1529" y="18422"/>
                  </a:lnTo>
                  <a:lnTo>
                    <a:pt x="3848" y="19854"/>
                  </a:lnTo>
                  <a:lnTo>
                    <a:pt x="6512" y="22867"/>
                  </a:lnTo>
                  <a:lnTo>
                    <a:pt x="8436" y="24695"/>
                  </a:lnTo>
                  <a:lnTo>
                    <a:pt x="11199" y="26028"/>
                  </a:lnTo>
                  <a:lnTo>
                    <a:pt x="13962" y="26868"/>
                  </a:lnTo>
                  <a:lnTo>
                    <a:pt x="17859" y="26868"/>
                  </a:lnTo>
                  <a:lnTo>
                    <a:pt x="20425" y="27362"/>
                  </a:lnTo>
                  <a:lnTo>
                    <a:pt x="23187" y="27609"/>
                  </a:lnTo>
                  <a:lnTo>
                    <a:pt x="26937" y="27855"/>
                  </a:lnTo>
                  <a:lnTo>
                    <a:pt x="30538" y="28102"/>
                  </a:lnTo>
                  <a:lnTo>
                    <a:pt x="35028" y="27757"/>
                  </a:lnTo>
                  <a:lnTo>
                    <a:pt x="38432" y="26769"/>
                  </a:lnTo>
                  <a:lnTo>
                    <a:pt x="42527" y="25090"/>
                  </a:lnTo>
                  <a:lnTo>
                    <a:pt x="44352" y="23015"/>
                  </a:lnTo>
                  <a:lnTo>
                    <a:pt x="46424" y="21089"/>
                  </a:lnTo>
                  <a:lnTo>
                    <a:pt x="48101" y="18422"/>
                  </a:lnTo>
                  <a:lnTo>
                    <a:pt x="48003" y="15656"/>
                  </a:lnTo>
                  <a:lnTo>
                    <a:pt x="47263" y="11656"/>
                  </a:lnTo>
                  <a:lnTo>
                    <a:pt x="42921" y="5334"/>
                  </a:lnTo>
                  <a:lnTo>
                    <a:pt x="39073" y="2420"/>
                  </a:lnTo>
                  <a:lnTo>
                    <a:pt x="37149" y="1482"/>
                  </a:lnTo>
                  <a:lnTo>
                    <a:pt x="35718" y="938"/>
                  </a:lnTo>
                  <a:lnTo>
                    <a:pt x="34337" y="741"/>
                  </a:lnTo>
                  <a:lnTo>
                    <a:pt x="29848" y="1087"/>
                  </a:lnTo>
                  <a:lnTo>
                    <a:pt x="25358" y="346"/>
                  </a:lnTo>
                  <a:lnTo>
                    <a:pt x="23187" y="0"/>
                  </a:lnTo>
                  <a:lnTo>
                    <a:pt x="20425" y="593"/>
                  </a:lnTo>
                  <a:lnTo>
                    <a:pt x="16774" y="1087"/>
                  </a:lnTo>
                  <a:lnTo>
                    <a:pt x="14455" y="1926"/>
                  </a:lnTo>
                  <a:lnTo>
                    <a:pt x="10459" y="3013"/>
                  </a:lnTo>
                </a:path>
              </a:pathLst>
            </a:custGeom>
            <a:solidFill>
              <a:srgbClr val="F26531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7CA283C-21A7-36F6-DE94-7801FC218DEF}"/>
                </a:ext>
              </a:extLst>
            </p:cNvPr>
            <p:cNvSpPr/>
            <p:nvPr/>
          </p:nvSpPr>
          <p:spPr>
            <a:xfrm>
              <a:off x="10498034" y="6337123"/>
              <a:ext cx="41046" cy="10914"/>
            </a:xfrm>
            <a:custGeom>
              <a:avLst/>
              <a:gdLst>
                <a:gd name="connsiteX0" fmla="*/ 839 w 41046"/>
                <a:gd name="connsiteY0" fmla="*/ 247 h 10914"/>
                <a:gd name="connsiteX1" fmla="*/ 22398 w 41046"/>
                <a:gd name="connsiteY1" fmla="*/ 741 h 10914"/>
                <a:gd name="connsiteX2" fmla="*/ 25605 w 41046"/>
                <a:gd name="connsiteY2" fmla="*/ 99 h 10914"/>
                <a:gd name="connsiteX3" fmla="*/ 29749 w 41046"/>
                <a:gd name="connsiteY3" fmla="*/ 0 h 10914"/>
                <a:gd name="connsiteX4" fmla="*/ 33893 w 41046"/>
                <a:gd name="connsiteY4" fmla="*/ 445 h 10914"/>
                <a:gd name="connsiteX5" fmla="*/ 37050 w 41046"/>
                <a:gd name="connsiteY5" fmla="*/ 1334 h 10914"/>
                <a:gd name="connsiteX6" fmla="*/ 39468 w 41046"/>
                <a:gd name="connsiteY6" fmla="*/ 2963 h 10914"/>
                <a:gd name="connsiteX7" fmla="*/ 40356 w 41046"/>
                <a:gd name="connsiteY7" fmla="*/ 4099 h 10914"/>
                <a:gd name="connsiteX8" fmla="*/ 40899 w 41046"/>
                <a:gd name="connsiteY8" fmla="*/ 5285 h 10914"/>
                <a:gd name="connsiteX9" fmla="*/ 41047 w 41046"/>
                <a:gd name="connsiteY9" fmla="*/ 6569 h 10914"/>
                <a:gd name="connsiteX10" fmla="*/ 40652 w 41046"/>
                <a:gd name="connsiteY10" fmla="*/ 7902 h 10914"/>
                <a:gd name="connsiteX11" fmla="*/ 39715 w 41046"/>
                <a:gd name="connsiteY11" fmla="*/ 9186 h 10914"/>
                <a:gd name="connsiteX12" fmla="*/ 38037 w 41046"/>
                <a:gd name="connsiteY12" fmla="*/ 10421 h 10914"/>
                <a:gd name="connsiteX13" fmla="*/ 35570 w 41046"/>
                <a:gd name="connsiteY13" fmla="*/ 10915 h 10914"/>
                <a:gd name="connsiteX14" fmla="*/ 31180 w 41046"/>
                <a:gd name="connsiteY14" fmla="*/ 10915 h 10914"/>
                <a:gd name="connsiteX15" fmla="*/ 19339 w 41046"/>
                <a:gd name="connsiteY15" fmla="*/ 10026 h 10914"/>
                <a:gd name="connsiteX16" fmla="*/ 1283 w 41046"/>
                <a:gd name="connsiteY16" fmla="*/ 7952 h 10914"/>
                <a:gd name="connsiteX17" fmla="*/ 592 w 41046"/>
                <a:gd name="connsiteY17" fmla="*/ 7655 h 10914"/>
                <a:gd name="connsiteX18" fmla="*/ 197 w 41046"/>
                <a:gd name="connsiteY18" fmla="*/ 6964 h 10914"/>
                <a:gd name="connsiteX19" fmla="*/ 0 w 41046"/>
                <a:gd name="connsiteY19" fmla="*/ 4741 h 10914"/>
                <a:gd name="connsiteX20" fmla="*/ 839 w 41046"/>
                <a:gd name="connsiteY20" fmla="*/ 247 h 1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1046" h="10914">
                  <a:moveTo>
                    <a:pt x="839" y="247"/>
                  </a:moveTo>
                  <a:lnTo>
                    <a:pt x="22398" y="741"/>
                  </a:lnTo>
                  <a:lnTo>
                    <a:pt x="25605" y="99"/>
                  </a:lnTo>
                  <a:lnTo>
                    <a:pt x="29749" y="0"/>
                  </a:lnTo>
                  <a:lnTo>
                    <a:pt x="33893" y="445"/>
                  </a:lnTo>
                  <a:lnTo>
                    <a:pt x="37050" y="1334"/>
                  </a:lnTo>
                  <a:lnTo>
                    <a:pt x="39468" y="2963"/>
                  </a:lnTo>
                  <a:lnTo>
                    <a:pt x="40356" y="4099"/>
                  </a:lnTo>
                  <a:lnTo>
                    <a:pt x="40899" y="5285"/>
                  </a:lnTo>
                  <a:lnTo>
                    <a:pt x="41047" y="6569"/>
                  </a:lnTo>
                  <a:lnTo>
                    <a:pt x="40652" y="7902"/>
                  </a:lnTo>
                  <a:lnTo>
                    <a:pt x="39715" y="9186"/>
                  </a:lnTo>
                  <a:lnTo>
                    <a:pt x="38037" y="10421"/>
                  </a:lnTo>
                  <a:lnTo>
                    <a:pt x="35570" y="10915"/>
                  </a:lnTo>
                  <a:lnTo>
                    <a:pt x="31180" y="10915"/>
                  </a:lnTo>
                  <a:lnTo>
                    <a:pt x="19339" y="10026"/>
                  </a:lnTo>
                  <a:lnTo>
                    <a:pt x="1283" y="7952"/>
                  </a:lnTo>
                  <a:lnTo>
                    <a:pt x="592" y="7655"/>
                  </a:lnTo>
                  <a:lnTo>
                    <a:pt x="197" y="6964"/>
                  </a:lnTo>
                  <a:lnTo>
                    <a:pt x="0" y="4741"/>
                  </a:lnTo>
                  <a:lnTo>
                    <a:pt x="839" y="247"/>
                  </a:lnTo>
                </a:path>
              </a:pathLst>
            </a:custGeom>
            <a:solidFill>
              <a:srgbClr val="ED1849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44B19A5-1913-2246-1BA1-630A896AFDB1}"/>
                </a:ext>
              </a:extLst>
            </p:cNvPr>
            <p:cNvSpPr/>
            <p:nvPr/>
          </p:nvSpPr>
          <p:spPr>
            <a:xfrm>
              <a:off x="10500106" y="6357274"/>
              <a:ext cx="39566" cy="10717"/>
            </a:xfrm>
            <a:custGeom>
              <a:avLst/>
              <a:gdLst>
                <a:gd name="connsiteX0" fmla="*/ 4835 w 39566"/>
                <a:gd name="connsiteY0" fmla="*/ 0 h 10717"/>
                <a:gd name="connsiteX1" fmla="*/ 6710 w 39566"/>
                <a:gd name="connsiteY1" fmla="*/ 1136 h 10717"/>
                <a:gd name="connsiteX2" fmla="*/ 7894 w 39566"/>
                <a:gd name="connsiteY2" fmla="*/ 1827 h 10717"/>
                <a:gd name="connsiteX3" fmla="*/ 9226 w 39566"/>
                <a:gd name="connsiteY3" fmla="*/ 2173 h 10717"/>
                <a:gd name="connsiteX4" fmla="*/ 10163 w 39566"/>
                <a:gd name="connsiteY4" fmla="*/ 1976 h 10717"/>
                <a:gd name="connsiteX5" fmla="*/ 11248 w 39566"/>
                <a:gd name="connsiteY5" fmla="*/ 1482 h 10717"/>
                <a:gd name="connsiteX6" fmla="*/ 12334 w 39566"/>
                <a:gd name="connsiteY6" fmla="*/ 938 h 10717"/>
                <a:gd name="connsiteX7" fmla="*/ 13419 w 39566"/>
                <a:gd name="connsiteY7" fmla="*/ 691 h 10717"/>
                <a:gd name="connsiteX8" fmla="*/ 15294 w 39566"/>
                <a:gd name="connsiteY8" fmla="*/ 1383 h 10717"/>
                <a:gd name="connsiteX9" fmla="*/ 17317 w 39566"/>
                <a:gd name="connsiteY9" fmla="*/ 2074 h 10717"/>
                <a:gd name="connsiteX10" fmla="*/ 18994 w 39566"/>
                <a:gd name="connsiteY10" fmla="*/ 1531 h 10717"/>
                <a:gd name="connsiteX11" fmla="*/ 20721 w 39566"/>
                <a:gd name="connsiteY11" fmla="*/ 1037 h 10717"/>
                <a:gd name="connsiteX12" fmla="*/ 22743 w 39566"/>
                <a:gd name="connsiteY12" fmla="*/ 1778 h 10717"/>
                <a:gd name="connsiteX13" fmla="*/ 23730 w 39566"/>
                <a:gd name="connsiteY13" fmla="*/ 2173 h 10717"/>
                <a:gd name="connsiteX14" fmla="*/ 24717 w 39566"/>
                <a:gd name="connsiteY14" fmla="*/ 2173 h 10717"/>
                <a:gd name="connsiteX15" fmla="*/ 30982 w 39566"/>
                <a:gd name="connsiteY15" fmla="*/ 1334 h 10717"/>
                <a:gd name="connsiteX16" fmla="*/ 35768 w 39566"/>
                <a:gd name="connsiteY16" fmla="*/ 2124 h 10717"/>
                <a:gd name="connsiteX17" fmla="*/ 36064 w 39566"/>
                <a:gd name="connsiteY17" fmla="*/ 2321 h 10717"/>
                <a:gd name="connsiteX18" fmla="*/ 36212 w 39566"/>
                <a:gd name="connsiteY18" fmla="*/ 2568 h 10717"/>
                <a:gd name="connsiteX19" fmla="*/ 36064 w 39566"/>
                <a:gd name="connsiteY19" fmla="*/ 3161 h 10717"/>
                <a:gd name="connsiteX20" fmla="*/ 35866 w 39566"/>
                <a:gd name="connsiteY20" fmla="*/ 3803 h 10717"/>
                <a:gd name="connsiteX21" fmla="*/ 36064 w 39566"/>
                <a:gd name="connsiteY21" fmla="*/ 4396 h 10717"/>
                <a:gd name="connsiteX22" fmla="*/ 37248 w 39566"/>
                <a:gd name="connsiteY22" fmla="*/ 5087 h 10717"/>
                <a:gd name="connsiteX23" fmla="*/ 38580 w 39566"/>
                <a:gd name="connsiteY23" fmla="*/ 5630 h 10717"/>
                <a:gd name="connsiteX24" fmla="*/ 39123 w 39566"/>
                <a:gd name="connsiteY24" fmla="*/ 6025 h 10717"/>
                <a:gd name="connsiteX25" fmla="*/ 39468 w 39566"/>
                <a:gd name="connsiteY25" fmla="*/ 6618 h 10717"/>
                <a:gd name="connsiteX26" fmla="*/ 39567 w 39566"/>
                <a:gd name="connsiteY26" fmla="*/ 7507 h 10717"/>
                <a:gd name="connsiteX27" fmla="*/ 39320 w 39566"/>
                <a:gd name="connsiteY27" fmla="*/ 8742 h 10717"/>
                <a:gd name="connsiteX28" fmla="*/ 38925 w 39566"/>
                <a:gd name="connsiteY28" fmla="*/ 9335 h 10717"/>
                <a:gd name="connsiteX29" fmla="*/ 38037 w 39566"/>
                <a:gd name="connsiteY29" fmla="*/ 9828 h 10717"/>
                <a:gd name="connsiteX30" fmla="*/ 35324 w 39566"/>
                <a:gd name="connsiteY30" fmla="*/ 10421 h 10717"/>
                <a:gd name="connsiteX31" fmla="*/ 26739 w 39566"/>
                <a:gd name="connsiteY31" fmla="*/ 10717 h 10717"/>
                <a:gd name="connsiteX32" fmla="*/ 14455 w 39566"/>
                <a:gd name="connsiteY32" fmla="*/ 9137 h 10717"/>
                <a:gd name="connsiteX33" fmla="*/ 3799 w 39566"/>
                <a:gd name="connsiteY33" fmla="*/ 7161 h 10717"/>
                <a:gd name="connsiteX34" fmla="*/ 2220 w 39566"/>
                <a:gd name="connsiteY34" fmla="*/ 6519 h 10717"/>
                <a:gd name="connsiteX35" fmla="*/ 1036 w 39566"/>
                <a:gd name="connsiteY35" fmla="*/ 5087 h 10717"/>
                <a:gd name="connsiteX36" fmla="*/ 247 w 39566"/>
                <a:gd name="connsiteY36" fmla="*/ 3408 h 10717"/>
                <a:gd name="connsiteX37" fmla="*/ 0 w 39566"/>
                <a:gd name="connsiteY37" fmla="*/ 1926 h 10717"/>
                <a:gd name="connsiteX38" fmla="*/ 4835 w 39566"/>
                <a:gd name="connsiteY38" fmla="*/ 0 h 10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9566" h="10717">
                  <a:moveTo>
                    <a:pt x="4835" y="0"/>
                  </a:moveTo>
                  <a:lnTo>
                    <a:pt x="6710" y="1136"/>
                  </a:lnTo>
                  <a:lnTo>
                    <a:pt x="7894" y="1827"/>
                  </a:lnTo>
                  <a:lnTo>
                    <a:pt x="9226" y="2173"/>
                  </a:lnTo>
                  <a:lnTo>
                    <a:pt x="10163" y="1976"/>
                  </a:lnTo>
                  <a:lnTo>
                    <a:pt x="11248" y="1482"/>
                  </a:lnTo>
                  <a:lnTo>
                    <a:pt x="12334" y="938"/>
                  </a:lnTo>
                  <a:lnTo>
                    <a:pt x="13419" y="691"/>
                  </a:lnTo>
                  <a:lnTo>
                    <a:pt x="15294" y="1383"/>
                  </a:lnTo>
                  <a:lnTo>
                    <a:pt x="17317" y="2074"/>
                  </a:lnTo>
                  <a:lnTo>
                    <a:pt x="18994" y="1531"/>
                  </a:lnTo>
                  <a:lnTo>
                    <a:pt x="20721" y="1037"/>
                  </a:lnTo>
                  <a:lnTo>
                    <a:pt x="22743" y="1778"/>
                  </a:lnTo>
                  <a:lnTo>
                    <a:pt x="23730" y="2173"/>
                  </a:lnTo>
                  <a:lnTo>
                    <a:pt x="24717" y="2173"/>
                  </a:lnTo>
                  <a:lnTo>
                    <a:pt x="30982" y="1334"/>
                  </a:lnTo>
                  <a:lnTo>
                    <a:pt x="35768" y="2124"/>
                  </a:lnTo>
                  <a:lnTo>
                    <a:pt x="36064" y="2321"/>
                  </a:lnTo>
                  <a:lnTo>
                    <a:pt x="36212" y="2568"/>
                  </a:lnTo>
                  <a:lnTo>
                    <a:pt x="36064" y="3161"/>
                  </a:lnTo>
                  <a:lnTo>
                    <a:pt x="35866" y="3803"/>
                  </a:lnTo>
                  <a:lnTo>
                    <a:pt x="36064" y="4396"/>
                  </a:lnTo>
                  <a:lnTo>
                    <a:pt x="37248" y="5087"/>
                  </a:lnTo>
                  <a:lnTo>
                    <a:pt x="38580" y="5630"/>
                  </a:lnTo>
                  <a:lnTo>
                    <a:pt x="39123" y="6025"/>
                  </a:lnTo>
                  <a:lnTo>
                    <a:pt x="39468" y="6618"/>
                  </a:lnTo>
                  <a:lnTo>
                    <a:pt x="39567" y="7507"/>
                  </a:lnTo>
                  <a:lnTo>
                    <a:pt x="39320" y="8742"/>
                  </a:lnTo>
                  <a:lnTo>
                    <a:pt x="38925" y="9335"/>
                  </a:lnTo>
                  <a:lnTo>
                    <a:pt x="38037" y="9828"/>
                  </a:lnTo>
                  <a:lnTo>
                    <a:pt x="35324" y="10421"/>
                  </a:lnTo>
                  <a:lnTo>
                    <a:pt x="26739" y="10717"/>
                  </a:lnTo>
                  <a:lnTo>
                    <a:pt x="14455" y="9137"/>
                  </a:lnTo>
                  <a:lnTo>
                    <a:pt x="3799" y="7161"/>
                  </a:lnTo>
                  <a:lnTo>
                    <a:pt x="2220" y="6519"/>
                  </a:lnTo>
                  <a:lnTo>
                    <a:pt x="1036" y="5087"/>
                  </a:lnTo>
                  <a:lnTo>
                    <a:pt x="247" y="3408"/>
                  </a:lnTo>
                  <a:lnTo>
                    <a:pt x="0" y="1926"/>
                  </a:lnTo>
                  <a:lnTo>
                    <a:pt x="4835" y="0"/>
                  </a:lnTo>
                </a:path>
              </a:pathLst>
            </a:custGeom>
            <a:solidFill>
              <a:srgbClr val="ED037C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CE16151-124A-C691-58FB-6CC4E74FF8DB}"/>
                </a:ext>
              </a:extLst>
            </p:cNvPr>
            <p:cNvSpPr/>
            <p:nvPr/>
          </p:nvSpPr>
          <p:spPr>
            <a:xfrm>
              <a:off x="10498182" y="6368880"/>
              <a:ext cx="40947" cy="11655"/>
            </a:xfrm>
            <a:custGeom>
              <a:avLst/>
              <a:gdLst>
                <a:gd name="connsiteX0" fmla="*/ 3848 w 40947"/>
                <a:gd name="connsiteY0" fmla="*/ 0 h 11655"/>
                <a:gd name="connsiteX1" fmla="*/ 7154 w 40947"/>
                <a:gd name="connsiteY1" fmla="*/ 1284 h 11655"/>
                <a:gd name="connsiteX2" fmla="*/ 8782 w 40947"/>
                <a:gd name="connsiteY2" fmla="*/ 1877 h 11655"/>
                <a:gd name="connsiteX3" fmla="*/ 10410 w 40947"/>
                <a:gd name="connsiteY3" fmla="*/ 1827 h 11655"/>
                <a:gd name="connsiteX4" fmla="*/ 25062 w 40947"/>
                <a:gd name="connsiteY4" fmla="*/ 1136 h 11655"/>
                <a:gd name="connsiteX5" fmla="*/ 30933 w 40947"/>
                <a:gd name="connsiteY5" fmla="*/ 1679 h 11655"/>
                <a:gd name="connsiteX6" fmla="*/ 35521 w 40947"/>
                <a:gd name="connsiteY6" fmla="*/ 2815 h 11655"/>
                <a:gd name="connsiteX7" fmla="*/ 37593 w 40947"/>
                <a:gd name="connsiteY7" fmla="*/ 3358 h 11655"/>
                <a:gd name="connsiteX8" fmla="*/ 38777 w 40947"/>
                <a:gd name="connsiteY8" fmla="*/ 3852 h 11655"/>
                <a:gd name="connsiteX9" fmla="*/ 39715 w 40947"/>
                <a:gd name="connsiteY9" fmla="*/ 4544 h 11655"/>
                <a:gd name="connsiteX10" fmla="*/ 40751 w 40947"/>
                <a:gd name="connsiteY10" fmla="*/ 6371 h 11655"/>
                <a:gd name="connsiteX11" fmla="*/ 40948 w 40947"/>
                <a:gd name="connsiteY11" fmla="*/ 8149 h 11655"/>
                <a:gd name="connsiteX12" fmla="*/ 40504 w 40947"/>
                <a:gd name="connsiteY12" fmla="*/ 9680 h 11655"/>
                <a:gd name="connsiteX13" fmla="*/ 39715 w 40947"/>
                <a:gd name="connsiteY13" fmla="*/ 10668 h 11655"/>
                <a:gd name="connsiteX14" fmla="*/ 39715 w 40947"/>
                <a:gd name="connsiteY14" fmla="*/ 11656 h 11655"/>
                <a:gd name="connsiteX15" fmla="*/ 25358 w 40947"/>
                <a:gd name="connsiteY15" fmla="*/ 11606 h 11655"/>
                <a:gd name="connsiteX16" fmla="*/ 20573 w 40947"/>
                <a:gd name="connsiteY16" fmla="*/ 11656 h 11655"/>
                <a:gd name="connsiteX17" fmla="*/ 15837 w 40947"/>
                <a:gd name="connsiteY17" fmla="*/ 11261 h 11655"/>
                <a:gd name="connsiteX18" fmla="*/ 11100 w 40947"/>
                <a:gd name="connsiteY18" fmla="*/ 10421 h 11655"/>
                <a:gd name="connsiteX19" fmla="*/ 6858 w 40947"/>
                <a:gd name="connsiteY19" fmla="*/ 9730 h 11655"/>
                <a:gd name="connsiteX20" fmla="*/ 3799 w 40947"/>
                <a:gd name="connsiteY20" fmla="*/ 9236 h 11655"/>
                <a:gd name="connsiteX21" fmla="*/ 2565 w 40947"/>
                <a:gd name="connsiteY21" fmla="*/ 8939 h 11655"/>
                <a:gd name="connsiteX22" fmla="*/ 1727 w 40947"/>
                <a:gd name="connsiteY22" fmla="*/ 8149 h 11655"/>
                <a:gd name="connsiteX23" fmla="*/ 543 w 40947"/>
                <a:gd name="connsiteY23" fmla="*/ 5630 h 11655"/>
                <a:gd name="connsiteX24" fmla="*/ 0 w 40947"/>
                <a:gd name="connsiteY24" fmla="*/ 2914 h 11655"/>
                <a:gd name="connsiteX25" fmla="*/ 3848 w 40947"/>
                <a:gd name="connsiteY25" fmla="*/ 0 h 11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947" h="11655">
                  <a:moveTo>
                    <a:pt x="3848" y="0"/>
                  </a:moveTo>
                  <a:lnTo>
                    <a:pt x="7154" y="1284"/>
                  </a:lnTo>
                  <a:lnTo>
                    <a:pt x="8782" y="1877"/>
                  </a:lnTo>
                  <a:lnTo>
                    <a:pt x="10410" y="1827"/>
                  </a:lnTo>
                  <a:lnTo>
                    <a:pt x="25062" y="1136"/>
                  </a:lnTo>
                  <a:lnTo>
                    <a:pt x="30933" y="1679"/>
                  </a:lnTo>
                  <a:lnTo>
                    <a:pt x="35521" y="2815"/>
                  </a:lnTo>
                  <a:lnTo>
                    <a:pt x="37593" y="3358"/>
                  </a:lnTo>
                  <a:lnTo>
                    <a:pt x="38777" y="3852"/>
                  </a:lnTo>
                  <a:lnTo>
                    <a:pt x="39715" y="4544"/>
                  </a:lnTo>
                  <a:lnTo>
                    <a:pt x="40751" y="6371"/>
                  </a:lnTo>
                  <a:lnTo>
                    <a:pt x="40948" y="8149"/>
                  </a:lnTo>
                  <a:lnTo>
                    <a:pt x="40504" y="9680"/>
                  </a:lnTo>
                  <a:lnTo>
                    <a:pt x="39715" y="10668"/>
                  </a:lnTo>
                  <a:lnTo>
                    <a:pt x="39715" y="11656"/>
                  </a:lnTo>
                  <a:lnTo>
                    <a:pt x="25358" y="11606"/>
                  </a:lnTo>
                  <a:lnTo>
                    <a:pt x="20573" y="11656"/>
                  </a:lnTo>
                  <a:lnTo>
                    <a:pt x="15837" y="11261"/>
                  </a:lnTo>
                  <a:lnTo>
                    <a:pt x="11100" y="10421"/>
                  </a:lnTo>
                  <a:lnTo>
                    <a:pt x="6858" y="9730"/>
                  </a:lnTo>
                  <a:lnTo>
                    <a:pt x="3799" y="9236"/>
                  </a:lnTo>
                  <a:lnTo>
                    <a:pt x="2565" y="8939"/>
                  </a:lnTo>
                  <a:lnTo>
                    <a:pt x="1727" y="8149"/>
                  </a:lnTo>
                  <a:lnTo>
                    <a:pt x="543" y="5630"/>
                  </a:lnTo>
                  <a:lnTo>
                    <a:pt x="0" y="2914"/>
                  </a:lnTo>
                  <a:lnTo>
                    <a:pt x="3848" y="0"/>
                  </a:lnTo>
                </a:path>
              </a:pathLst>
            </a:custGeom>
            <a:solidFill>
              <a:srgbClr val="ED037C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9C7C1FD-9987-633D-701F-66417884E84A}"/>
                </a:ext>
              </a:extLst>
            </p:cNvPr>
            <p:cNvSpPr/>
            <p:nvPr/>
          </p:nvSpPr>
          <p:spPr>
            <a:xfrm>
              <a:off x="10498231" y="6386018"/>
              <a:ext cx="41638" cy="19113"/>
            </a:xfrm>
            <a:custGeom>
              <a:avLst/>
              <a:gdLst>
                <a:gd name="connsiteX0" fmla="*/ 4884 w 41638"/>
                <a:gd name="connsiteY0" fmla="*/ 0 h 19113"/>
                <a:gd name="connsiteX1" fmla="*/ 11396 w 41638"/>
                <a:gd name="connsiteY1" fmla="*/ 840 h 19113"/>
                <a:gd name="connsiteX2" fmla="*/ 13567 w 41638"/>
                <a:gd name="connsiteY2" fmla="*/ 1087 h 19113"/>
                <a:gd name="connsiteX3" fmla="*/ 15442 w 41638"/>
                <a:gd name="connsiteY3" fmla="*/ 741 h 19113"/>
                <a:gd name="connsiteX4" fmla="*/ 17958 w 41638"/>
                <a:gd name="connsiteY4" fmla="*/ 494 h 19113"/>
                <a:gd name="connsiteX5" fmla="*/ 21905 w 41638"/>
                <a:gd name="connsiteY5" fmla="*/ 790 h 19113"/>
                <a:gd name="connsiteX6" fmla="*/ 27578 w 41638"/>
                <a:gd name="connsiteY6" fmla="*/ 889 h 19113"/>
                <a:gd name="connsiteX7" fmla="*/ 33301 w 41638"/>
                <a:gd name="connsiteY7" fmla="*/ 593 h 19113"/>
                <a:gd name="connsiteX8" fmla="*/ 35274 w 41638"/>
                <a:gd name="connsiteY8" fmla="*/ 543 h 19113"/>
                <a:gd name="connsiteX9" fmla="*/ 36952 w 41638"/>
                <a:gd name="connsiteY9" fmla="*/ 1235 h 19113"/>
                <a:gd name="connsiteX10" fmla="*/ 39912 w 41638"/>
                <a:gd name="connsiteY10" fmla="*/ 3704 h 19113"/>
                <a:gd name="connsiteX11" fmla="*/ 40899 w 41638"/>
                <a:gd name="connsiteY11" fmla="*/ 4939 h 19113"/>
                <a:gd name="connsiteX12" fmla="*/ 41491 w 41638"/>
                <a:gd name="connsiteY12" fmla="*/ 6371 h 19113"/>
                <a:gd name="connsiteX13" fmla="*/ 41639 w 41638"/>
                <a:gd name="connsiteY13" fmla="*/ 7952 h 19113"/>
                <a:gd name="connsiteX14" fmla="*/ 41244 w 41638"/>
                <a:gd name="connsiteY14" fmla="*/ 9532 h 19113"/>
                <a:gd name="connsiteX15" fmla="*/ 39517 w 41638"/>
                <a:gd name="connsiteY15" fmla="*/ 14372 h 19113"/>
                <a:gd name="connsiteX16" fmla="*/ 38531 w 41638"/>
                <a:gd name="connsiteY16" fmla="*/ 16496 h 19113"/>
                <a:gd name="connsiteX17" fmla="*/ 37100 w 41638"/>
                <a:gd name="connsiteY17" fmla="*/ 18225 h 19113"/>
                <a:gd name="connsiteX18" fmla="*/ 36261 w 41638"/>
                <a:gd name="connsiteY18" fmla="*/ 18620 h 19113"/>
                <a:gd name="connsiteX19" fmla="*/ 35274 w 41638"/>
                <a:gd name="connsiteY19" fmla="*/ 18669 h 19113"/>
                <a:gd name="connsiteX20" fmla="*/ 32857 w 41638"/>
                <a:gd name="connsiteY20" fmla="*/ 18225 h 19113"/>
                <a:gd name="connsiteX21" fmla="*/ 30341 w 41638"/>
                <a:gd name="connsiteY21" fmla="*/ 17533 h 19113"/>
                <a:gd name="connsiteX22" fmla="*/ 28170 w 41638"/>
                <a:gd name="connsiteY22" fmla="*/ 17237 h 19113"/>
                <a:gd name="connsiteX23" fmla="*/ 26591 w 41638"/>
                <a:gd name="connsiteY23" fmla="*/ 17632 h 19113"/>
                <a:gd name="connsiteX24" fmla="*/ 25210 w 41638"/>
                <a:gd name="connsiteY24" fmla="*/ 18323 h 19113"/>
                <a:gd name="connsiteX25" fmla="*/ 23779 w 41638"/>
                <a:gd name="connsiteY25" fmla="*/ 18916 h 19113"/>
                <a:gd name="connsiteX26" fmla="*/ 22151 w 41638"/>
                <a:gd name="connsiteY26" fmla="*/ 19114 h 19113"/>
                <a:gd name="connsiteX27" fmla="*/ 17514 w 41638"/>
                <a:gd name="connsiteY27" fmla="*/ 17879 h 19113"/>
                <a:gd name="connsiteX28" fmla="*/ 14899 w 41638"/>
                <a:gd name="connsiteY28" fmla="*/ 17533 h 19113"/>
                <a:gd name="connsiteX29" fmla="*/ 11890 w 41638"/>
                <a:gd name="connsiteY29" fmla="*/ 18027 h 19113"/>
                <a:gd name="connsiteX30" fmla="*/ 11100 w 41638"/>
                <a:gd name="connsiteY30" fmla="*/ 18126 h 19113"/>
                <a:gd name="connsiteX31" fmla="*/ 10360 w 41638"/>
                <a:gd name="connsiteY31" fmla="*/ 17780 h 19113"/>
                <a:gd name="connsiteX32" fmla="*/ 9571 w 41638"/>
                <a:gd name="connsiteY32" fmla="*/ 17385 h 19113"/>
                <a:gd name="connsiteX33" fmla="*/ 8732 w 41638"/>
                <a:gd name="connsiteY33" fmla="*/ 17187 h 19113"/>
                <a:gd name="connsiteX34" fmla="*/ 6907 w 41638"/>
                <a:gd name="connsiteY34" fmla="*/ 17138 h 19113"/>
                <a:gd name="connsiteX35" fmla="*/ 6216 w 41638"/>
                <a:gd name="connsiteY35" fmla="*/ 16891 h 19113"/>
                <a:gd name="connsiteX36" fmla="*/ 5871 w 41638"/>
                <a:gd name="connsiteY36" fmla="*/ 16496 h 19113"/>
                <a:gd name="connsiteX37" fmla="*/ 3651 w 41638"/>
                <a:gd name="connsiteY37" fmla="*/ 13088 h 19113"/>
                <a:gd name="connsiteX38" fmla="*/ 1283 w 41638"/>
                <a:gd name="connsiteY38" fmla="*/ 10273 h 19113"/>
                <a:gd name="connsiteX39" fmla="*/ 296 w 41638"/>
                <a:gd name="connsiteY39" fmla="*/ 8989 h 19113"/>
                <a:gd name="connsiteX40" fmla="*/ 0 w 41638"/>
                <a:gd name="connsiteY40" fmla="*/ 7507 h 19113"/>
                <a:gd name="connsiteX41" fmla="*/ 543 w 41638"/>
                <a:gd name="connsiteY41" fmla="*/ 5729 h 19113"/>
                <a:gd name="connsiteX42" fmla="*/ 1825 w 41638"/>
                <a:gd name="connsiteY42" fmla="*/ 3852 h 19113"/>
                <a:gd name="connsiteX43" fmla="*/ 4884 w 41638"/>
                <a:gd name="connsiteY43" fmla="*/ 0 h 19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1638" h="19113">
                  <a:moveTo>
                    <a:pt x="4884" y="0"/>
                  </a:moveTo>
                  <a:lnTo>
                    <a:pt x="11396" y="840"/>
                  </a:lnTo>
                  <a:lnTo>
                    <a:pt x="13567" y="1087"/>
                  </a:lnTo>
                  <a:lnTo>
                    <a:pt x="15442" y="741"/>
                  </a:lnTo>
                  <a:lnTo>
                    <a:pt x="17958" y="494"/>
                  </a:lnTo>
                  <a:lnTo>
                    <a:pt x="21905" y="790"/>
                  </a:lnTo>
                  <a:lnTo>
                    <a:pt x="27578" y="889"/>
                  </a:lnTo>
                  <a:lnTo>
                    <a:pt x="33301" y="593"/>
                  </a:lnTo>
                  <a:lnTo>
                    <a:pt x="35274" y="543"/>
                  </a:lnTo>
                  <a:lnTo>
                    <a:pt x="36952" y="1235"/>
                  </a:lnTo>
                  <a:lnTo>
                    <a:pt x="39912" y="3704"/>
                  </a:lnTo>
                  <a:lnTo>
                    <a:pt x="40899" y="4939"/>
                  </a:lnTo>
                  <a:lnTo>
                    <a:pt x="41491" y="6371"/>
                  </a:lnTo>
                  <a:lnTo>
                    <a:pt x="41639" y="7952"/>
                  </a:lnTo>
                  <a:lnTo>
                    <a:pt x="41244" y="9532"/>
                  </a:lnTo>
                  <a:lnTo>
                    <a:pt x="39517" y="14372"/>
                  </a:lnTo>
                  <a:lnTo>
                    <a:pt x="38531" y="16496"/>
                  </a:lnTo>
                  <a:lnTo>
                    <a:pt x="37100" y="18225"/>
                  </a:lnTo>
                  <a:lnTo>
                    <a:pt x="36261" y="18620"/>
                  </a:lnTo>
                  <a:lnTo>
                    <a:pt x="35274" y="18669"/>
                  </a:lnTo>
                  <a:lnTo>
                    <a:pt x="32857" y="18225"/>
                  </a:lnTo>
                  <a:lnTo>
                    <a:pt x="30341" y="17533"/>
                  </a:lnTo>
                  <a:lnTo>
                    <a:pt x="28170" y="17237"/>
                  </a:lnTo>
                  <a:lnTo>
                    <a:pt x="26591" y="17632"/>
                  </a:lnTo>
                  <a:lnTo>
                    <a:pt x="25210" y="18323"/>
                  </a:lnTo>
                  <a:lnTo>
                    <a:pt x="23779" y="18916"/>
                  </a:lnTo>
                  <a:lnTo>
                    <a:pt x="22151" y="19114"/>
                  </a:lnTo>
                  <a:lnTo>
                    <a:pt x="17514" y="17879"/>
                  </a:lnTo>
                  <a:lnTo>
                    <a:pt x="14899" y="17533"/>
                  </a:lnTo>
                  <a:lnTo>
                    <a:pt x="11890" y="18027"/>
                  </a:lnTo>
                  <a:lnTo>
                    <a:pt x="11100" y="18126"/>
                  </a:lnTo>
                  <a:lnTo>
                    <a:pt x="10360" y="17780"/>
                  </a:lnTo>
                  <a:lnTo>
                    <a:pt x="9571" y="17385"/>
                  </a:lnTo>
                  <a:lnTo>
                    <a:pt x="8732" y="17187"/>
                  </a:lnTo>
                  <a:lnTo>
                    <a:pt x="6907" y="17138"/>
                  </a:lnTo>
                  <a:lnTo>
                    <a:pt x="6216" y="16891"/>
                  </a:lnTo>
                  <a:lnTo>
                    <a:pt x="5871" y="16496"/>
                  </a:lnTo>
                  <a:lnTo>
                    <a:pt x="3651" y="13088"/>
                  </a:lnTo>
                  <a:lnTo>
                    <a:pt x="1283" y="10273"/>
                  </a:lnTo>
                  <a:lnTo>
                    <a:pt x="296" y="8989"/>
                  </a:lnTo>
                  <a:lnTo>
                    <a:pt x="0" y="7507"/>
                  </a:lnTo>
                  <a:lnTo>
                    <a:pt x="543" y="5729"/>
                  </a:lnTo>
                  <a:lnTo>
                    <a:pt x="1825" y="3852"/>
                  </a:lnTo>
                  <a:lnTo>
                    <a:pt x="4884" y="0"/>
                  </a:lnTo>
                </a:path>
              </a:pathLst>
            </a:custGeom>
            <a:solidFill>
              <a:srgbClr val="A9218E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F6F9F92-A51B-22C9-A6F0-5D9F54FEE86D}"/>
                </a:ext>
              </a:extLst>
            </p:cNvPr>
            <p:cNvSpPr/>
            <p:nvPr/>
          </p:nvSpPr>
          <p:spPr>
            <a:xfrm>
              <a:off x="10495320" y="6419158"/>
              <a:ext cx="47657" cy="27065"/>
            </a:xfrm>
            <a:custGeom>
              <a:avLst/>
              <a:gdLst>
                <a:gd name="connsiteX0" fmla="*/ 15195 w 47657"/>
                <a:gd name="connsiteY0" fmla="*/ 148 h 27065"/>
                <a:gd name="connsiteX1" fmla="*/ 17613 w 47657"/>
                <a:gd name="connsiteY1" fmla="*/ 0 h 27065"/>
                <a:gd name="connsiteX2" fmla="*/ 20030 w 47657"/>
                <a:gd name="connsiteY2" fmla="*/ 247 h 27065"/>
                <a:gd name="connsiteX3" fmla="*/ 33942 w 47657"/>
                <a:gd name="connsiteY3" fmla="*/ 1630 h 27065"/>
                <a:gd name="connsiteX4" fmla="*/ 37840 w 47657"/>
                <a:gd name="connsiteY4" fmla="*/ 2223 h 27065"/>
                <a:gd name="connsiteX5" fmla="*/ 41540 w 47657"/>
                <a:gd name="connsiteY5" fmla="*/ 3260 h 27065"/>
                <a:gd name="connsiteX6" fmla="*/ 43217 w 47657"/>
                <a:gd name="connsiteY6" fmla="*/ 4297 h 27065"/>
                <a:gd name="connsiteX7" fmla="*/ 44697 w 47657"/>
                <a:gd name="connsiteY7" fmla="*/ 5779 h 27065"/>
                <a:gd name="connsiteX8" fmla="*/ 45931 w 47657"/>
                <a:gd name="connsiteY8" fmla="*/ 8001 h 27065"/>
                <a:gd name="connsiteX9" fmla="*/ 46917 w 47657"/>
                <a:gd name="connsiteY9" fmla="*/ 10964 h 27065"/>
                <a:gd name="connsiteX10" fmla="*/ 47657 w 47657"/>
                <a:gd name="connsiteY10" fmla="*/ 16002 h 27065"/>
                <a:gd name="connsiteX11" fmla="*/ 47411 w 47657"/>
                <a:gd name="connsiteY11" fmla="*/ 18521 h 27065"/>
                <a:gd name="connsiteX12" fmla="*/ 46473 w 47657"/>
                <a:gd name="connsiteY12" fmla="*/ 20842 h 27065"/>
                <a:gd name="connsiteX13" fmla="*/ 45191 w 47657"/>
                <a:gd name="connsiteY13" fmla="*/ 22324 h 27065"/>
                <a:gd name="connsiteX14" fmla="*/ 43513 w 47657"/>
                <a:gd name="connsiteY14" fmla="*/ 23608 h 27065"/>
                <a:gd name="connsiteX15" fmla="*/ 39024 w 47657"/>
                <a:gd name="connsiteY15" fmla="*/ 25534 h 27065"/>
                <a:gd name="connsiteX16" fmla="*/ 27233 w 47657"/>
                <a:gd name="connsiteY16" fmla="*/ 27065 h 27065"/>
                <a:gd name="connsiteX17" fmla="*/ 23483 w 47657"/>
                <a:gd name="connsiteY17" fmla="*/ 26571 h 27065"/>
                <a:gd name="connsiteX18" fmla="*/ 19882 w 47657"/>
                <a:gd name="connsiteY18" fmla="*/ 25534 h 27065"/>
                <a:gd name="connsiteX19" fmla="*/ 16280 w 47657"/>
                <a:gd name="connsiteY19" fmla="*/ 24546 h 27065"/>
                <a:gd name="connsiteX20" fmla="*/ 12778 w 47657"/>
                <a:gd name="connsiteY20" fmla="*/ 24151 h 27065"/>
                <a:gd name="connsiteX21" fmla="*/ 7844 w 47657"/>
                <a:gd name="connsiteY21" fmla="*/ 23559 h 27065"/>
                <a:gd name="connsiteX22" fmla="*/ 4144 w 47657"/>
                <a:gd name="connsiteY22" fmla="*/ 21731 h 27065"/>
                <a:gd name="connsiteX23" fmla="*/ 1677 w 47657"/>
                <a:gd name="connsiteY23" fmla="*/ 19114 h 27065"/>
                <a:gd name="connsiteX24" fmla="*/ 345 w 47657"/>
                <a:gd name="connsiteY24" fmla="*/ 16150 h 27065"/>
                <a:gd name="connsiteX25" fmla="*/ 0 w 47657"/>
                <a:gd name="connsiteY25" fmla="*/ 12891 h 27065"/>
                <a:gd name="connsiteX26" fmla="*/ 789 w 47657"/>
                <a:gd name="connsiteY26" fmla="*/ 10075 h 27065"/>
                <a:gd name="connsiteX27" fmla="*/ 2417 w 47657"/>
                <a:gd name="connsiteY27" fmla="*/ 7705 h 27065"/>
                <a:gd name="connsiteX28" fmla="*/ 4539 w 47657"/>
                <a:gd name="connsiteY28" fmla="*/ 5828 h 27065"/>
                <a:gd name="connsiteX29" fmla="*/ 9176 w 47657"/>
                <a:gd name="connsiteY29" fmla="*/ 3260 h 27065"/>
                <a:gd name="connsiteX30" fmla="*/ 12334 w 47657"/>
                <a:gd name="connsiteY30" fmla="*/ 2124 h 27065"/>
                <a:gd name="connsiteX31" fmla="*/ 13123 w 47657"/>
                <a:gd name="connsiteY31" fmla="*/ 1729 h 27065"/>
                <a:gd name="connsiteX32" fmla="*/ 13666 w 47657"/>
                <a:gd name="connsiteY32" fmla="*/ 1185 h 27065"/>
                <a:gd name="connsiteX33" fmla="*/ 14258 w 47657"/>
                <a:gd name="connsiteY33" fmla="*/ 593 h 27065"/>
                <a:gd name="connsiteX34" fmla="*/ 15195 w 47657"/>
                <a:gd name="connsiteY34" fmla="*/ 148 h 2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7657" h="27065">
                  <a:moveTo>
                    <a:pt x="15195" y="148"/>
                  </a:moveTo>
                  <a:lnTo>
                    <a:pt x="17613" y="0"/>
                  </a:lnTo>
                  <a:lnTo>
                    <a:pt x="20030" y="247"/>
                  </a:lnTo>
                  <a:lnTo>
                    <a:pt x="33942" y="1630"/>
                  </a:lnTo>
                  <a:lnTo>
                    <a:pt x="37840" y="2223"/>
                  </a:lnTo>
                  <a:lnTo>
                    <a:pt x="41540" y="3260"/>
                  </a:lnTo>
                  <a:lnTo>
                    <a:pt x="43217" y="4297"/>
                  </a:lnTo>
                  <a:lnTo>
                    <a:pt x="44697" y="5779"/>
                  </a:lnTo>
                  <a:lnTo>
                    <a:pt x="45931" y="8001"/>
                  </a:lnTo>
                  <a:lnTo>
                    <a:pt x="46917" y="10964"/>
                  </a:lnTo>
                  <a:lnTo>
                    <a:pt x="47657" y="16002"/>
                  </a:lnTo>
                  <a:lnTo>
                    <a:pt x="47411" y="18521"/>
                  </a:lnTo>
                  <a:lnTo>
                    <a:pt x="46473" y="20842"/>
                  </a:lnTo>
                  <a:lnTo>
                    <a:pt x="45191" y="22324"/>
                  </a:lnTo>
                  <a:lnTo>
                    <a:pt x="43513" y="23608"/>
                  </a:lnTo>
                  <a:lnTo>
                    <a:pt x="39024" y="25534"/>
                  </a:lnTo>
                  <a:lnTo>
                    <a:pt x="27233" y="27065"/>
                  </a:lnTo>
                  <a:lnTo>
                    <a:pt x="23483" y="26571"/>
                  </a:lnTo>
                  <a:lnTo>
                    <a:pt x="19882" y="25534"/>
                  </a:lnTo>
                  <a:lnTo>
                    <a:pt x="16280" y="24546"/>
                  </a:lnTo>
                  <a:lnTo>
                    <a:pt x="12778" y="24151"/>
                  </a:lnTo>
                  <a:lnTo>
                    <a:pt x="7844" y="23559"/>
                  </a:lnTo>
                  <a:lnTo>
                    <a:pt x="4144" y="21731"/>
                  </a:lnTo>
                  <a:lnTo>
                    <a:pt x="1677" y="19114"/>
                  </a:lnTo>
                  <a:lnTo>
                    <a:pt x="345" y="16150"/>
                  </a:lnTo>
                  <a:lnTo>
                    <a:pt x="0" y="12891"/>
                  </a:lnTo>
                  <a:lnTo>
                    <a:pt x="789" y="10075"/>
                  </a:lnTo>
                  <a:lnTo>
                    <a:pt x="2417" y="7705"/>
                  </a:lnTo>
                  <a:lnTo>
                    <a:pt x="4539" y="5828"/>
                  </a:lnTo>
                  <a:lnTo>
                    <a:pt x="9176" y="3260"/>
                  </a:lnTo>
                  <a:lnTo>
                    <a:pt x="12334" y="2124"/>
                  </a:lnTo>
                  <a:lnTo>
                    <a:pt x="13123" y="1729"/>
                  </a:lnTo>
                  <a:lnTo>
                    <a:pt x="13666" y="1185"/>
                  </a:lnTo>
                  <a:lnTo>
                    <a:pt x="14258" y="593"/>
                  </a:lnTo>
                  <a:lnTo>
                    <a:pt x="15195" y="148"/>
                  </a:lnTo>
                </a:path>
              </a:pathLst>
            </a:custGeom>
            <a:solidFill>
              <a:srgbClr val="353D98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26523E4-126B-9813-CCAB-1B1066190A13}"/>
                </a:ext>
              </a:extLst>
            </p:cNvPr>
            <p:cNvSpPr/>
            <p:nvPr/>
          </p:nvSpPr>
          <p:spPr>
            <a:xfrm>
              <a:off x="10498675" y="6458324"/>
              <a:ext cx="39862" cy="26126"/>
            </a:xfrm>
            <a:custGeom>
              <a:avLst/>
              <a:gdLst>
                <a:gd name="connsiteX0" fmla="*/ 22497 w 39862"/>
                <a:gd name="connsiteY0" fmla="*/ 0 h 26126"/>
                <a:gd name="connsiteX1" fmla="*/ 27035 w 39862"/>
                <a:gd name="connsiteY1" fmla="*/ 395 h 26126"/>
                <a:gd name="connsiteX2" fmla="*/ 31772 w 39862"/>
                <a:gd name="connsiteY2" fmla="*/ 2124 h 26126"/>
                <a:gd name="connsiteX3" fmla="*/ 33153 w 39862"/>
                <a:gd name="connsiteY3" fmla="*/ 3457 h 26126"/>
                <a:gd name="connsiteX4" fmla="*/ 34288 w 39862"/>
                <a:gd name="connsiteY4" fmla="*/ 4494 h 26126"/>
                <a:gd name="connsiteX5" fmla="*/ 36656 w 39862"/>
                <a:gd name="connsiteY5" fmla="*/ 4988 h 26126"/>
                <a:gd name="connsiteX6" fmla="*/ 37790 w 39862"/>
                <a:gd name="connsiteY6" fmla="*/ 5334 h 26126"/>
                <a:gd name="connsiteX7" fmla="*/ 38531 w 39862"/>
                <a:gd name="connsiteY7" fmla="*/ 5976 h 26126"/>
                <a:gd name="connsiteX8" fmla="*/ 39764 w 39862"/>
                <a:gd name="connsiteY8" fmla="*/ 11409 h 26126"/>
                <a:gd name="connsiteX9" fmla="*/ 39863 w 39862"/>
                <a:gd name="connsiteY9" fmla="*/ 14866 h 26126"/>
                <a:gd name="connsiteX10" fmla="*/ 39320 w 39862"/>
                <a:gd name="connsiteY10" fmla="*/ 17731 h 26126"/>
                <a:gd name="connsiteX11" fmla="*/ 38284 w 39862"/>
                <a:gd name="connsiteY11" fmla="*/ 19509 h 26126"/>
                <a:gd name="connsiteX12" fmla="*/ 36804 w 39862"/>
                <a:gd name="connsiteY12" fmla="*/ 21089 h 26126"/>
                <a:gd name="connsiteX13" fmla="*/ 32906 w 39862"/>
                <a:gd name="connsiteY13" fmla="*/ 23559 h 26126"/>
                <a:gd name="connsiteX14" fmla="*/ 28022 w 39862"/>
                <a:gd name="connsiteY14" fmla="*/ 25188 h 26126"/>
                <a:gd name="connsiteX15" fmla="*/ 22546 w 39862"/>
                <a:gd name="connsiteY15" fmla="*/ 26028 h 26126"/>
                <a:gd name="connsiteX16" fmla="*/ 16922 w 39862"/>
                <a:gd name="connsiteY16" fmla="*/ 26127 h 26126"/>
                <a:gd name="connsiteX17" fmla="*/ 11544 w 39862"/>
                <a:gd name="connsiteY17" fmla="*/ 25485 h 26126"/>
                <a:gd name="connsiteX18" fmla="*/ 6808 w 39862"/>
                <a:gd name="connsiteY18" fmla="*/ 24250 h 26126"/>
                <a:gd name="connsiteX19" fmla="*/ 3207 w 39862"/>
                <a:gd name="connsiteY19" fmla="*/ 22423 h 26126"/>
                <a:gd name="connsiteX20" fmla="*/ 2072 w 39862"/>
                <a:gd name="connsiteY20" fmla="*/ 21336 h 26126"/>
                <a:gd name="connsiteX21" fmla="*/ 1283 w 39862"/>
                <a:gd name="connsiteY21" fmla="*/ 20052 h 26126"/>
                <a:gd name="connsiteX22" fmla="*/ 296 w 39862"/>
                <a:gd name="connsiteY22" fmla="*/ 17138 h 26126"/>
                <a:gd name="connsiteX23" fmla="*/ 0 w 39862"/>
                <a:gd name="connsiteY23" fmla="*/ 13928 h 26126"/>
                <a:gd name="connsiteX24" fmla="*/ 641 w 39862"/>
                <a:gd name="connsiteY24" fmla="*/ 11113 h 26126"/>
                <a:gd name="connsiteX25" fmla="*/ 2121 w 39862"/>
                <a:gd name="connsiteY25" fmla="*/ 8692 h 26126"/>
                <a:gd name="connsiteX26" fmla="*/ 4095 w 39862"/>
                <a:gd name="connsiteY26" fmla="*/ 6668 h 26126"/>
                <a:gd name="connsiteX27" fmla="*/ 8979 w 39862"/>
                <a:gd name="connsiteY27" fmla="*/ 3852 h 26126"/>
                <a:gd name="connsiteX28" fmla="*/ 13518 w 39862"/>
                <a:gd name="connsiteY28" fmla="*/ 2618 h 26126"/>
                <a:gd name="connsiteX29" fmla="*/ 18106 w 39862"/>
                <a:gd name="connsiteY29" fmla="*/ 1235 h 26126"/>
                <a:gd name="connsiteX30" fmla="*/ 22497 w 39862"/>
                <a:gd name="connsiteY30" fmla="*/ 0 h 26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9862" h="26126">
                  <a:moveTo>
                    <a:pt x="22497" y="0"/>
                  </a:moveTo>
                  <a:lnTo>
                    <a:pt x="27035" y="395"/>
                  </a:lnTo>
                  <a:lnTo>
                    <a:pt x="31772" y="2124"/>
                  </a:lnTo>
                  <a:lnTo>
                    <a:pt x="33153" y="3457"/>
                  </a:lnTo>
                  <a:lnTo>
                    <a:pt x="34288" y="4494"/>
                  </a:lnTo>
                  <a:lnTo>
                    <a:pt x="36656" y="4988"/>
                  </a:lnTo>
                  <a:lnTo>
                    <a:pt x="37790" y="5334"/>
                  </a:lnTo>
                  <a:lnTo>
                    <a:pt x="38531" y="5976"/>
                  </a:lnTo>
                  <a:lnTo>
                    <a:pt x="39764" y="11409"/>
                  </a:lnTo>
                  <a:lnTo>
                    <a:pt x="39863" y="14866"/>
                  </a:lnTo>
                  <a:lnTo>
                    <a:pt x="39320" y="17731"/>
                  </a:lnTo>
                  <a:lnTo>
                    <a:pt x="38284" y="19509"/>
                  </a:lnTo>
                  <a:lnTo>
                    <a:pt x="36804" y="21089"/>
                  </a:lnTo>
                  <a:lnTo>
                    <a:pt x="32906" y="23559"/>
                  </a:lnTo>
                  <a:lnTo>
                    <a:pt x="28022" y="25188"/>
                  </a:lnTo>
                  <a:lnTo>
                    <a:pt x="22546" y="26028"/>
                  </a:lnTo>
                  <a:lnTo>
                    <a:pt x="16922" y="26127"/>
                  </a:lnTo>
                  <a:lnTo>
                    <a:pt x="11544" y="25485"/>
                  </a:lnTo>
                  <a:lnTo>
                    <a:pt x="6808" y="24250"/>
                  </a:lnTo>
                  <a:lnTo>
                    <a:pt x="3207" y="22423"/>
                  </a:lnTo>
                  <a:lnTo>
                    <a:pt x="2072" y="21336"/>
                  </a:lnTo>
                  <a:lnTo>
                    <a:pt x="1283" y="20052"/>
                  </a:lnTo>
                  <a:lnTo>
                    <a:pt x="296" y="17138"/>
                  </a:lnTo>
                  <a:lnTo>
                    <a:pt x="0" y="13928"/>
                  </a:lnTo>
                  <a:lnTo>
                    <a:pt x="641" y="11113"/>
                  </a:lnTo>
                  <a:lnTo>
                    <a:pt x="2121" y="8692"/>
                  </a:lnTo>
                  <a:lnTo>
                    <a:pt x="4095" y="6668"/>
                  </a:lnTo>
                  <a:lnTo>
                    <a:pt x="8979" y="3852"/>
                  </a:lnTo>
                  <a:lnTo>
                    <a:pt x="13518" y="2618"/>
                  </a:lnTo>
                  <a:lnTo>
                    <a:pt x="18106" y="1235"/>
                  </a:lnTo>
                  <a:lnTo>
                    <a:pt x="22497" y="0"/>
                  </a:lnTo>
                </a:path>
              </a:pathLst>
            </a:custGeom>
            <a:solidFill>
              <a:srgbClr val="002E56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069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- 4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rectangle with a black border&#10;&#10;Description automatically generated with low confidence">
            <a:extLst>
              <a:ext uri="{FF2B5EF4-FFF2-40B4-BE49-F238E27FC236}">
                <a16:creationId xmlns:a16="http://schemas.microsoft.com/office/drawing/2014/main" id="{6489B832-A84A-AB45-8E66-A4E2EA3E24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255F93C0-980D-DED3-4115-02F082056EFA}"/>
              </a:ext>
            </a:extLst>
          </p:cNvPr>
          <p:cNvGrpSpPr/>
          <p:nvPr userDrawn="1"/>
        </p:nvGrpSpPr>
        <p:grpSpPr>
          <a:xfrm rot="2718117">
            <a:off x="9023648" y="1397893"/>
            <a:ext cx="2717800" cy="2717800"/>
            <a:chOff x="4474557" y="-2888317"/>
            <a:chExt cx="2717800" cy="2717800"/>
          </a:xfrm>
        </p:grpSpPr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4CDA0360-C376-A529-9B16-6F07477E87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3495799">
              <a:off x="4474557" y="-2888317"/>
              <a:ext cx="2717800" cy="2717800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E9B82D0-B319-61E1-6C67-DBE69489F568}"/>
                </a:ext>
              </a:extLst>
            </p:cNvPr>
            <p:cNvSpPr/>
            <p:nvPr userDrawn="1"/>
          </p:nvSpPr>
          <p:spPr>
            <a:xfrm>
              <a:off x="4501791" y="-1202347"/>
              <a:ext cx="122825" cy="12282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023F12D-798B-6E61-EEC3-1D4C7B341BD7}"/>
                </a:ext>
              </a:extLst>
            </p:cNvPr>
            <p:cNvSpPr/>
            <p:nvPr userDrawn="1"/>
          </p:nvSpPr>
          <p:spPr>
            <a:xfrm>
              <a:off x="5422346" y="-2839734"/>
              <a:ext cx="180304" cy="18030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37FF5E6-EA15-EEA8-9BF5-490547DD610D}"/>
              </a:ext>
            </a:extLst>
          </p:cNvPr>
          <p:cNvGrpSpPr/>
          <p:nvPr userDrawn="1"/>
        </p:nvGrpSpPr>
        <p:grpSpPr>
          <a:xfrm>
            <a:off x="482363" y="1371489"/>
            <a:ext cx="2717800" cy="2717800"/>
            <a:chOff x="-1273290" y="-2906254"/>
            <a:chExt cx="2717800" cy="2717800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80FAD26A-C4EB-EE6D-620C-B653280B4D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5929528">
              <a:off x="-1273290" y="-2906254"/>
              <a:ext cx="2717800" cy="2717800"/>
            </a:xfrm>
            <a:prstGeom prst="rect">
              <a:avLst/>
            </a:prstGeom>
          </p:spPr>
        </p:pic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62BE809-00BD-2FB7-F5AA-EA89D1552EAC}"/>
                </a:ext>
              </a:extLst>
            </p:cNvPr>
            <p:cNvSpPr/>
            <p:nvPr userDrawn="1"/>
          </p:nvSpPr>
          <p:spPr>
            <a:xfrm>
              <a:off x="612080" y="-506833"/>
              <a:ext cx="180304" cy="18030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F78BB74-DF91-2DEC-ABD1-46FDBBF8A6CA}"/>
                </a:ext>
              </a:extLst>
            </p:cNvPr>
            <p:cNvSpPr/>
            <p:nvPr userDrawn="1"/>
          </p:nvSpPr>
          <p:spPr>
            <a:xfrm>
              <a:off x="1146192" y="-2258654"/>
              <a:ext cx="122825" cy="12282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4FE2779-F63D-B065-4E90-AF1160F69C59}"/>
              </a:ext>
            </a:extLst>
          </p:cNvPr>
          <p:cNvGrpSpPr/>
          <p:nvPr userDrawn="1"/>
        </p:nvGrpSpPr>
        <p:grpSpPr>
          <a:xfrm>
            <a:off x="3356228" y="1382904"/>
            <a:ext cx="2717800" cy="2717800"/>
            <a:chOff x="1608358" y="-2888025"/>
            <a:chExt cx="2717800" cy="2717800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0A80303C-155C-7B80-04DE-9F4744C86C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08358" y="-2888025"/>
              <a:ext cx="2717800" cy="2717800"/>
            </a:xfrm>
            <a:prstGeom prst="rect">
              <a:avLst/>
            </a:prstGeom>
          </p:spPr>
        </p:pic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7D89B36-641F-57C9-D035-C058D3A0CE9D}"/>
                </a:ext>
              </a:extLst>
            </p:cNvPr>
            <p:cNvSpPr/>
            <p:nvPr userDrawn="1"/>
          </p:nvSpPr>
          <p:spPr>
            <a:xfrm>
              <a:off x="1771185" y="-979093"/>
              <a:ext cx="180304" cy="18030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93304A4-38E7-A045-9677-F9D4E2F53422}"/>
                </a:ext>
              </a:extLst>
            </p:cNvPr>
            <p:cNvSpPr/>
            <p:nvPr userDrawn="1"/>
          </p:nvSpPr>
          <p:spPr>
            <a:xfrm>
              <a:off x="3580951" y="-442494"/>
              <a:ext cx="122825" cy="12282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E94007D-57D4-6375-2AAD-A4BBC88F25F8}"/>
              </a:ext>
            </a:extLst>
          </p:cNvPr>
          <p:cNvGrpSpPr/>
          <p:nvPr userDrawn="1"/>
        </p:nvGrpSpPr>
        <p:grpSpPr>
          <a:xfrm>
            <a:off x="6150753" y="1397893"/>
            <a:ext cx="2717800" cy="2717800"/>
            <a:chOff x="4474557" y="-2888317"/>
            <a:chExt cx="2717800" cy="2717800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A88B107E-2DE6-4E3E-4061-BD542D261B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3495799">
              <a:off x="4474557" y="-2888317"/>
              <a:ext cx="2717800" cy="2717800"/>
            </a:xfrm>
            <a:prstGeom prst="rect">
              <a:avLst/>
            </a:prstGeom>
          </p:spPr>
        </p:pic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713B26C-BA22-123C-C5B7-B864B32A8613}"/>
                </a:ext>
              </a:extLst>
            </p:cNvPr>
            <p:cNvSpPr/>
            <p:nvPr userDrawn="1"/>
          </p:nvSpPr>
          <p:spPr>
            <a:xfrm>
              <a:off x="4501791" y="-1202347"/>
              <a:ext cx="122825" cy="12282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0696342-64A9-63B5-AB74-E5616368E6BC}"/>
                </a:ext>
              </a:extLst>
            </p:cNvPr>
            <p:cNvSpPr/>
            <p:nvPr userDrawn="1"/>
          </p:nvSpPr>
          <p:spPr>
            <a:xfrm>
              <a:off x="5422346" y="-2839734"/>
              <a:ext cx="180304" cy="18030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292AAE4-5A9C-D927-B82D-D3EA5D973826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849926" y="1755295"/>
            <a:ext cx="1980202" cy="1980201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D7F55144-19C1-C8A2-F4EB-C71952B8C335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3704483" y="1755295"/>
            <a:ext cx="1980202" cy="1980201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E72C79D9-8423-197B-47C4-2EDA3EE3B2DD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6511085" y="1755295"/>
            <a:ext cx="1980202" cy="1980201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8014C37-C68D-BAC4-CA21-43EB740F7FC3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58091" y="261257"/>
            <a:ext cx="10875818" cy="713528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gradFill flip="none" rotWithShape="1">
                  <a:gsLst>
                    <a:gs pos="100000">
                      <a:schemeClr val="accent5"/>
                    </a:gs>
                    <a:gs pos="0">
                      <a:schemeClr val="accent1"/>
                    </a:gs>
                  </a:gsLst>
                  <a:lin ang="10800000" scaled="1"/>
                  <a:tileRect/>
                </a:gradFill>
                <a:latin typeface="+mj-lt"/>
                <a:ea typeface="+mn-ea"/>
                <a:cs typeface="Futura Medium" panose="020B0602020204020303" pitchFamily="34" charset="-79"/>
              </a:defRPr>
            </a:lvl1pPr>
          </a:lstStyle>
          <a:p>
            <a:pPr algn="ctr"/>
            <a:r>
              <a:rPr lang="en-US"/>
              <a:t>Click to edit (Arial 32pt)</a:t>
            </a:r>
          </a:p>
        </p:txBody>
      </p:sp>
      <p:sp>
        <p:nvSpPr>
          <p:cNvPr id="30" name="Picture Placeholder 30">
            <a:extLst>
              <a:ext uri="{FF2B5EF4-FFF2-40B4-BE49-F238E27FC236}">
                <a16:creationId xmlns:a16="http://schemas.microsoft.com/office/drawing/2014/main" id="{00953D33-B21B-762A-BF47-96EE7BEA83B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6834" y="1755294"/>
            <a:ext cx="1980202" cy="1980201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00F43BDF-308D-FB5C-4569-1B572B1792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9892" y="1029435"/>
            <a:ext cx="10872216" cy="313932"/>
          </a:xfrm>
        </p:spPr>
        <p:txBody>
          <a:bodyPr lIns="91440" tIns="45720" rIns="91440" bIns="45720">
            <a:spAutoFit/>
          </a:bodyPr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subtitle (Arial Bold 14pt)</a:t>
            </a:r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D75C6A4C-B4AA-D247-6A19-78FE9F9EC3C0}"/>
              </a:ext>
            </a:extLst>
          </p:cNvPr>
          <p:cNvSpPr txBox="1">
            <a:spLocks/>
          </p:cNvSpPr>
          <p:nvPr userDrawn="1"/>
        </p:nvSpPr>
        <p:spPr>
          <a:xfrm>
            <a:off x="240709" y="6268015"/>
            <a:ext cx="3213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R"/>
            </a:defPPr>
            <a:lvl1pPr marL="0" algn="l" defTabSz="914400" rtl="0" eaLnBrk="1" latinLnBrk="0" hangingPunct="1">
              <a:defRPr sz="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5602608-15A0-1B42-ADE4-514EC6B8A495}" type="slidenum">
              <a:rPr lang="en-US" sz="800" b="1" smtClean="0">
                <a:solidFill>
                  <a:schemeClr val="tx2"/>
                </a:solidFill>
                <a:cs typeface="Arial"/>
              </a:rPr>
              <a:pPr algn="r"/>
              <a:t>‹#›</a:t>
            </a:fld>
            <a:endParaRPr lang="en-US" sz="800" b="1">
              <a:solidFill>
                <a:schemeClr val="tx2"/>
              </a:solidFill>
              <a:cs typeface="Arial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7C2DAAD-99E3-A1C8-AB72-2CD0B3410DE2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713319" y="4140663"/>
            <a:ext cx="2253417" cy="1777512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7938" indent="0">
              <a:buNone/>
              <a:tabLst/>
              <a:defRPr sz="1400"/>
            </a:lvl2pPr>
            <a:lvl3pPr marL="115888" indent="-107950">
              <a:buFont typeface="Arial" panose="020B0604020202020204" pitchFamily="34" charset="0"/>
              <a:buChar char="•"/>
              <a:tabLst/>
              <a:defRPr sz="1200"/>
            </a:lvl3pPr>
            <a:lvl4pPr marL="231775" indent="-115888">
              <a:buFont typeface="System Font Regular"/>
              <a:buChar char="–"/>
              <a:tabLst/>
              <a:defRPr sz="1100"/>
            </a:lvl4pPr>
            <a:lvl5pPr marL="347663" indent="-115888">
              <a:buFont typeface="Arial" panose="020B0604020202020204" pitchFamily="34" charset="0"/>
              <a:buChar char="•"/>
              <a:tabLst/>
              <a:defRPr sz="1100"/>
            </a:lvl5pPr>
          </a:lstStyle>
          <a:p>
            <a:pPr lvl="0"/>
            <a:r>
              <a:rPr lang="en-US"/>
              <a:t>Insert Name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CBB68814-0441-C7DA-6250-82F1251FBE37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3567876" y="4140663"/>
            <a:ext cx="2253417" cy="1777512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7938" indent="0">
              <a:buNone/>
              <a:tabLst/>
              <a:defRPr sz="1400"/>
            </a:lvl2pPr>
            <a:lvl3pPr marL="115888" indent="-107950">
              <a:buFont typeface="Arial" panose="020B0604020202020204" pitchFamily="34" charset="0"/>
              <a:buChar char="•"/>
              <a:tabLst/>
              <a:defRPr sz="1200"/>
            </a:lvl3pPr>
            <a:lvl4pPr marL="231775" indent="-115888">
              <a:buFont typeface="System Font Regular"/>
              <a:buChar char="–"/>
              <a:tabLst/>
              <a:defRPr sz="1100"/>
            </a:lvl4pPr>
            <a:lvl5pPr marL="347663" indent="-115888">
              <a:buFont typeface="Arial" panose="020B0604020202020204" pitchFamily="34" charset="0"/>
              <a:buChar char="•"/>
              <a:tabLst/>
              <a:defRPr sz="1100"/>
            </a:lvl5pPr>
          </a:lstStyle>
          <a:p>
            <a:pPr lvl="0"/>
            <a:r>
              <a:rPr lang="en-US"/>
              <a:t>Insert Name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8B9E795B-9447-A095-9CA9-F2D80F1C282E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404947" y="4140663"/>
            <a:ext cx="2253417" cy="1777512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7938" indent="0">
              <a:buNone/>
              <a:tabLst/>
              <a:defRPr sz="1400"/>
            </a:lvl2pPr>
            <a:lvl3pPr marL="115888" indent="-107950">
              <a:buFont typeface="Arial" panose="020B0604020202020204" pitchFamily="34" charset="0"/>
              <a:buChar char="•"/>
              <a:tabLst/>
              <a:defRPr sz="1200"/>
            </a:lvl3pPr>
            <a:lvl4pPr marL="231775" indent="-115888">
              <a:buFont typeface="System Font Regular"/>
              <a:buChar char="–"/>
              <a:tabLst/>
              <a:defRPr sz="1100"/>
            </a:lvl4pPr>
            <a:lvl5pPr marL="347663" indent="-115888">
              <a:buFont typeface="Arial" panose="020B0604020202020204" pitchFamily="34" charset="0"/>
              <a:buChar char="•"/>
              <a:tabLst/>
              <a:defRPr sz="1100"/>
            </a:lvl5pPr>
          </a:lstStyle>
          <a:p>
            <a:pPr lvl="0"/>
            <a:r>
              <a:rPr lang="en-US"/>
              <a:t>Insert Name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1AEB473C-95BC-FAF4-440A-CE1D82BC65EA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9260227" y="4140663"/>
            <a:ext cx="2253417" cy="1777512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7938" indent="0">
              <a:buNone/>
              <a:tabLst/>
              <a:defRPr sz="1400"/>
            </a:lvl2pPr>
            <a:lvl3pPr marL="115888" indent="-107950">
              <a:buFont typeface="Arial" panose="020B0604020202020204" pitchFamily="34" charset="0"/>
              <a:buChar char="•"/>
              <a:tabLst/>
              <a:defRPr sz="1200"/>
            </a:lvl3pPr>
            <a:lvl4pPr marL="231775" indent="-115888">
              <a:buFont typeface="System Font Regular"/>
              <a:buChar char="–"/>
              <a:tabLst/>
              <a:defRPr sz="1100"/>
            </a:lvl4pPr>
            <a:lvl5pPr marL="347663" indent="-115888">
              <a:buFont typeface="Arial" panose="020B0604020202020204" pitchFamily="34" charset="0"/>
              <a:buChar char="•"/>
              <a:tabLst/>
              <a:defRPr sz="1100"/>
            </a:lvl5pPr>
          </a:lstStyle>
          <a:p>
            <a:pPr lvl="0"/>
            <a:r>
              <a:rPr lang="en-US"/>
              <a:t>Insert Name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BEA84FE-65FA-D5D9-678A-8F7F61FBD522}"/>
              </a:ext>
            </a:extLst>
          </p:cNvPr>
          <p:cNvGrpSpPr/>
          <p:nvPr userDrawn="1"/>
        </p:nvGrpSpPr>
        <p:grpSpPr>
          <a:xfrm>
            <a:off x="10305727" y="6265855"/>
            <a:ext cx="1496572" cy="218595"/>
            <a:chOff x="10305727" y="6265855"/>
            <a:chExt cx="1496572" cy="218595"/>
          </a:xfrm>
        </p:grpSpPr>
        <p:grpSp>
          <p:nvGrpSpPr>
            <p:cNvPr id="7" name="Picture 7">
              <a:extLst>
                <a:ext uri="{FF2B5EF4-FFF2-40B4-BE49-F238E27FC236}">
                  <a16:creationId xmlns:a16="http://schemas.microsoft.com/office/drawing/2014/main" id="{01E41B51-BFB2-07E0-2940-5663B2573678}"/>
                </a:ext>
              </a:extLst>
            </p:cNvPr>
            <p:cNvGrpSpPr/>
            <p:nvPr/>
          </p:nvGrpSpPr>
          <p:grpSpPr>
            <a:xfrm>
              <a:off x="10305727" y="6265855"/>
              <a:ext cx="1496572" cy="215632"/>
              <a:chOff x="10305727" y="6265855"/>
              <a:chExt cx="1496572" cy="215632"/>
            </a:xfrm>
            <a:solidFill>
              <a:srgbClr val="28509C"/>
            </a:solidFill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908F6E77-F953-6CAA-46FF-27E4952BAD8B}"/>
                  </a:ext>
                </a:extLst>
              </p:cNvPr>
              <p:cNvSpPr/>
              <p:nvPr/>
            </p:nvSpPr>
            <p:spPr>
              <a:xfrm>
                <a:off x="11067851" y="6265855"/>
                <a:ext cx="185055" cy="211237"/>
              </a:xfrm>
              <a:custGeom>
                <a:avLst/>
                <a:gdLst>
                  <a:gd name="connsiteX0" fmla="*/ 92503 w 185055"/>
                  <a:gd name="connsiteY0" fmla="*/ 0 h 211237"/>
                  <a:gd name="connsiteX1" fmla="*/ 0 w 185055"/>
                  <a:gd name="connsiteY1" fmla="*/ 211237 h 211237"/>
                  <a:gd name="connsiteX2" fmla="*/ 19833 w 185055"/>
                  <a:gd name="connsiteY2" fmla="*/ 211237 h 211237"/>
                  <a:gd name="connsiteX3" fmla="*/ 52246 w 185055"/>
                  <a:gd name="connsiteY3" fmla="*/ 137203 h 211237"/>
                  <a:gd name="connsiteX4" fmla="*/ 132859 w 185055"/>
                  <a:gd name="connsiteY4" fmla="*/ 137203 h 211237"/>
                  <a:gd name="connsiteX5" fmla="*/ 165469 w 185055"/>
                  <a:gd name="connsiteY5" fmla="*/ 211237 h 211237"/>
                  <a:gd name="connsiteX6" fmla="*/ 185055 w 185055"/>
                  <a:gd name="connsiteY6" fmla="*/ 211237 h 211237"/>
                  <a:gd name="connsiteX7" fmla="*/ 92503 w 185055"/>
                  <a:gd name="connsiteY7" fmla="*/ 0 h 211237"/>
                  <a:gd name="connsiteX8" fmla="*/ 60041 w 185055"/>
                  <a:gd name="connsiteY8" fmla="*/ 119275 h 211237"/>
                  <a:gd name="connsiteX9" fmla="*/ 92355 w 185055"/>
                  <a:gd name="connsiteY9" fmla="*/ 45339 h 211237"/>
                  <a:gd name="connsiteX10" fmla="*/ 124916 w 185055"/>
                  <a:gd name="connsiteY10" fmla="*/ 119275 h 211237"/>
                  <a:gd name="connsiteX11" fmla="*/ 59991 w 185055"/>
                  <a:gd name="connsiteY11" fmla="*/ 119275 h 211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5055" h="211237">
                    <a:moveTo>
                      <a:pt x="92503" y="0"/>
                    </a:moveTo>
                    <a:lnTo>
                      <a:pt x="0" y="211237"/>
                    </a:lnTo>
                    <a:lnTo>
                      <a:pt x="19833" y="211237"/>
                    </a:lnTo>
                    <a:lnTo>
                      <a:pt x="52246" y="137203"/>
                    </a:lnTo>
                    <a:lnTo>
                      <a:pt x="132859" y="137203"/>
                    </a:lnTo>
                    <a:lnTo>
                      <a:pt x="165469" y="211237"/>
                    </a:lnTo>
                    <a:lnTo>
                      <a:pt x="185055" y="211237"/>
                    </a:lnTo>
                    <a:lnTo>
                      <a:pt x="92503" y="0"/>
                    </a:lnTo>
                    <a:close/>
                    <a:moveTo>
                      <a:pt x="60041" y="119275"/>
                    </a:moveTo>
                    <a:lnTo>
                      <a:pt x="92355" y="45339"/>
                    </a:lnTo>
                    <a:lnTo>
                      <a:pt x="124916" y="119275"/>
                    </a:lnTo>
                    <a:lnTo>
                      <a:pt x="59991" y="119275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EB61B41D-4395-BA95-E1EF-36844ED43D56}"/>
                  </a:ext>
                </a:extLst>
              </p:cNvPr>
              <p:cNvSpPr/>
              <p:nvPr/>
            </p:nvSpPr>
            <p:spPr>
              <a:xfrm>
                <a:off x="11496768" y="6270250"/>
                <a:ext cx="17908" cy="206792"/>
              </a:xfrm>
              <a:custGeom>
                <a:avLst/>
                <a:gdLst>
                  <a:gd name="connsiteX0" fmla="*/ 0 w 17908"/>
                  <a:gd name="connsiteY0" fmla="*/ 0 h 206792"/>
                  <a:gd name="connsiteX1" fmla="*/ 17909 w 17908"/>
                  <a:gd name="connsiteY1" fmla="*/ 0 h 206792"/>
                  <a:gd name="connsiteX2" fmla="*/ 17909 w 17908"/>
                  <a:gd name="connsiteY2" fmla="*/ 206792 h 206792"/>
                  <a:gd name="connsiteX3" fmla="*/ 0 w 17908"/>
                  <a:gd name="connsiteY3" fmla="*/ 206792 h 2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08" h="206792">
                    <a:moveTo>
                      <a:pt x="0" y="0"/>
                    </a:moveTo>
                    <a:lnTo>
                      <a:pt x="17909" y="0"/>
                    </a:lnTo>
                    <a:lnTo>
                      <a:pt x="17909" y="206792"/>
                    </a:lnTo>
                    <a:lnTo>
                      <a:pt x="0" y="206792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BBA8D16-3972-511E-A8C3-5D68D7B58EE8}"/>
                  </a:ext>
                </a:extLst>
              </p:cNvPr>
              <p:cNvSpPr/>
              <p:nvPr/>
            </p:nvSpPr>
            <p:spPr>
              <a:xfrm>
                <a:off x="10840714" y="6266200"/>
                <a:ext cx="189643" cy="210842"/>
              </a:xfrm>
              <a:custGeom>
                <a:avLst/>
                <a:gdLst>
                  <a:gd name="connsiteX0" fmla="*/ 94378 w 189643"/>
                  <a:gd name="connsiteY0" fmla="*/ 95321 h 210842"/>
                  <a:gd name="connsiteX1" fmla="*/ 0 w 189643"/>
                  <a:gd name="connsiteY1" fmla="*/ 99 h 210842"/>
                  <a:gd name="connsiteX2" fmla="*/ 99 w 189643"/>
                  <a:gd name="connsiteY2" fmla="*/ 210842 h 210842"/>
                  <a:gd name="connsiteX3" fmla="*/ 18007 w 189643"/>
                  <a:gd name="connsiteY3" fmla="*/ 210842 h 210842"/>
                  <a:gd name="connsiteX4" fmla="*/ 18007 w 189643"/>
                  <a:gd name="connsiteY4" fmla="*/ 43808 h 210842"/>
                  <a:gd name="connsiteX5" fmla="*/ 94180 w 189643"/>
                  <a:gd name="connsiteY5" fmla="*/ 120954 h 210842"/>
                  <a:gd name="connsiteX6" fmla="*/ 171735 w 189643"/>
                  <a:gd name="connsiteY6" fmla="*/ 43413 h 210842"/>
                  <a:gd name="connsiteX7" fmla="*/ 171735 w 189643"/>
                  <a:gd name="connsiteY7" fmla="*/ 210842 h 210842"/>
                  <a:gd name="connsiteX8" fmla="*/ 189643 w 189643"/>
                  <a:gd name="connsiteY8" fmla="*/ 210842 h 210842"/>
                  <a:gd name="connsiteX9" fmla="*/ 189643 w 189643"/>
                  <a:gd name="connsiteY9" fmla="*/ 0 h 210842"/>
                  <a:gd name="connsiteX10" fmla="*/ 94378 w 189643"/>
                  <a:gd name="connsiteY10" fmla="*/ 95321 h 2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643" h="210842">
                    <a:moveTo>
                      <a:pt x="94378" y="95321"/>
                    </a:moveTo>
                    <a:lnTo>
                      <a:pt x="0" y="99"/>
                    </a:lnTo>
                    <a:lnTo>
                      <a:pt x="99" y="210842"/>
                    </a:lnTo>
                    <a:lnTo>
                      <a:pt x="18007" y="210842"/>
                    </a:lnTo>
                    <a:lnTo>
                      <a:pt x="18007" y="43808"/>
                    </a:lnTo>
                    <a:lnTo>
                      <a:pt x="94180" y="120954"/>
                    </a:lnTo>
                    <a:lnTo>
                      <a:pt x="171735" y="43413"/>
                    </a:lnTo>
                    <a:lnTo>
                      <a:pt x="171735" y="210842"/>
                    </a:lnTo>
                    <a:lnTo>
                      <a:pt x="189643" y="210842"/>
                    </a:lnTo>
                    <a:lnTo>
                      <a:pt x="189643" y="0"/>
                    </a:lnTo>
                    <a:lnTo>
                      <a:pt x="94378" y="95321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E963B2CF-FC39-4C25-2A1A-50DE42D5DE09}"/>
                  </a:ext>
                </a:extLst>
              </p:cNvPr>
              <p:cNvSpPr/>
              <p:nvPr/>
            </p:nvSpPr>
            <p:spPr>
              <a:xfrm>
                <a:off x="11587989" y="6266744"/>
                <a:ext cx="156342" cy="214743"/>
              </a:xfrm>
              <a:custGeom>
                <a:avLst/>
                <a:gdLst>
                  <a:gd name="connsiteX0" fmla="*/ 138384 w 156342"/>
                  <a:gd name="connsiteY0" fmla="*/ 3507 h 214743"/>
                  <a:gd name="connsiteX1" fmla="*/ 138384 w 156342"/>
                  <a:gd name="connsiteY1" fmla="*/ 164564 h 214743"/>
                  <a:gd name="connsiteX2" fmla="*/ 0 w 156342"/>
                  <a:gd name="connsiteY2" fmla="*/ 0 h 214743"/>
                  <a:gd name="connsiteX3" fmla="*/ 0 w 156342"/>
                  <a:gd name="connsiteY3" fmla="*/ 28646 h 214743"/>
                  <a:gd name="connsiteX4" fmla="*/ 0 w 156342"/>
                  <a:gd name="connsiteY4" fmla="*/ 210299 h 214743"/>
                  <a:gd name="connsiteX5" fmla="*/ 17909 w 156342"/>
                  <a:gd name="connsiteY5" fmla="*/ 210299 h 214743"/>
                  <a:gd name="connsiteX6" fmla="*/ 17909 w 156342"/>
                  <a:gd name="connsiteY6" fmla="*/ 49982 h 214743"/>
                  <a:gd name="connsiteX7" fmla="*/ 156342 w 156342"/>
                  <a:gd name="connsiteY7" fmla="*/ 214744 h 214743"/>
                  <a:gd name="connsiteX8" fmla="*/ 156342 w 156342"/>
                  <a:gd name="connsiteY8" fmla="*/ 3507 h 214743"/>
                  <a:gd name="connsiteX9" fmla="*/ 138384 w 156342"/>
                  <a:gd name="connsiteY9" fmla="*/ 3507 h 214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6342" h="214743">
                    <a:moveTo>
                      <a:pt x="138384" y="3507"/>
                    </a:moveTo>
                    <a:lnTo>
                      <a:pt x="138384" y="164564"/>
                    </a:lnTo>
                    <a:lnTo>
                      <a:pt x="0" y="0"/>
                    </a:lnTo>
                    <a:lnTo>
                      <a:pt x="0" y="28646"/>
                    </a:lnTo>
                    <a:lnTo>
                      <a:pt x="0" y="210299"/>
                    </a:lnTo>
                    <a:lnTo>
                      <a:pt x="17909" y="210299"/>
                    </a:lnTo>
                    <a:lnTo>
                      <a:pt x="17909" y="49982"/>
                    </a:lnTo>
                    <a:lnTo>
                      <a:pt x="156342" y="214744"/>
                    </a:lnTo>
                    <a:lnTo>
                      <a:pt x="156342" y="3507"/>
                    </a:lnTo>
                    <a:lnTo>
                      <a:pt x="138384" y="3507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940097FB-05B6-7A20-ACB1-997E2292D13F}"/>
                  </a:ext>
                </a:extLst>
              </p:cNvPr>
              <p:cNvSpPr/>
              <p:nvPr/>
            </p:nvSpPr>
            <p:spPr>
              <a:xfrm>
                <a:off x="11291980" y="6270398"/>
                <a:ext cx="150027" cy="206742"/>
              </a:xfrm>
              <a:custGeom>
                <a:avLst/>
                <a:gdLst>
                  <a:gd name="connsiteX0" fmla="*/ 129800 w 150027"/>
                  <a:gd name="connsiteY0" fmla="*/ 206743 h 206742"/>
                  <a:gd name="connsiteX1" fmla="*/ 150027 w 150027"/>
                  <a:gd name="connsiteY1" fmla="*/ 206743 h 206742"/>
                  <a:gd name="connsiteX2" fmla="*/ 100495 w 150027"/>
                  <a:gd name="connsiteY2" fmla="*/ 109940 h 206742"/>
                  <a:gd name="connsiteX3" fmla="*/ 141344 w 150027"/>
                  <a:gd name="connsiteY3" fmla="*/ 61292 h 206742"/>
                  <a:gd name="connsiteX4" fmla="*/ 141394 w 150027"/>
                  <a:gd name="connsiteY4" fmla="*/ 61292 h 206742"/>
                  <a:gd name="connsiteX5" fmla="*/ 141394 w 150027"/>
                  <a:gd name="connsiteY5" fmla="*/ 60156 h 206742"/>
                  <a:gd name="connsiteX6" fmla="*/ 141591 w 150027"/>
                  <a:gd name="connsiteY6" fmla="*/ 56847 h 206742"/>
                  <a:gd name="connsiteX7" fmla="*/ 141394 w 150027"/>
                  <a:gd name="connsiteY7" fmla="*/ 56847 h 206742"/>
                  <a:gd name="connsiteX8" fmla="*/ 141394 w 150027"/>
                  <a:gd name="connsiteY8" fmla="*/ 54921 h 206742"/>
                  <a:gd name="connsiteX9" fmla="*/ 141591 w 150027"/>
                  <a:gd name="connsiteY9" fmla="*/ 54921 h 206742"/>
                  <a:gd name="connsiteX10" fmla="*/ 141394 w 150027"/>
                  <a:gd name="connsiteY10" fmla="*/ 51562 h 206742"/>
                  <a:gd name="connsiteX11" fmla="*/ 141394 w 150027"/>
                  <a:gd name="connsiteY11" fmla="*/ 51562 h 206742"/>
                  <a:gd name="connsiteX12" fmla="*/ 86731 w 150027"/>
                  <a:gd name="connsiteY12" fmla="*/ 0 h 206742"/>
                  <a:gd name="connsiteX13" fmla="*/ 0 w 150027"/>
                  <a:gd name="connsiteY13" fmla="*/ 0 h 206742"/>
                  <a:gd name="connsiteX14" fmla="*/ 0 w 150027"/>
                  <a:gd name="connsiteY14" fmla="*/ 206693 h 206742"/>
                  <a:gd name="connsiteX15" fmla="*/ 17909 w 150027"/>
                  <a:gd name="connsiteY15" fmla="*/ 206693 h 206742"/>
                  <a:gd name="connsiteX16" fmla="*/ 17909 w 150027"/>
                  <a:gd name="connsiteY16" fmla="*/ 111669 h 206742"/>
                  <a:gd name="connsiteX17" fmla="*/ 81107 w 150027"/>
                  <a:gd name="connsiteY17" fmla="*/ 111669 h 206742"/>
                  <a:gd name="connsiteX18" fmla="*/ 129800 w 150027"/>
                  <a:gd name="connsiteY18" fmla="*/ 206743 h 206742"/>
                  <a:gd name="connsiteX19" fmla="*/ 17909 w 150027"/>
                  <a:gd name="connsiteY19" fmla="*/ 17978 h 206742"/>
                  <a:gd name="connsiteX20" fmla="*/ 86731 w 150027"/>
                  <a:gd name="connsiteY20" fmla="*/ 17978 h 206742"/>
                  <a:gd name="connsiteX21" fmla="*/ 123485 w 150027"/>
                  <a:gd name="connsiteY21" fmla="*/ 54130 h 206742"/>
                  <a:gd name="connsiteX22" fmla="*/ 123485 w 150027"/>
                  <a:gd name="connsiteY22" fmla="*/ 57538 h 206742"/>
                  <a:gd name="connsiteX23" fmla="*/ 86731 w 150027"/>
                  <a:gd name="connsiteY23" fmla="*/ 93642 h 206742"/>
                  <a:gd name="connsiteX24" fmla="*/ 86731 w 150027"/>
                  <a:gd name="connsiteY24" fmla="*/ 93642 h 206742"/>
                  <a:gd name="connsiteX25" fmla="*/ 17909 w 150027"/>
                  <a:gd name="connsiteY25" fmla="*/ 93691 h 206742"/>
                  <a:gd name="connsiteX26" fmla="*/ 17909 w 150027"/>
                  <a:gd name="connsiteY26" fmla="*/ 17978 h 206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0027" h="206742">
                    <a:moveTo>
                      <a:pt x="129800" y="206743"/>
                    </a:moveTo>
                    <a:lnTo>
                      <a:pt x="150027" y="206743"/>
                    </a:lnTo>
                    <a:cubicBezTo>
                      <a:pt x="150027" y="206743"/>
                      <a:pt x="100495" y="109940"/>
                      <a:pt x="100495" y="109940"/>
                    </a:cubicBezTo>
                    <a:cubicBezTo>
                      <a:pt x="122696" y="104162"/>
                      <a:pt x="139470" y="84850"/>
                      <a:pt x="141344" y="61292"/>
                    </a:cubicBezTo>
                    <a:lnTo>
                      <a:pt x="141394" y="61292"/>
                    </a:lnTo>
                    <a:lnTo>
                      <a:pt x="141394" y="60156"/>
                    </a:lnTo>
                    <a:cubicBezTo>
                      <a:pt x="141443" y="59069"/>
                      <a:pt x="141591" y="57933"/>
                      <a:pt x="141591" y="56847"/>
                    </a:cubicBezTo>
                    <a:lnTo>
                      <a:pt x="141394" y="56847"/>
                    </a:lnTo>
                    <a:lnTo>
                      <a:pt x="141394" y="54921"/>
                    </a:lnTo>
                    <a:lnTo>
                      <a:pt x="141591" y="54921"/>
                    </a:lnTo>
                    <a:cubicBezTo>
                      <a:pt x="141591" y="53785"/>
                      <a:pt x="141492" y="52698"/>
                      <a:pt x="141394" y="51562"/>
                    </a:cubicBezTo>
                    <a:lnTo>
                      <a:pt x="141394" y="51562"/>
                    </a:lnTo>
                    <a:cubicBezTo>
                      <a:pt x="139618" y="22768"/>
                      <a:pt x="115888" y="0"/>
                      <a:pt x="86731" y="0"/>
                    </a:cubicBezTo>
                    <a:lnTo>
                      <a:pt x="0" y="0"/>
                    </a:lnTo>
                    <a:lnTo>
                      <a:pt x="0" y="206693"/>
                    </a:lnTo>
                    <a:lnTo>
                      <a:pt x="17909" y="206693"/>
                    </a:lnTo>
                    <a:lnTo>
                      <a:pt x="17909" y="111669"/>
                    </a:lnTo>
                    <a:lnTo>
                      <a:pt x="81107" y="111669"/>
                    </a:lnTo>
                    <a:lnTo>
                      <a:pt x="129800" y="206743"/>
                    </a:lnTo>
                    <a:close/>
                    <a:moveTo>
                      <a:pt x="17909" y="17978"/>
                    </a:moveTo>
                    <a:lnTo>
                      <a:pt x="86731" y="17978"/>
                    </a:lnTo>
                    <a:cubicBezTo>
                      <a:pt x="106810" y="17978"/>
                      <a:pt x="123090" y="34128"/>
                      <a:pt x="123485" y="54130"/>
                    </a:cubicBezTo>
                    <a:lnTo>
                      <a:pt x="123485" y="57538"/>
                    </a:lnTo>
                    <a:cubicBezTo>
                      <a:pt x="123090" y="77541"/>
                      <a:pt x="106810" y="93642"/>
                      <a:pt x="86731" y="93642"/>
                    </a:cubicBezTo>
                    <a:lnTo>
                      <a:pt x="86731" y="93642"/>
                    </a:lnTo>
                    <a:cubicBezTo>
                      <a:pt x="86731" y="93642"/>
                      <a:pt x="17909" y="93691"/>
                      <a:pt x="17909" y="93691"/>
                    </a:cubicBezTo>
                    <a:lnTo>
                      <a:pt x="17909" y="17978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D3CE8346-0DAC-C3F6-D00C-6B97B63C1F64}"/>
                  </a:ext>
                </a:extLst>
              </p:cNvPr>
              <p:cNvSpPr/>
              <p:nvPr/>
            </p:nvSpPr>
            <p:spPr>
              <a:xfrm>
                <a:off x="10305727" y="6270300"/>
                <a:ext cx="145883" cy="206792"/>
              </a:xfrm>
              <a:custGeom>
                <a:avLst/>
                <a:gdLst>
                  <a:gd name="connsiteX0" fmla="*/ 145686 w 145883"/>
                  <a:gd name="connsiteY0" fmla="*/ 145797 h 206792"/>
                  <a:gd name="connsiteX1" fmla="*/ 137990 w 145883"/>
                  <a:gd name="connsiteY1" fmla="*/ 118830 h 206792"/>
                  <a:gd name="connsiteX2" fmla="*/ 119390 w 145883"/>
                  <a:gd name="connsiteY2" fmla="*/ 100951 h 206792"/>
                  <a:gd name="connsiteX3" fmla="*/ 141295 w 145883"/>
                  <a:gd name="connsiteY3" fmla="*/ 61341 h 206792"/>
                  <a:gd name="connsiteX4" fmla="*/ 141344 w 145883"/>
                  <a:gd name="connsiteY4" fmla="*/ 61341 h 206792"/>
                  <a:gd name="connsiteX5" fmla="*/ 141344 w 145883"/>
                  <a:gd name="connsiteY5" fmla="*/ 60205 h 206792"/>
                  <a:gd name="connsiteX6" fmla="*/ 141492 w 145883"/>
                  <a:gd name="connsiteY6" fmla="*/ 56896 h 206792"/>
                  <a:gd name="connsiteX7" fmla="*/ 141344 w 145883"/>
                  <a:gd name="connsiteY7" fmla="*/ 56896 h 206792"/>
                  <a:gd name="connsiteX8" fmla="*/ 141344 w 145883"/>
                  <a:gd name="connsiteY8" fmla="*/ 54970 h 206792"/>
                  <a:gd name="connsiteX9" fmla="*/ 141492 w 145883"/>
                  <a:gd name="connsiteY9" fmla="*/ 54970 h 206792"/>
                  <a:gd name="connsiteX10" fmla="*/ 141344 w 145883"/>
                  <a:gd name="connsiteY10" fmla="*/ 51612 h 206792"/>
                  <a:gd name="connsiteX11" fmla="*/ 141344 w 145883"/>
                  <a:gd name="connsiteY11" fmla="*/ 51612 h 206792"/>
                  <a:gd name="connsiteX12" fmla="*/ 141344 w 145883"/>
                  <a:gd name="connsiteY12" fmla="*/ 51562 h 206792"/>
                  <a:gd name="connsiteX13" fmla="*/ 86632 w 145883"/>
                  <a:gd name="connsiteY13" fmla="*/ 49 h 206792"/>
                  <a:gd name="connsiteX14" fmla="*/ 86632 w 145883"/>
                  <a:gd name="connsiteY14" fmla="*/ 148 h 206792"/>
                  <a:gd name="connsiteX15" fmla="*/ 0 w 145883"/>
                  <a:gd name="connsiteY15" fmla="*/ 0 h 206792"/>
                  <a:gd name="connsiteX16" fmla="*/ 0 w 145883"/>
                  <a:gd name="connsiteY16" fmla="*/ 206792 h 206792"/>
                  <a:gd name="connsiteX17" fmla="*/ 90036 w 145883"/>
                  <a:gd name="connsiteY17" fmla="*/ 206792 h 206792"/>
                  <a:gd name="connsiteX18" fmla="*/ 145784 w 145883"/>
                  <a:gd name="connsiteY18" fmla="*/ 151773 h 206792"/>
                  <a:gd name="connsiteX19" fmla="*/ 145883 w 145883"/>
                  <a:gd name="connsiteY19" fmla="*/ 151773 h 206792"/>
                  <a:gd name="connsiteX20" fmla="*/ 145883 w 145883"/>
                  <a:gd name="connsiteY20" fmla="*/ 145797 h 206792"/>
                  <a:gd name="connsiteX21" fmla="*/ 145784 w 145883"/>
                  <a:gd name="connsiteY21" fmla="*/ 145797 h 206792"/>
                  <a:gd name="connsiteX22" fmla="*/ 86681 w 145883"/>
                  <a:gd name="connsiteY22" fmla="*/ 18076 h 206792"/>
                  <a:gd name="connsiteX23" fmla="*/ 86681 w 145883"/>
                  <a:gd name="connsiteY23" fmla="*/ 18076 h 206792"/>
                  <a:gd name="connsiteX24" fmla="*/ 123485 w 145883"/>
                  <a:gd name="connsiteY24" fmla="*/ 54328 h 206792"/>
                  <a:gd name="connsiteX25" fmla="*/ 123485 w 145883"/>
                  <a:gd name="connsiteY25" fmla="*/ 57538 h 206792"/>
                  <a:gd name="connsiteX26" fmla="*/ 86681 w 145883"/>
                  <a:gd name="connsiteY26" fmla="*/ 93889 h 206792"/>
                  <a:gd name="connsiteX27" fmla="*/ 17909 w 145883"/>
                  <a:gd name="connsiteY27" fmla="*/ 93889 h 206792"/>
                  <a:gd name="connsiteX28" fmla="*/ 17909 w 145883"/>
                  <a:gd name="connsiteY28" fmla="*/ 18076 h 206792"/>
                  <a:gd name="connsiteX29" fmla="*/ 86681 w 145883"/>
                  <a:gd name="connsiteY29" fmla="*/ 18076 h 206792"/>
                  <a:gd name="connsiteX30" fmla="*/ 127876 w 145883"/>
                  <a:gd name="connsiteY30" fmla="*/ 150834 h 206792"/>
                  <a:gd name="connsiteX31" fmla="*/ 127728 w 145883"/>
                  <a:gd name="connsiteY31" fmla="*/ 150834 h 206792"/>
                  <a:gd name="connsiteX32" fmla="*/ 89691 w 145883"/>
                  <a:gd name="connsiteY32" fmla="*/ 188913 h 206792"/>
                  <a:gd name="connsiteX33" fmla="*/ 89691 w 145883"/>
                  <a:gd name="connsiteY33" fmla="*/ 188913 h 206792"/>
                  <a:gd name="connsiteX34" fmla="*/ 17909 w 145883"/>
                  <a:gd name="connsiteY34" fmla="*/ 188913 h 206792"/>
                  <a:gd name="connsiteX35" fmla="*/ 17909 w 145883"/>
                  <a:gd name="connsiteY35" fmla="*/ 111916 h 206792"/>
                  <a:gd name="connsiteX36" fmla="*/ 92207 w 145883"/>
                  <a:gd name="connsiteY36" fmla="*/ 112212 h 206792"/>
                  <a:gd name="connsiteX37" fmla="*/ 92207 w 145883"/>
                  <a:gd name="connsiteY37" fmla="*/ 112212 h 206792"/>
                  <a:gd name="connsiteX38" fmla="*/ 122942 w 145883"/>
                  <a:gd name="connsiteY38" fmla="*/ 128757 h 206792"/>
                  <a:gd name="connsiteX39" fmla="*/ 127777 w 145883"/>
                  <a:gd name="connsiteY39" fmla="*/ 147180 h 206792"/>
                  <a:gd name="connsiteX40" fmla="*/ 127925 w 145883"/>
                  <a:gd name="connsiteY40" fmla="*/ 147180 h 206792"/>
                  <a:gd name="connsiteX41" fmla="*/ 127925 w 145883"/>
                  <a:gd name="connsiteY41" fmla="*/ 150834 h 2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45883" h="206792">
                    <a:moveTo>
                      <a:pt x="145686" y="145797"/>
                    </a:moveTo>
                    <a:cubicBezTo>
                      <a:pt x="145439" y="135771"/>
                      <a:pt x="142923" y="126831"/>
                      <a:pt x="137990" y="118830"/>
                    </a:cubicBezTo>
                    <a:cubicBezTo>
                      <a:pt x="133253" y="111274"/>
                      <a:pt x="126889" y="105199"/>
                      <a:pt x="119390" y="100951"/>
                    </a:cubicBezTo>
                    <a:cubicBezTo>
                      <a:pt x="131675" y="91765"/>
                      <a:pt x="140012" y="77541"/>
                      <a:pt x="141295" y="61341"/>
                    </a:cubicBezTo>
                    <a:lnTo>
                      <a:pt x="141344" y="61341"/>
                    </a:lnTo>
                    <a:lnTo>
                      <a:pt x="141344" y="60205"/>
                    </a:lnTo>
                    <a:cubicBezTo>
                      <a:pt x="141394" y="59119"/>
                      <a:pt x="141492" y="57983"/>
                      <a:pt x="141492" y="56896"/>
                    </a:cubicBezTo>
                    <a:lnTo>
                      <a:pt x="141344" y="56896"/>
                    </a:lnTo>
                    <a:lnTo>
                      <a:pt x="141344" y="54970"/>
                    </a:lnTo>
                    <a:lnTo>
                      <a:pt x="141492" y="54970"/>
                    </a:lnTo>
                    <a:cubicBezTo>
                      <a:pt x="141492" y="53834"/>
                      <a:pt x="141394" y="52748"/>
                      <a:pt x="141344" y="51612"/>
                    </a:cubicBezTo>
                    <a:lnTo>
                      <a:pt x="141344" y="51612"/>
                    </a:lnTo>
                    <a:cubicBezTo>
                      <a:pt x="141344" y="51612"/>
                      <a:pt x="141344" y="51562"/>
                      <a:pt x="141344" y="51562"/>
                    </a:cubicBezTo>
                    <a:cubicBezTo>
                      <a:pt x="139568" y="22818"/>
                      <a:pt x="115789" y="49"/>
                      <a:pt x="86632" y="49"/>
                    </a:cubicBezTo>
                    <a:lnTo>
                      <a:pt x="86632" y="148"/>
                    </a:lnTo>
                    <a:lnTo>
                      <a:pt x="0" y="0"/>
                    </a:lnTo>
                    <a:lnTo>
                      <a:pt x="0" y="206792"/>
                    </a:lnTo>
                    <a:lnTo>
                      <a:pt x="90036" y="206792"/>
                    </a:lnTo>
                    <a:cubicBezTo>
                      <a:pt x="120476" y="206595"/>
                      <a:pt x="145143" y="182147"/>
                      <a:pt x="145784" y="151773"/>
                    </a:cubicBezTo>
                    <a:lnTo>
                      <a:pt x="145883" y="151773"/>
                    </a:lnTo>
                    <a:lnTo>
                      <a:pt x="145883" y="145797"/>
                    </a:lnTo>
                    <a:lnTo>
                      <a:pt x="145784" y="145797"/>
                    </a:lnTo>
                    <a:close/>
                    <a:moveTo>
                      <a:pt x="86681" y="18076"/>
                    </a:moveTo>
                    <a:lnTo>
                      <a:pt x="86681" y="18076"/>
                    </a:lnTo>
                    <a:cubicBezTo>
                      <a:pt x="106810" y="18076"/>
                      <a:pt x="123140" y="34276"/>
                      <a:pt x="123485" y="54328"/>
                    </a:cubicBezTo>
                    <a:lnTo>
                      <a:pt x="123485" y="57538"/>
                    </a:lnTo>
                    <a:cubicBezTo>
                      <a:pt x="123140" y="77590"/>
                      <a:pt x="106810" y="93889"/>
                      <a:pt x="86681" y="93889"/>
                    </a:cubicBezTo>
                    <a:lnTo>
                      <a:pt x="17909" y="93889"/>
                    </a:lnTo>
                    <a:lnTo>
                      <a:pt x="17909" y="18076"/>
                    </a:lnTo>
                    <a:lnTo>
                      <a:pt x="86681" y="18076"/>
                    </a:lnTo>
                    <a:close/>
                    <a:moveTo>
                      <a:pt x="127876" y="150834"/>
                    </a:moveTo>
                    <a:lnTo>
                      <a:pt x="127728" y="150834"/>
                    </a:lnTo>
                    <a:cubicBezTo>
                      <a:pt x="127728" y="171874"/>
                      <a:pt x="110707" y="188913"/>
                      <a:pt x="89691" y="188913"/>
                    </a:cubicBezTo>
                    <a:lnTo>
                      <a:pt x="89691" y="188913"/>
                    </a:lnTo>
                    <a:cubicBezTo>
                      <a:pt x="89691" y="188913"/>
                      <a:pt x="17909" y="188913"/>
                      <a:pt x="17909" y="188913"/>
                    </a:cubicBezTo>
                    <a:lnTo>
                      <a:pt x="17909" y="111916"/>
                    </a:lnTo>
                    <a:lnTo>
                      <a:pt x="92207" y="112212"/>
                    </a:lnTo>
                    <a:lnTo>
                      <a:pt x="92207" y="112212"/>
                    </a:lnTo>
                    <a:cubicBezTo>
                      <a:pt x="105133" y="112212"/>
                      <a:pt x="116381" y="118583"/>
                      <a:pt x="122942" y="128757"/>
                    </a:cubicBezTo>
                    <a:cubicBezTo>
                      <a:pt x="125705" y="134536"/>
                      <a:pt x="127777" y="140364"/>
                      <a:pt x="127777" y="147180"/>
                    </a:cubicBezTo>
                    <a:lnTo>
                      <a:pt x="127925" y="147180"/>
                    </a:lnTo>
                    <a:lnTo>
                      <a:pt x="127925" y="150834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7E21FD2B-244B-EB51-C738-F33DAEE346AD}"/>
                  </a:ext>
                </a:extLst>
              </p:cNvPr>
              <p:cNvSpPr/>
              <p:nvPr/>
            </p:nvSpPr>
            <p:spPr>
              <a:xfrm>
                <a:off x="10582446" y="6266744"/>
                <a:ext cx="213619" cy="213755"/>
              </a:xfrm>
              <a:custGeom>
                <a:avLst/>
                <a:gdLst>
                  <a:gd name="connsiteX0" fmla="*/ 937 w 213619"/>
                  <a:gd name="connsiteY0" fmla="*/ 120312 h 213755"/>
                  <a:gd name="connsiteX1" fmla="*/ 106859 w 213619"/>
                  <a:gd name="connsiteY1" fmla="*/ 213756 h 213755"/>
                  <a:gd name="connsiteX2" fmla="*/ 212781 w 213619"/>
                  <a:gd name="connsiteY2" fmla="*/ 120262 h 213755"/>
                  <a:gd name="connsiteX3" fmla="*/ 213620 w 213619"/>
                  <a:gd name="connsiteY3" fmla="*/ 107224 h 213755"/>
                  <a:gd name="connsiteX4" fmla="*/ 213028 w 213619"/>
                  <a:gd name="connsiteY4" fmla="*/ 95568 h 213755"/>
                  <a:gd name="connsiteX5" fmla="*/ 106859 w 213619"/>
                  <a:gd name="connsiteY5" fmla="*/ 0 h 213755"/>
                  <a:gd name="connsiteX6" fmla="*/ 691 w 213619"/>
                  <a:gd name="connsiteY6" fmla="*/ 95568 h 213755"/>
                  <a:gd name="connsiteX7" fmla="*/ 592 w 213619"/>
                  <a:gd name="connsiteY7" fmla="*/ 95568 h 213755"/>
                  <a:gd name="connsiteX8" fmla="*/ 0 w 213619"/>
                  <a:gd name="connsiteY8" fmla="*/ 107224 h 213755"/>
                  <a:gd name="connsiteX9" fmla="*/ 839 w 213619"/>
                  <a:gd name="connsiteY9" fmla="*/ 120262 h 213755"/>
                  <a:gd name="connsiteX10" fmla="*/ 106859 w 213619"/>
                  <a:gd name="connsiteY10" fmla="*/ 195581 h 213755"/>
                  <a:gd name="connsiteX11" fmla="*/ 19241 w 213619"/>
                  <a:gd name="connsiteY11" fmla="*/ 120312 h 213755"/>
                  <a:gd name="connsiteX12" fmla="*/ 19142 w 213619"/>
                  <a:gd name="connsiteY12" fmla="*/ 120312 h 213755"/>
                  <a:gd name="connsiteX13" fmla="*/ 18155 w 213619"/>
                  <a:gd name="connsiteY13" fmla="*/ 107224 h 213755"/>
                  <a:gd name="connsiteX14" fmla="*/ 18846 w 213619"/>
                  <a:gd name="connsiteY14" fmla="*/ 95914 h 213755"/>
                  <a:gd name="connsiteX15" fmla="*/ 18895 w 213619"/>
                  <a:gd name="connsiteY15" fmla="*/ 95914 h 213755"/>
                  <a:gd name="connsiteX16" fmla="*/ 106810 w 213619"/>
                  <a:gd name="connsiteY16" fmla="*/ 18175 h 213755"/>
                  <a:gd name="connsiteX17" fmla="*/ 194675 w 213619"/>
                  <a:gd name="connsiteY17" fmla="*/ 95765 h 213755"/>
                  <a:gd name="connsiteX18" fmla="*/ 195415 w 213619"/>
                  <a:gd name="connsiteY18" fmla="*/ 107273 h 213755"/>
                  <a:gd name="connsiteX19" fmla="*/ 194429 w 213619"/>
                  <a:gd name="connsiteY19" fmla="*/ 120509 h 213755"/>
                  <a:gd name="connsiteX20" fmla="*/ 106810 w 213619"/>
                  <a:gd name="connsiteY20" fmla="*/ 195630 h 21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13619" h="213755">
                    <a:moveTo>
                      <a:pt x="937" y="120312"/>
                    </a:moveTo>
                    <a:cubicBezTo>
                      <a:pt x="7548" y="173010"/>
                      <a:pt x="52443" y="213756"/>
                      <a:pt x="106859" y="213756"/>
                    </a:cubicBezTo>
                    <a:cubicBezTo>
                      <a:pt x="161276" y="213756"/>
                      <a:pt x="206170" y="172961"/>
                      <a:pt x="212781" y="120262"/>
                    </a:cubicBezTo>
                    <a:cubicBezTo>
                      <a:pt x="213275" y="116015"/>
                      <a:pt x="213620" y="111619"/>
                      <a:pt x="213620" y="107224"/>
                    </a:cubicBezTo>
                    <a:cubicBezTo>
                      <a:pt x="213620" y="103174"/>
                      <a:pt x="213472" y="99519"/>
                      <a:pt x="213028" y="95568"/>
                    </a:cubicBezTo>
                    <a:cubicBezTo>
                      <a:pt x="207502" y="41684"/>
                      <a:pt x="162114" y="0"/>
                      <a:pt x="106859" y="0"/>
                    </a:cubicBezTo>
                    <a:cubicBezTo>
                      <a:pt x="51604" y="0"/>
                      <a:pt x="6315" y="41882"/>
                      <a:pt x="691" y="95568"/>
                    </a:cubicBezTo>
                    <a:lnTo>
                      <a:pt x="592" y="95568"/>
                    </a:lnTo>
                    <a:cubicBezTo>
                      <a:pt x="148" y="99519"/>
                      <a:pt x="0" y="103174"/>
                      <a:pt x="0" y="107224"/>
                    </a:cubicBezTo>
                    <a:cubicBezTo>
                      <a:pt x="0" y="111619"/>
                      <a:pt x="296" y="116015"/>
                      <a:pt x="839" y="120262"/>
                    </a:cubicBezTo>
                    <a:moveTo>
                      <a:pt x="106859" y="195581"/>
                    </a:moveTo>
                    <a:cubicBezTo>
                      <a:pt x="62458" y="195581"/>
                      <a:pt x="25703" y="162935"/>
                      <a:pt x="19241" y="120312"/>
                    </a:cubicBezTo>
                    <a:lnTo>
                      <a:pt x="19142" y="120312"/>
                    </a:lnTo>
                    <a:cubicBezTo>
                      <a:pt x="18501" y="116015"/>
                      <a:pt x="18155" y="111718"/>
                      <a:pt x="18155" y="107224"/>
                    </a:cubicBezTo>
                    <a:cubicBezTo>
                      <a:pt x="18155" y="103322"/>
                      <a:pt x="18353" y="99667"/>
                      <a:pt x="18846" y="95914"/>
                    </a:cubicBezTo>
                    <a:lnTo>
                      <a:pt x="18895" y="95914"/>
                    </a:lnTo>
                    <a:cubicBezTo>
                      <a:pt x="24273" y="52105"/>
                      <a:pt x="61570" y="18175"/>
                      <a:pt x="106810" y="18175"/>
                    </a:cubicBezTo>
                    <a:cubicBezTo>
                      <a:pt x="152050" y="18175"/>
                      <a:pt x="189298" y="51908"/>
                      <a:pt x="194675" y="95765"/>
                    </a:cubicBezTo>
                    <a:cubicBezTo>
                      <a:pt x="195169" y="99618"/>
                      <a:pt x="195415" y="103322"/>
                      <a:pt x="195415" y="107273"/>
                    </a:cubicBezTo>
                    <a:cubicBezTo>
                      <a:pt x="195415" y="111817"/>
                      <a:pt x="195070" y="116163"/>
                      <a:pt x="194429" y="120509"/>
                    </a:cubicBezTo>
                    <a:cubicBezTo>
                      <a:pt x="187966" y="163132"/>
                      <a:pt x="151211" y="195630"/>
                      <a:pt x="106810" y="195630"/>
                    </a:cubicBez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29BCA652-EA12-777C-E891-F584B65B4B75}"/>
                  </a:ext>
                </a:extLst>
              </p:cNvPr>
              <p:cNvSpPr/>
              <p:nvPr/>
            </p:nvSpPr>
            <p:spPr>
              <a:xfrm>
                <a:off x="11773290" y="6266299"/>
                <a:ext cx="29008" cy="29040"/>
              </a:xfrm>
              <a:custGeom>
                <a:avLst/>
                <a:gdLst>
                  <a:gd name="connsiteX0" fmla="*/ 0 w 29008"/>
                  <a:gd name="connsiteY0" fmla="*/ 14471 h 29040"/>
                  <a:gd name="connsiteX1" fmla="*/ 14554 w 29008"/>
                  <a:gd name="connsiteY1" fmla="*/ 0 h 29040"/>
                  <a:gd name="connsiteX2" fmla="*/ 29009 w 29008"/>
                  <a:gd name="connsiteY2" fmla="*/ 14471 h 29040"/>
                  <a:gd name="connsiteX3" fmla="*/ 14554 w 29008"/>
                  <a:gd name="connsiteY3" fmla="*/ 29041 h 29040"/>
                  <a:gd name="connsiteX4" fmla="*/ 0 w 29008"/>
                  <a:gd name="connsiteY4" fmla="*/ 14471 h 29040"/>
                  <a:gd name="connsiteX5" fmla="*/ 26690 w 29008"/>
                  <a:gd name="connsiteY5" fmla="*/ 14471 h 29040"/>
                  <a:gd name="connsiteX6" fmla="*/ 14554 w 29008"/>
                  <a:gd name="connsiteY6" fmla="*/ 1926 h 29040"/>
                  <a:gd name="connsiteX7" fmla="*/ 2319 w 29008"/>
                  <a:gd name="connsiteY7" fmla="*/ 14471 h 29040"/>
                  <a:gd name="connsiteX8" fmla="*/ 14554 w 29008"/>
                  <a:gd name="connsiteY8" fmla="*/ 27115 h 29040"/>
                  <a:gd name="connsiteX9" fmla="*/ 26690 w 29008"/>
                  <a:gd name="connsiteY9" fmla="*/ 14471 h 29040"/>
                  <a:gd name="connsiteX10" fmla="*/ 21757 w 29008"/>
                  <a:gd name="connsiteY10" fmla="*/ 22571 h 29040"/>
                  <a:gd name="connsiteX11" fmla="*/ 19389 w 29008"/>
                  <a:gd name="connsiteY11" fmla="*/ 22571 h 29040"/>
                  <a:gd name="connsiteX12" fmla="*/ 14751 w 29008"/>
                  <a:gd name="connsiteY12" fmla="*/ 15113 h 29040"/>
                  <a:gd name="connsiteX13" fmla="*/ 11100 w 29008"/>
                  <a:gd name="connsiteY13" fmla="*/ 15113 h 29040"/>
                  <a:gd name="connsiteX14" fmla="*/ 11100 w 29008"/>
                  <a:gd name="connsiteY14" fmla="*/ 22571 h 29040"/>
                  <a:gd name="connsiteX15" fmla="*/ 9127 w 29008"/>
                  <a:gd name="connsiteY15" fmla="*/ 22571 h 29040"/>
                  <a:gd name="connsiteX16" fmla="*/ 9127 w 29008"/>
                  <a:gd name="connsiteY16" fmla="*/ 6371 h 29040"/>
                  <a:gd name="connsiteX17" fmla="*/ 16231 w 29008"/>
                  <a:gd name="connsiteY17" fmla="*/ 6371 h 29040"/>
                  <a:gd name="connsiteX18" fmla="*/ 21954 w 29008"/>
                  <a:gd name="connsiteY18" fmla="*/ 10668 h 29040"/>
                  <a:gd name="connsiteX19" fmla="*/ 16873 w 29008"/>
                  <a:gd name="connsiteY19" fmla="*/ 15113 h 29040"/>
                  <a:gd name="connsiteX20" fmla="*/ 21757 w 29008"/>
                  <a:gd name="connsiteY20" fmla="*/ 22571 h 29040"/>
                  <a:gd name="connsiteX21" fmla="*/ 14159 w 29008"/>
                  <a:gd name="connsiteY21" fmla="*/ 13533 h 29040"/>
                  <a:gd name="connsiteX22" fmla="*/ 19833 w 29008"/>
                  <a:gd name="connsiteY22" fmla="*/ 10619 h 29040"/>
                  <a:gd name="connsiteX23" fmla="*/ 15787 w 29008"/>
                  <a:gd name="connsiteY23" fmla="*/ 7803 h 29040"/>
                  <a:gd name="connsiteX24" fmla="*/ 11150 w 29008"/>
                  <a:gd name="connsiteY24" fmla="*/ 7803 h 29040"/>
                  <a:gd name="connsiteX25" fmla="*/ 11150 w 29008"/>
                  <a:gd name="connsiteY25" fmla="*/ 13533 h 29040"/>
                  <a:gd name="connsiteX26" fmla="*/ 14159 w 29008"/>
                  <a:gd name="connsiteY26" fmla="*/ 13533 h 2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9008" h="29040">
                    <a:moveTo>
                      <a:pt x="0" y="14471"/>
                    </a:moveTo>
                    <a:cubicBezTo>
                      <a:pt x="0" y="6519"/>
                      <a:pt x="6512" y="0"/>
                      <a:pt x="14554" y="0"/>
                    </a:cubicBezTo>
                    <a:cubicBezTo>
                      <a:pt x="22595" y="0"/>
                      <a:pt x="29009" y="6519"/>
                      <a:pt x="29009" y="14471"/>
                    </a:cubicBezTo>
                    <a:cubicBezTo>
                      <a:pt x="29009" y="22423"/>
                      <a:pt x="22546" y="29041"/>
                      <a:pt x="14554" y="29041"/>
                    </a:cubicBezTo>
                    <a:cubicBezTo>
                      <a:pt x="6561" y="29041"/>
                      <a:pt x="0" y="22521"/>
                      <a:pt x="0" y="14471"/>
                    </a:cubicBezTo>
                    <a:close/>
                    <a:moveTo>
                      <a:pt x="26690" y="14471"/>
                    </a:moveTo>
                    <a:cubicBezTo>
                      <a:pt x="26690" y="7408"/>
                      <a:pt x="21559" y="1926"/>
                      <a:pt x="14554" y="1926"/>
                    </a:cubicBezTo>
                    <a:cubicBezTo>
                      <a:pt x="7548" y="1926"/>
                      <a:pt x="2319" y="7458"/>
                      <a:pt x="2319" y="14471"/>
                    </a:cubicBezTo>
                    <a:cubicBezTo>
                      <a:pt x="2319" y="21484"/>
                      <a:pt x="7499" y="27115"/>
                      <a:pt x="14554" y="27115"/>
                    </a:cubicBezTo>
                    <a:cubicBezTo>
                      <a:pt x="21609" y="27115"/>
                      <a:pt x="26690" y="21583"/>
                      <a:pt x="26690" y="14471"/>
                    </a:cubicBezTo>
                    <a:close/>
                    <a:moveTo>
                      <a:pt x="21757" y="22571"/>
                    </a:moveTo>
                    <a:lnTo>
                      <a:pt x="19389" y="22571"/>
                    </a:lnTo>
                    <a:lnTo>
                      <a:pt x="14751" y="15113"/>
                    </a:lnTo>
                    <a:lnTo>
                      <a:pt x="11100" y="15113"/>
                    </a:lnTo>
                    <a:lnTo>
                      <a:pt x="11100" y="22571"/>
                    </a:lnTo>
                    <a:lnTo>
                      <a:pt x="9127" y="22571"/>
                    </a:lnTo>
                    <a:lnTo>
                      <a:pt x="9127" y="6371"/>
                    </a:lnTo>
                    <a:lnTo>
                      <a:pt x="16231" y="6371"/>
                    </a:lnTo>
                    <a:cubicBezTo>
                      <a:pt x="20523" y="6371"/>
                      <a:pt x="21954" y="8001"/>
                      <a:pt x="21954" y="10668"/>
                    </a:cubicBezTo>
                    <a:cubicBezTo>
                      <a:pt x="21954" y="13829"/>
                      <a:pt x="19734" y="15014"/>
                      <a:pt x="16873" y="15113"/>
                    </a:cubicBezTo>
                    <a:lnTo>
                      <a:pt x="21757" y="22571"/>
                    </a:lnTo>
                    <a:close/>
                    <a:moveTo>
                      <a:pt x="14159" y="13533"/>
                    </a:moveTo>
                    <a:cubicBezTo>
                      <a:pt x="16478" y="13533"/>
                      <a:pt x="19833" y="13928"/>
                      <a:pt x="19833" y="10619"/>
                    </a:cubicBezTo>
                    <a:cubicBezTo>
                      <a:pt x="19833" y="8100"/>
                      <a:pt x="17761" y="7803"/>
                      <a:pt x="15787" y="7803"/>
                    </a:cubicBezTo>
                    <a:lnTo>
                      <a:pt x="11150" y="7803"/>
                    </a:lnTo>
                    <a:lnTo>
                      <a:pt x="11150" y="13533"/>
                    </a:lnTo>
                    <a:lnTo>
                      <a:pt x="14159" y="13533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82F4134-79D4-3C84-CDA3-89F82D25896B}"/>
                </a:ext>
              </a:extLst>
            </p:cNvPr>
            <p:cNvSpPr/>
            <p:nvPr/>
          </p:nvSpPr>
          <p:spPr>
            <a:xfrm>
              <a:off x="10494136" y="6268077"/>
              <a:ext cx="48101" cy="28102"/>
            </a:xfrm>
            <a:custGeom>
              <a:avLst/>
              <a:gdLst>
                <a:gd name="connsiteX0" fmla="*/ 10459 w 48101"/>
                <a:gd name="connsiteY0" fmla="*/ 3013 h 28102"/>
                <a:gd name="connsiteX1" fmla="*/ 6463 w 48101"/>
                <a:gd name="connsiteY1" fmla="*/ 5285 h 28102"/>
                <a:gd name="connsiteX2" fmla="*/ 2960 w 48101"/>
                <a:gd name="connsiteY2" fmla="*/ 7952 h 28102"/>
                <a:gd name="connsiteX3" fmla="*/ 1875 w 48101"/>
                <a:gd name="connsiteY3" fmla="*/ 10372 h 28102"/>
                <a:gd name="connsiteX4" fmla="*/ 444 w 48101"/>
                <a:gd name="connsiteY4" fmla="*/ 12446 h 28102"/>
                <a:gd name="connsiteX5" fmla="*/ 99 w 48101"/>
                <a:gd name="connsiteY5" fmla="*/ 13187 h 28102"/>
                <a:gd name="connsiteX6" fmla="*/ 0 w 48101"/>
                <a:gd name="connsiteY6" fmla="*/ 13928 h 28102"/>
                <a:gd name="connsiteX7" fmla="*/ 197 w 48101"/>
                <a:gd name="connsiteY7" fmla="*/ 14767 h 28102"/>
                <a:gd name="connsiteX8" fmla="*/ 1529 w 48101"/>
                <a:gd name="connsiteY8" fmla="*/ 18422 h 28102"/>
                <a:gd name="connsiteX9" fmla="*/ 3848 w 48101"/>
                <a:gd name="connsiteY9" fmla="*/ 19854 h 28102"/>
                <a:gd name="connsiteX10" fmla="*/ 6512 w 48101"/>
                <a:gd name="connsiteY10" fmla="*/ 22867 h 28102"/>
                <a:gd name="connsiteX11" fmla="*/ 8436 w 48101"/>
                <a:gd name="connsiteY11" fmla="*/ 24695 h 28102"/>
                <a:gd name="connsiteX12" fmla="*/ 11199 w 48101"/>
                <a:gd name="connsiteY12" fmla="*/ 26028 h 28102"/>
                <a:gd name="connsiteX13" fmla="*/ 13962 w 48101"/>
                <a:gd name="connsiteY13" fmla="*/ 26868 h 28102"/>
                <a:gd name="connsiteX14" fmla="*/ 17859 w 48101"/>
                <a:gd name="connsiteY14" fmla="*/ 26868 h 28102"/>
                <a:gd name="connsiteX15" fmla="*/ 20425 w 48101"/>
                <a:gd name="connsiteY15" fmla="*/ 27362 h 28102"/>
                <a:gd name="connsiteX16" fmla="*/ 23187 w 48101"/>
                <a:gd name="connsiteY16" fmla="*/ 27609 h 28102"/>
                <a:gd name="connsiteX17" fmla="*/ 26937 w 48101"/>
                <a:gd name="connsiteY17" fmla="*/ 27855 h 28102"/>
                <a:gd name="connsiteX18" fmla="*/ 30538 w 48101"/>
                <a:gd name="connsiteY18" fmla="*/ 28102 h 28102"/>
                <a:gd name="connsiteX19" fmla="*/ 35028 w 48101"/>
                <a:gd name="connsiteY19" fmla="*/ 27757 h 28102"/>
                <a:gd name="connsiteX20" fmla="*/ 38432 w 48101"/>
                <a:gd name="connsiteY20" fmla="*/ 26769 h 28102"/>
                <a:gd name="connsiteX21" fmla="*/ 42527 w 48101"/>
                <a:gd name="connsiteY21" fmla="*/ 25090 h 28102"/>
                <a:gd name="connsiteX22" fmla="*/ 44352 w 48101"/>
                <a:gd name="connsiteY22" fmla="*/ 23015 h 28102"/>
                <a:gd name="connsiteX23" fmla="*/ 46424 w 48101"/>
                <a:gd name="connsiteY23" fmla="*/ 21089 h 28102"/>
                <a:gd name="connsiteX24" fmla="*/ 48101 w 48101"/>
                <a:gd name="connsiteY24" fmla="*/ 18422 h 28102"/>
                <a:gd name="connsiteX25" fmla="*/ 48003 w 48101"/>
                <a:gd name="connsiteY25" fmla="*/ 15656 h 28102"/>
                <a:gd name="connsiteX26" fmla="*/ 47263 w 48101"/>
                <a:gd name="connsiteY26" fmla="*/ 11656 h 28102"/>
                <a:gd name="connsiteX27" fmla="*/ 42921 w 48101"/>
                <a:gd name="connsiteY27" fmla="*/ 5334 h 28102"/>
                <a:gd name="connsiteX28" fmla="*/ 39073 w 48101"/>
                <a:gd name="connsiteY28" fmla="*/ 2420 h 28102"/>
                <a:gd name="connsiteX29" fmla="*/ 37149 w 48101"/>
                <a:gd name="connsiteY29" fmla="*/ 1482 h 28102"/>
                <a:gd name="connsiteX30" fmla="*/ 35718 w 48101"/>
                <a:gd name="connsiteY30" fmla="*/ 938 h 28102"/>
                <a:gd name="connsiteX31" fmla="*/ 34337 w 48101"/>
                <a:gd name="connsiteY31" fmla="*/ 741 h 28102"/>
                <a:gd name="connsiteX32" fmla="*/ 29848 w 48101"/>
                <a:gd name="connsiteY32" fmla="*/ 1087 h 28102"/>
                <a:gd name="connsiteX33" fmla="*/ 25358 w 48101"/>
                <a:gd name="connsiteY33" fmla="*/ 346 h 28102"/>
                <a:gd name="connsiteX34" fmla="*/ 23187 w 48101"/>
                <a:gd name="connsiteY34" fmla="*/ 0 h 28102"/>
                <a:gd name="connsiteX35" fmla="*/ 20425 w 48101"/>
                <a:gd name="connsiteY35" fmla="*/ 593 h 28102"/>
                <a:gd name="connsiteX36" fmla="*/ 16774 w 48101"/>
                <a:gd name="connsiteY36" fmla="*/ 1087 h 28102"/>
                <a:gd name="connsiteX37" fmla="*/ 14455 w 48101"/>
                <a:gd name="connsiteY37" fmla="*/ 1926 h 28102"/>
                <a:gd name="connsiteX38" fmla="*/ 10459 w 48101"/>
                <a:gd name="connsiteY38" fmla="*/ 3013 h 2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8101" h="28102">
                  <a:moveTo>
                    <a:pt x="10459" y="3013"/>
                  </a:moveTo>
                  <a:lnTo>
                    <a:pt x="6463" y="5285"/>
                  </a:lnTo>
                  <a:lnTo>
                    <a:pt x="2960" y="7952"/>
                  </a:lnTo>
                  <a:lnTo>
                    <a:pt x="1875" y="10372"/>
                  </a:lnTo>
                  <a:lnTo>
                    <a:pt x="444" y="12446"/>
                  </a:lnTo>
                  <a:lnTo>
                    <a:pt x="99" y="13187"/>
                  </a:lnTo>
                  <a:lnTo>
                    <a:pt x="0" y="13928"/>
                  </a:lnTo>
                  <a:lnTo>
                    <a:pt x="197" y="14767"/>
                  </a:lnTo>
                  <a:lnTo>
                    <a:pt x="1529" y="18422"/>
                  </a:lnTo>
                  <a:lnTo>
                    <a:pt x="3848" y="19854"/>
                  </a:lnTo>
                  <a:lnTo>
                    <a:pt x="6512" y="22867"/>
                  </a:lnTo>
                  <a:lnTo>
                    <a:pt x="8436" y="24695"/>
                  </a:lnTo>
                  <a:lnTo>
                    <a:pt x="11199" y="26028"/>
                  </a:lnTo>
                  <a:lnTo>
                    <a:pt x="13962" y="26868"/>
                  </a:lnTo>
                  <a:lnTo>
                    <a:pt x="17859" y="26868"/>
                  </a:lnTo>
                  <a:lnTo>
                    <a:pt x="20425" y="27362"/>
                  </a:lnTo>
                  <a:lnTo>
                    <a:pt x="23187" y="27609"/>
                  </a:lnTo>
                  <a:lnTo>
                    <a:pt x="26937" y="27855"/>
                  </a:lnTo>
                  <a:lnTo>
                    <a:pt x="30538" y="28102"/>
                  </a:lnTo>
                  <a:lnTo>
                    <a:pt x="35028" y="27757"/>
                  </a:lnTo>
                  <a:lnTo>
                    <a:pt x="38432" y="26769"/>
                  </a:lnTo>
                  <a:lnTo>
                    <a:pt x="42527" y="25090"/>
                  </a:lnTo>
                  <a:lnTo>
                    <a:pt x="44352" y="23015"/>
                  </a:lnTo>
                  <a:lnTo>
                    <a:pt x="46424" y="21089"/>
                  </a:lnTo>
                  <a:lnTo>
                    <a:pt x="48101" y="18422"/>
                  </a:lnTo>
                  <a:lnTo>
                    <a:pt x="48003" y="15656"/>
                  </a:lnTo>
                  <a:lnTo>
                    <a:pt x="47263" y="11656"/>
                  </a:lnTo>
                  <a:lnTo>
                    <a:pt x="42921" y="5334"/>
                  </a:lnTo>
                  <a:lnTo>
                    <a:pt x="39073" y="2420"/>
                  </a:lnTo>
                  <a:lnTo>
                    <a:pt x="37149" y="1482"/>
                  </a:lnTo>
                  <a:lnTo>
                    <a:pt x="35718" y="938"/>
                  </a:lnTo>
                  <a:lnTo>
                    <a:pt x="34337" y="741"/>
                  </a:lnTo>
                  <a:lnTo>
                    <a:pt x="29848" y="1087"/>
                  </a:lnTo>
                  <a:lnTo>
                    <a:pt x="25358" y="346"/>
                  </a:lnTo>
                  <a:lnTo>
                    <a:pt x="23187" y="0"/>
                  </a:lnTo>
                  <a:lnTo>
                    <a:pt x="20425" y="593"/>
                  </a:lnTo>
                  <a:lnTo>
                    <a:pt x="16774" y="1087"/>
                  </a:lnTo>
                  <a:lnTo>
                    <a:pt x="14455" y="1926"/>
                  </a:lnTo>
                  <a:lnTo>
                    <a:pt x="10459" y="3013"/>
                  </a:lnTo>
                </a:path>
              </a:pathLst>
            </a:custGeom>
            <a:solidFill>
              <a:srgbClr val="F26531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19D9DA4-947E-3D17-7F02-38E5E4F8327E}"/>
                </a:ext>
              </a:extLst>
            </p:cNvPr>
            <p:cNvSpPr/>
            <p:nvPr/>
          </p:nvSpPr>
          <p:spPr>
            <a:xfrm>
              <a:off x="10498034" y="6337123"/>
              <a:ext cx="41046" cy="10914"/>
            </a:xfrm>
            <a:custGeom>
              <a:avLst/>
              <a:gdLst>
                <a:gd name="connsiteX0" fmla="*/ 839 w 41046"/>
                <a:gd name="connsiteY0" fmla="*/ 247 h 10914"/>
                <a:gd name="connsiteX1" fmla="*/ 22398 w 41046"/>
                <a:gd name="connsiteY1" fmla="*/ 741 h 10914"/>
                <a:gd name="connsiteX2" fmla="*/ 25605 w 41046"/>
                <a:gd name="connsiteY2" fmla="*/ 99 h 10914"/>
                <a:gd name="connsiteX3" fmla="*/ 29749 w 41046"/>
                <a:gd name="connsiteY3" fmla="*/ 0 h 10914"/>
                <a:gd name="connsiteX4" fmla="*/ 33893 w 41046"/>
                <a:gd name="connsiteY4" fmla="*/ 445 h 10914"/>
                <a:gd name="connsiteX5" fmla="*/ 37050 w 41046"/>
                <a:gd name="connsiteY5" fmla="*/ 1334 h 10914"/>
                <a:gd name="connsiteX6" fmla="*/ 39468 w 41046"/>
                <a:gd name="connsiteY6" fmla="*/ 2963 h 10914"/>
                <a:gd name="connsiteX7" fmla="*/ 40356 w 41046"/>
                <a:gd name="connsiteY7" fmla="*/ 4099 h 10914"/>
                <a:gd name="connsiteX8" fmla="*/ 40899 w 41046"/>
                <a:gd name="connsiteY8" fmla="*/ 5285 h 10914"/>
                <a:gd name="connsiteX9" fmla="*/ 41047 w 41046"/>
                <a:gd name="connsiteY9" fmla="*/ 6569 h 10914"/>
                <a:gd name="connsiteX10" fmla="*/ 40652 w 41046"/>
                <a:gd name="connsiteY10" fmla="*/ 7902 h 10914"/>
                <a:gd name="connsiteX11" fmla="*/ 39715 w 41046"/>
                <a:gd name="connsiteY11" fmla="*/ 9186 h 10914"/>
                <a:gd name="connsiteX12" fmla="*/ 38037 w 41046"/>
                <a:gd name="connsiteY12" fmla="*/ 10421 h 10914"/>
                <a:gd name="connsiteX13" fmla="*/ 35570 w 41046"/>
                <a:gd name="connsiteY13" fmla="*/ 10915 h 10914"/>
                <a:gd name="connsiteX14" fmla="*/ 31180 w 41046"/>
                <a:gd name="connsiteY14" fmla="*/ 10915 h 10914"/>
                <a:gd name="connsiteX15" fmla="*/ 19339 w 41046"/>
                <a:gd name="connsiteY15" fmla="*/ 10026 h 10914"/>
                <a:gd name="connsiteX16" fmla="*/ 1283 w 41046"/>
                <a:gd name="connsiteY16" fmla="*/ 7952 h 10914"/>
                <a:gd name="connsiteX17" fmla="*/ 592 w 41046"/>
                <a:gd name="connsiteY17" fmla="*/ 7655 h 10914"/>
                <a:gd name="connsiteX18" fmla="*/ 197 w 41046"/>
                <a:gd name="connsiteY18" fmla="*/ 6964 h 10914"/>
                <a:gd name="connsiteX19" fmla="*/ 0 w 41046"/>
                <a:gd name="connsiteY19" fmla="*/ 4741 h 10914"/>
                <a:gd name="connsiteX20" fmla="*/ 839 w 41046"/>
                <a:gd name="connsiteY20" fmla="*/ 247 h 1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1046" h="10914">
                  <a:moveTo>
                    <a:pt x="839" y="247"/>
                  </a:moveTo>
                  <a:lnTo>
                    <a:pt x="22398" y="741"/>
                  </a:lnTo>
                  <a:lnTo>
                    <a:pt x="25605" y="99"/>
                  </a:lnTo>
                  <a:lnTo>
                    <a:pt x="29749" y="0"/>
                  </a:lnTo>
                  <a:lnTo>
                    <a:pt x="33893" y="445"/>
                  </a:lnTo>
                  <a:lnTo>
                    <a:pt x="37050" y="1334"/>
                  </a:lnTo>
                  <a:lnTo>
                    <a:pt x="39468" y="2963"/>
                  </a:lnTo>
                  <a:lnTo>
                    <a:pt x="40356" y="4099"/>
                  </a:lnTo>
                  <a:lnTo>
                    <a:pt x="40899" y="5285"/>
                  </a:lnTo>
                  <a:lnTo>
                    <a:pt x="41047" y="6569"/>
                  </a:lnTo>
                  <a:lnTo>
                    <a:pt x="40652" y="7902"/>
                  </a:lnTo>
                  <a:lnTo>
                    <a:pt x="39715" y="9186"/>
                  </a:lnTo>
                  <a:lnTo>
                    <a:pt x="38037" y="10421"/>
                  </a:lnTo>
                  <a:lnTo>
                    <a:pt x="35570" y="10915"/>
                  </a:lnTo>
                  <a:lnTo>
                    <a:pt x="31180" y="10915"/>
                  </a:lnTo>
                  <a:lnTo>
                    <a:pt x="19339" y="10026"/>
                  </a:lnTo>
                  <a:lnTo>
                    <a:pt x="1283" y="7952"/>
                  </a:lnTo>
                  <a:lnTo>
                    <a:pt x="592" y="7655"/>
                  </a:lnTo>
                  <a:lnTo>
                    <a:pt x="197" y="6964"/>
                  </a:lnTo>
                  <a:lnTo>
                    <a:pt x="0" y="4741"/>
                  </a:lnTo>
                  <a:lnTo>
                    <a:pt x="839" y="247"/>
                  </a:lnTo>
                </a:path>
              </a:pathLst>
            </a:custGeom>
            <a:solidFill>
              <a:srgbClr val="ED1849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3A12C88-6616-5FFE-BF35-0B94083B3E2A}"/>
                </a:ext>
              </a:extLst>
            </p:cNvPr>
            <p:cNvSpPr/>
            <p:nvPr/>
          </p:nvSpPr>
          <p:spPr>
            <a:xfrm>
              <a:off x="10500106" y="6357274"/>
              <a:ext cx="39566" cy="10717"/>
            </a:xfrm>
            <a:custGeom>
              <a:avLst/>
              <a:gdLst>
                <a:gd name="connsiteX0" fmla="*/ 4835 w 39566"/>
                <a:gd name="connsiteY0" fmla="*/ 0 h 10717"/>
                <a:gd name="connsiteX1" fmla="*/ 6710 w 39566"/>
                <a:gd name="connsiteY1" fmla="*/ 1136 h 10717"/>
                <a:gd name="connsiteX2" fmla="*/ 7894 w 39566"/>
                <a:gd name="connsiteY2" fmla="*/ 1827 h 10717"/>
                <a:gd name="connsiteX3" fmla="*/ 9226 w 39566"/>
                <a:gd name="connsiteY3" fmla="*/ 2173 h 10717"/>
                <a:gd name="connsiteX4" fmla="*/ 10163 w 39566"/>
                <a:gd name="connsiteY4" fmla="*/ 1976 h 10717"/>
                <a:gd name="connsiteX5" fmla="*/ 11248 w 39566"/>
                <a:gd name="connsiteY5" fmla="*/ 1482 h 10717"/>
                <a:gd name="connsiteX6" fmla="*/ 12334 w 39566"/>
                <a:gd name="connsiteY6" fmla="*/ 938 h 10717"/>
                <a:gd name="connsiteX7" fmla="*/ 13419 w 39566"/>
                <a:gd name="connsiteY7" fmla="*/ 691 h 10717"/>
                <a:gd name="connsiteX8" fmla="*/ 15294 w 39566"/>
                <a:gd name="connsiteY8" fmla="*/ 1383 h 10717"/>
                <a:gd name="connsiteX9" fmla="*/ 17317 w 39566"/>
                <a:gd name="connsiteY9" fmla="*/ 2074 h 10717"/>
                <a:gd name="connsiteX10" fmla="*/ 18994 w 39566"/>
                <a:gd name="connsiteY10" fmla="*/ 1531 h 10717"/>
                <a:gd name="connsiteX11" fmla="*/ 20721 w 39566"/>
                <a:gd name="connsiteY11" fmla="*/ 1037 h 10717"/>
                <a:gd name="connsiteX12" fmla="*/ 22743 w 39566"/>
                <a:gd name="connsiteY12" fmla="*/ 1778 h 10717"/>
                <a:gd name="connsiteX13" fmla="*/ 23730 w 39566"/>
                <a:gd name="connsiteY13" fmla="*/ 2173 h 10717"/>
                <a:gd name="connsiteX14" fmla="*/ 24717 w 39566"/>
                <a:gd name="connsiteY14" fmla="*/ 2173 h 10717"/>
                <a:gd name="connsiteX15" fmla="*/ 30982 w 39566"/>
                <a:gd name="connsiteY15" fmla="*/ 1334 h 10717"/>
                <a:gd name="connsiteX16" fmla="*/ 35768 w 39566"/>
                <a:gd name="connsiteY16" fmla="*/ 2124 h 10717"/>
                <a:gd name="connsiteX17" fmla="*/ 36064 w 39566"/>
                <a:gd name="connsiteY17" fmla="*/ 2321 h 10717"/>
                <a:gd name="connsiteX18" fmla="*/ 36212 w 39566"/>
                <a:gd name="connsiteY18" fmla="*/ 2568 h 10717"/>
                <a:gd name="connsiteX19" fmla="*/ 36064 w 39566"/>
                <a:gd name="connsiteY19" fmla="*/ 3161 h 10717"/>
                <a:gd name="connsiteX20" fmla="*/ 35866 w 39566"/>
                <a:gd name="connsiteY20" fmla="*/ 3803 h 10717"/>
                <a:gd name="connsiteX21" fmla="*/ 36064 w 39566"/>
                <a:gd name="connsiteY21" fmla="*/ 4396 h 10717"/>
                <a:gd name="connsiteX22" fmla="*/ 37248 w 39566"/>
                <a:gd name="connsiteY22" fmla="*/ 5087 h 10717"/>
                <a:gd name="connsiteX23" fmla="*/ 38580 w 39566"/>
                <a:gd name="connsiteY23" fmla="*/ 5630 h 10717"/>
                <a:gd name="connsiteX24" fmla="*/ 39123 w 39566"/>
                <a:gd name="connsiteY24" fmla="*/ 6025 h 10717"/>
                <a:gd name="connsiteX25" fmla="*/ 39468 w 39566"/>
                <a:gd name="connsiteY25" fmla="*/ 6618 h 10717"/>
                <a:gd name="connsiteX26" fmla="*/ 39567 w 39566"/>
                <a:gd name="connsiteY26" fmla="*/ 7507 h 10717"/>
                <a:gd name="connsiteX27" fmla="*/ 39320 w 39566"/>
                <a:gd name="connsiteY27" fmla="*/ 8742 h 10717"/>
                <a:gd name="connsiteX28" fmla="*/ 38925 w 39566"/>
                <a:gd name="connsiteY28" fmla="*/ 9335 h 10717"/>
                <a:gd name="connsiteX29" fmla="*/ 38037 w 39566"/>
                <a:gd name="connsiteY29" fmla="*/ 9828 h 10717"/>
                <a:gd name="connsiteX30" fmla="*/ 35324 w 39566"/>
                <a:gd name="connsiteY30" fmla="*/ 10421 h 10717"/>
                <a:gd name="connsiteX31" fmla="*/ 26739 w 39566"/>
                <a:gd name="connsiteY31" fmla="*/ 10717 h 10717"/>
                <a:gd name="connsiteX32" fmla="*/ 14455 w 39566"/>
                <a:gd name="connsiteY32" fmla="*/ 9137 h 10717"/>
                <a:gd name="connsiteX33" fmla="*/ 3799 w 39566"/>
                <a:gd name="connsiteY33" fmla="*/ 7161 h 10717"/>
                <a:gd name="connsiteX34" fmla="*/ 2220 w 39566"/>
                <a:gd name="connsiteY34" fmla="*/ 6519 h 10717"/>
                <a:gd name="connsiteX35" fmla="*/ 1036 w 39566"/>
                <a:gd name="connsiteY35" fmla="*/ 5087 h 10717"/>
                <a:gd name="connsiteX36" fmla="*/ 247 w 39566"/>
                <a:gd name="connsiteY36" fmla="*/ 3408 h 10717"/>
                <a:gd name="connsiteX37" fmla="*/ 0 w 39566"/>
                <a:gd name="connsiteY37" fmla="*/ 1926 h 10717"/>
                <a:gd name="connsiteX38" fmla="*/ 4835 w 39566"/>
                <a:gd name="connsiteY38" fmla="*/ 0 h 10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9566" h="10717">
                  <a:moveTo>
                    <a:pt x="4835" y="0"/>
                  </a:moveTo>
                  <a:lnTo>
                    <a:pt x="6710" y="1136"/>
                  </a:lnTo>
                  <a:lnTo>
                    <a:pt x="7894" y="1827"/>
                  </a:lnTo>
                  <a:lnTo>
                    <a:pt x="9226" y="2173"/>
                  </a:lnTo>
                  <a:lnTo>
                    <a:pt x="10163" y="1976"/>
                  </a:lnTo>
                  <a:lnTo>
                    <a:pt x="11248" y="1482"/>
                  </a:lnTo>
                  <a:lnTo>
                    <a:pt x="12334" y="938"/>
                  </a:lnTo>
                  <a:lnTo>
                    <a:pt x="13419" y="691"/>
                  </a:lnTo>
                  <a:lnTo>
                    <a:pt x="15294" y="1383"/>
                  </a:lnTo>
                  <a:lnTo>
                    <a:pt x="17317" y="2074"/>
                  </a:lnTo>
                  <a:lnTo>
                    <a:pt x="18994" y="1531"/>
                  </a:lnTo>
                  <a:lnTo>
                    <a:pt x="20721" y="1037"/>
                  </a:lnTo>
                  <a:lnTo>
                    <a:pt x="22743" y="1778"/>
                  </a:lnTo>
                  <a:lnTo>
                    <a:pt x="23730" y="2173"/>
                  </a:lnTo>
                  <a:lnTo>
                    <a:pt x="24717" y="2173"/>
                  </a:lnTo>
                  <a:lnTo>
                    <a:pt x="30982" y="1334"/>
                  </a:lnTo>
                  <a:lnTo>
                    <a:pt x="35768" y="2124"/>
                  </a:lnTo>
                  <a:lnTo>
                    <a:pt x="36064" y="2321"/>
                  </a:lnTo>
                  <a:lnTo>
                    <a:pt x="36212" y="2568"/>
                  </a:lnTo>
                  <a:lnTo>
                    <a:pt x="36064" y="3161"/>
                  </a:lnTo>
                  <a:lnTo>
                    <a:pt x="35866" y="3803"/>
                  </a:lnTo>
                  <a:lnTo>
                    <a:pt x="36064" y="4396"/>
                  </a:lnTo>
                  <a:lnTo>
                    <a:pt x="37248" y="5087"/>
                  </a:lnTo>
                  <a:lnTo>
                    <a:pt x="38580" y="5630"/>
                  </a:lnTo>
                  <a:lnTo>
                    <a:pt x="39123" y="6025"/>
                  </a:lnTo>
                  <a:lnTo>
                    <a:pt x="39468" y="6618"/>
                  </a:lnTo>
                  <a:lnTo>
                    <a:pt x="39567" y="7507"/>
                  </a:lnTo>
                  <a:lnTo>
                    <a:pt x="39320" y="8742"/>
                  </a:lnTo>
                  <a:lnTo>
                    <a:pt x="38925" y="9335"/>
                  </a:lnTo>
                  <a:lnTo>
                    <a:pt x="38037" y="9828"/>
                  </a:lnTo>
                  <a:lnTo>
                    <a:pt x="35324" y="10421"/>
                  </a:lnTo>
                  <a:lnTo>
                    <a:pt x="26739" y="10717"/>
                  </a:lnTo>
                  <a:lnTo>
                    <a:pt x="14455" y="9137"/>
                  </a:lnTo>
                  <a:lnTo>
                    <a:pt x="3799" y="7161"/>
                  </a:lnTo>
                  <a:lnTo>
                    <a:pt x="2220" y="6519"/>
                  </a:lnTo>
                  <a:lnTo>
                    <a:pt x="1036" y="5087"/>
                  </a:lnTo>
                  <a:lnTo>
                    <a:pt x="247" y="3408"/>
                  </a:lnTo>
                  <a:lnTo>
                    <a:pt x="0" y="1926"/>
                  </a:lnTo>
                  <a:lnTo>
                    <a:pt x="4835" y="0"/>
                  </a:lnTo>
                </a:path>
              </a:pathLst>
            </a:custGeom>
            <a:solidFill>
              <a:srgbClr val="ED037C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379E9A4-1BC0-B296-3CDA-D520592F3813}"/>
                </a:ext>
              </a:extLst>
            </p:cNvPr>
            <p:cNvSpPr/>
            <p:nvPr/>
          </p:nvSpPr>
          <p:spPr>
            <a:xfrm>
              <a:off x="10498182" y="6368880"/>
              <a:ext cx="40947" cy="11655"/>
            </a:xfrm>
            <a:custGeom>
              <a:avLst/>
              <a:gdLst>
                <a:gd name="connsiteX0" fmla="*/ 3848 w 40947"/>
                <a:gd name="connsiteY0" fmla="*/ 0 h 11655"/>
                <a:gd name="connsiteX1" fmla="*/ 7154 w 40947"/>
                <a:gd name="connsiteY1" fmla="*/ 1284 h 11655"/>
                <a:gd name="connsiteX2" fmla="*/ 8782 w 40947"/>
                <a:gd name="connsiteY2" fmla="*/ 1877 h 11655"/>
                <a:gd name="connsiteX3" fmla="*/ 10410 w 40947"/>
                <a:gd name="connsiteY3" fmla="*/ 1827 h 11655"/>
                <a:gd name="connsiteX4" fmla="*/ 25062 w 40947"/>
                <a:gd name="connsiteY4" fmla="*/ 1136 h 11655"/>
                <a:gd name="connsiteX5" fmla="*/ 30933 w 40947"/>
                <a:gd name="connsiteY5" fmla="*/ 1679 h 11655"/>
                <a:gd name="connsiteX6" fmla="*/ 35521 w 40947"/>
                <a:gd name="connsiteY6" fmla="*/ 2815 h 11655"/>
                <a:gd name="connsiteX7" fmla="*/ 37593 w 40947"/>
                <a:gd name="connsiteY7" fmla="*/ 3358 h 11655"/>
                <a:gd name="connsiteX8" fmla="*/ 38777 w 40947"/>
                <a:gd name="connsiteY8" fmla="*/ 3852 h 11655"/>
                <a:gd name="connsiteX9" fmla="*/ 39715 w 40947"/>
                <a:gd name="connsiteY9" fmla="*/ 4544 h 11655"/>
                <a:gd name="connsiteX10" fmla="*/ 40751 w 40947"/>
                <a:gd name="connsiteY10" fmla="*/ 6371 h 11655"/>
                <a:gd name="connsiteX11" fmla="*/ 40948 w 40947"/>
                <a:gd name="connsiteY11" fmla="*/ 8149 h 11655"/>
                <a:gd name="connsiteX12" fmla="*/ 40504 w 40947"/>
                <a:gd name="connsiteY12" fmla="*/ 9680 h 11655"/>
                <a:gd name="connsiteX13" fmla="*/ 39715 w 40947"/>
                <a:gd name="connsiteY13" fmla="*/ 10668 h 11655"/>
                <a:gd name="connsiteX14" fmla="*/ 39715 w 40947"/>
                <a:gd name="connsiteY14" fmla="*/ 11656 h 11655"/>
                <a:gd name="connsiteX15" fmla="*/ 25358 w 40947"/>
                <a:gd name="connsiteY15" fmla="*/ 11606 h 11655"/>
                <a:gd name="connsiteX16" fmla="*/ 20573 w 40947"/>
                <a:gd name="connsiteY16" fmla="*/ 11656 h 11655"/>
                <a:gd name="connsiteX17" fmla="*/ 15837 w 40947"/>
                <a:gd name="connsiteY17" fmla="*/ 11261 h 11655"/>
                <a:gd name="connsiteX18" fmla="*/ 11100 w 40947"/>
                <a:gd name="connsiteY18" fmla="*/ 10421 h 11655"/>
                <a:gd name="connsiteX19" fmla="*/ 6858 w 40947"/>
                <a:gd name="connsiteY19" fmla="*/ 9730 h 11655"/>
                <a:gd name="connsiteX20" fmla="*/ 3799 w 40947"/>
                <a:gd name="connsiteY20" fmla="*/ 9236 h 11655"/>
                <a:gd name="connsiteX21" fmla="*/ 2565 w 40947"/>
                <a:gd name="connsiteY21" fmla="*/ 8939 h 11655"/>
                <a:gd name="connsiteX22" fmla="*/ 1727 w 40947"/>
                <a:gd name="connsiteY22" fmla="*/ 8149 h 11655"/>
                <a:gd name="connsiteX23" fmla="*/ 543 w 40947"/>
                <a:gd name="connsiteY23" fmla="*/ 5630 h 11655"/>
                <a:gd name="connsiteX24" fmla="*/ 0 w 40947"/>
                <a:gd name="connsiteY24" fmla="*/ 2914 h 11655"/>
                <a:gd name="connsiteX25" fmla="*/ 3848 w 40947"/>
                <a:gd name="connsiteY25" fmla="*/ 0 h 11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947" h="11655">
                  <a:moveTo>
                    <a:pt x="3848" y="0"/>
                  </a:moveTo>
                  <a:lnTo>
                    <a:pt x="7154" y="1284"/>
                  </a:lnTo>
                  <a:lnTo>
                    <a:pt x="8782" y="1877"/>
                  </a:lnTo>
                  <a:lnTo>
                    <a:pt x="10410" y="1827"/>
                  </a:lnTo>
                  <a:lnTo>
                    <a:pt x="25062" y="1136"/>
                  </a:lnTo>
                  <a:lnTo>
                    <a:pt x="30933" y="1679"/>
                  </a:lnTo>
                  <a:lnTo>
                    <a:pt x="35521" y="2815"/>
                  </a:lnTo>
                  <a:lnTo>
                    <a:pt x="37593" y="3358"/>
                  </a:lnTo>
                  <a:lnTo>
                    <a:pt x="38777" y="3852"/>
                  </a:lnTo>
                  <a:lnTo>
                    <a:pt x="39715" y="4544"/>
                  </a:lnTo>
                  <a:lnTo>
                    <a:pt x="40751" y="6371"/>
                  </a:lnTo>
                  <a:lnTo>
                    <a:pt x="40948" y="8149"/>
                  </a:lnTo>
                  <a:lnTo>
                    <a:pt x="40504" y="9680"/>
                  </a:lnTo>
                  <a:lnTo>
                    <a:pt x="39715" y="10668"/>
                  </a:lnTo>
                  <a:lnTo>
                    <a:pt x="39715" y="11656"/>
                  </a:lnTo>
                  <a:lnTo>
                    <a:pt x="25358" y="11606"/>
                  </a:lnTo>
                  <a:lnTo>
                    <a:pt x="20573" y="11656"/>
                  </a:lnTo>
                  <a:lnTo>
                    <a:pt x="15837" y="11261"/>
                  </a:lnTo>
                  <a:lnTo>
                    <a:pt x="11100" y="10421"/>
                  </a:lnTo>
                  <a:lnTo>
                    <a:pt x="6858" y="9730"/>
                  </a:lnTo>
                  <a:lnTo>
                    <a:pt x="3799" y="9236"/>
                  </a:lnTo>
                  <a:lnTo>
                    <a:pt x="2565" y="8939"/>
                  </a:lnTo>
                  <a:lnTo>
                    <a:pt x="1727" y="8149"/>
                  </a:lnTo>
                  <a:lnTo>
                    <a:pt x="543" y="5630"/>
                  </a:lnTo>
                  <a:lnTo>
                    <a:pt x="0" y="2914"/>
                  </a:lnTo>
                  <a:lnTo>
                    <a:pt x="3848" y="0"/>
                  </a:lnTo>
                </a:path>
              </a:pathLst>
            </a:custGeom>
            <a:solidFill>
              <a:srgbClr val="ED037C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91E6D91-D37F-EE48-F299-42C0CF5F49A5}"/>
                </a:ext>
              </a:extLst>
            </p:cNvPr>
            <p:cNvSpPr/>
            <p:nvPr/>
          </p:nvSpPr>
          <p:spPr>
            <a:xfrm>
              <a:off x="10498231" y="6386018"/>
              <a:ext cx="41638" cy="19113"/>
            </a:xfrm>
            <a:custGeom>
              <a:avLst/>
              <a:gdLst>
                <a:gd name="connsiteX0" fmla="*/ 4884 w 41638"/>
                <a:gd name="connsiteY0" fmla="*/ 0 h 19113"/>
                <a:gd name="connsiteX1" fmla="*/ 11396 w 41638"/>
                <a:gd name="connsiteY1" fmla="*/ 840 h 19113"/>
                <a:gd name="connsiteX2" fmla="*/ 13567 w 41638"/>
                <a:gd name="connsiteY2" fmla="*/ 1087 h 19113"/>
                <a:gd name="connsiteX3" fmla="*/ 15442 w 41638"/>
                <a:gd name="connsiteY3" fmla="*/ 741 h 19113"/>
                <a:gd name="connsiteX4" fmla="*/ 17958 w 41638"/>
                <a:gd name="connsiteY4" fmla="*/ 494 h 19113"/>
                <a:gd name="connsiteX5" fmla="*/ 21905 w 41638"/>
                <a:gd name="connsiteY5" fmla="*/ 790 h 19113"/>
                <a:gd name="connsiteX6" fmla="*/ 27578 w 41638"/>
                <a:gd name="connsiteY6" fmla="*/ 889 h 19113"/>
                <a:gd name="connsiteX7" fmla="*/ 33301 w 41638"/>
                <a:gd name="connsiteY7" fmla="*/ 593 h 19113"/>
                <a:gd name="connsiteX8" fmla="*/ 35274 w 41638"/>
                <a:gd name="connsiteY8" fmla="*/ 543 h 19113"/>
                <a:gd name="connsiteX9" fmla="*/ 36952 w 41638"/>
                <a:gd name="connsiteY9" fmla="*/ 1235 h 19113"/>
                <a:gd name="connsiteX10" fmla="*/ 39912 w 41638"/>
                <a:gd name="connsiteY10" fmla="*/ 3704 h 19113"/>
                <a:gd name="connsiteX11" fmla="*/ 40899 w 41638"/>
                <a:gd name="connsiteY11" fmla="*/ 4939 h 19113"/>
                <a:gd name="connsiteX12" fmla="*/ 41491 w 41638"/>
                <a:gd name="connsiteY12" fmla="*/ 6371 h 19113"/>
                <a:gd name="connsiteX13" fmla="*/ 41639 w 41638"/>
                <a:gd name="connsiteY13" fmla="*/ 7952 h 19113"/>
                <a:gd name="connsiteX14" fmla="*/ 41244 w 41638"/>
                <a:gd name="connsiteY14" fmla="*/ 9532 h 19113"/>
                <a:gd name="connsiteX15" fmla="*/ 39517 w 41638"/>
                <a:gd name="connsiteY15" fmla="*/ 14372 h 19113"/>
                <a:gd name="connsiteX16" fmla="*/ 38531 w 41638"/>
                <a:gd name="connsiteY16" fmla="*/ 16496 h 19113"/>
                <a:gd name="connsiteX17" fmla="*/ 37100 w 41638"/>
                <a:gd name="connsiteY17" fmla="*/ 18225 h 19113"/>
                <a:gd name="connsiteX18" fmla="*/ 36261 w 41638"/>
                <a:gd name="connsiteY18" fmla="*/ 18620 h 19113"/>
                <a:gd name="connsiteX19" fmla="*/ 35274 w 41638"/>
                <a:gd name="connsiteY19" fmla="*/ 18669 h 19113"/>
                <a:gd name="connsiteX20" fmla="*/ 32857 w 41638"/>
                <a:gd name="connsiteY20" fmla="*/ 18225 h 19113"/>
                <a:gd name="connsiteX21" fmla="*/ 30341 w 41638"/>
                <a:gd name="connsiteY21" fmla="*/ 17533 h 19113"/>
                <a:gd name="connsiteX22" fmla="*/ 28170 w 41638"/>
                <a:gd name="connsiteY22" fmla="*/ 17237 h 19113"/>
                <a:gd name="connsiteX23" fmla="*/ 26591 w 41638"/>
                <a:gd name="connsiteY23" fmla="*/ 17632 h 19113"/>
                <a:gd name="connsiteX24" fmla="*/ 25210 w 41638"/>
                <a:gd name="connsiteY24" fmla="*/ 18323 h 19113"/>
                <a:gd name="connsiteX25" fmla="*/ 23779 w 41638"/>
                <a:gd name="connsiteY25" fmla="*/ 18916 h 19113"/>
                <a:gd name="connsiteX26" fmla="*/ 22151 w 41638"/>
                <a:gd name="connsiteY26" fmla="*/ 19114 h 19113"/>
                <a:gd name="connsiteX27" fmla="*/ 17514 w 41638"/>
                <a:gd name="connsiteY27" fmla="*/ 17879 h 19113"/>
                <a:gd name="connsiteX28" fmla="*/ 14899 w 41638"/>
                <a:gd name="connsiteY28" fmla="*/ 17533 h 19113"/>
                <a:gd name="connsiteX29" fmla="*/ 11890 w 41638"/>
                <a:gd name="connsiteY29" fmla="*/ 18027 h 19113"/>
                <a:gd name="connsiteX30" fmla="*/ 11100 w 41638"/>
                <a:gd name="connsiteY30" fmla="*/ 18126 h 19113"/>
                <a:gd name="connsiteX31" fmla="*/ 10360 w 41638"/>
                <a:gd name="connsiteY31" fmla="*/ 17780 h 19113"/>
                <a:gd name="connsiteX32" fmla="*/ 9571 w 41638"/>
                <a:gd name="connsiteY32" fmla="*/ 17385 h 19113"/>
                <a:gd name="connsiteX33" fmla="*/ 8732 w 41638"/>
                <a:gd name="connsiteY33" fmla="*/ 17187 h 19113"/>
                <a:gd name="connsiteX34" fmla="*/ 6907 w 41638"/>
                <a:gd name="connsiteY34" fmla="*/ 17138 h 19113"/>
                <a:gd name="connsiteX35" fmla="*/ 6216 w 41638"/>
                <a:gd name="connsiteY35" fmla="*/ 16891 h 19113"/>
                <a:gd name="connsiteX36" fmla="*/ 5871 w 41638"/>
                <a:gd name="connsiteY36" fmla="*/ 16496 h 19113"/>
                <a:gd name="connsiteX37" fmla="*/ 3651 w 41638"/>
                <a:gd name="connsiteY37" fmla="*/ 13088 h 19113"/>
                <a:gd name="connsiteX38" fmla="*/ 1283 w 41638"/>
                <a:gd name="connsiteY38" fmla="*/ 10273 h 19113"/>
                <a:gd name="connsiteX39" fmla="*/ 296 w 41638"/>
                <a:gd name="connsiteY39" fmla="*/ 8989 h 19113"/>
                <a:gd name="connsiteX40" fmla="*/ 0 w 41638"/>
                <a:gd name="connsiteY40" fmla="*/ 7507 h 19113"/>
                <a:gd name="connsiteX41" fmla="*/ 543 w 41638"/>
                <a:gd name="connsiteY41" fmla="*/ 5729 h 19113"/>
                <a:gd name="connsiteX42" fmla="*/ 1825 w 41638"/>
                <a:gd name="connsiteY42" fmla="*/ 3852 h 19113"/>
                <a:gd name="connsiteX43" fmla="*/ 4884 w 41638"/>
                <a:gd name="connsiteY43" fmla="*/ 0 h 19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1638" h="19113">
                  <a:moveTo>
                    <a:pt x="4884" y="0"/>
                  </a:moveTo>
                  <a:lnTo>
                    <a:pt x="11396" y="840"/>
                  </a:lnTo>
                  <a:lnTo>
                    <a:pt x="13567" y="1087"/>
                  </a:lnTo>
                  <a:lnTo>
                    <a:pt x="15442" y="741"/>
                  </a:lnTo>
                  <a:lnTo>
                    <a:pt x="17958" y="494"/>
                  </a:lnTo>
                  <a:lnTo>
                    <a:pt x="21905" y="790"/>
                  </a:lnTo>
                  <a:lnTo>
                    <a:pt x="27578" y="889"/>
                  </a:lnTo>
                  <a:lnTo>
                    <a:pt x="33301" y="593"/>
                  </a:lnTo>
                  <a:lnTo>
                    <a:pt x="35274" y="543"/>
                  </a:lnTo>
                  <a:lnTo>
                    <a:pt x="36952" y="1235"/>
                  </a:lnTo>
                  <a:lnTo>
                    <a:pt x="39912" y="3704"/>
                  </a:lnTo>
                  <a:lnTo>
                    <a:pt x="40899" y="4939"/>
                  </a:lnTo>
                  <a:lnTo>
                    <a:pt x="41491" y="6371"/>
                  </a:lnTo>
                  <a:lnTo>
                    <a:pt x="41639" y="7952"/>
                  </a:lnTo>
                  <a:lnTo>
                    <a:pt x="41244" y="9532"/>
                  </a:lnTo>
                  <a:lnTo>
                    <a:pt x="39517" y="14372"/>
                  </a:lnTo>
                  <a:lnTo>
                    <a:pt x="38531" y="16496"/>
                  </a:lnTo>
                  <a:lnTo>
                    <a:pt x="37100" y="18225"/>
                  </a:lnTo>
                  <a:lnTo>
                    <a:pt x="36261" y="18620"/>
                  </a:lnTo>
                  <a:lnTo>
                    <a:pt x="35274" y="18669"/>
                  </a:lnTo>
                  <a:lnTo>
                    <a:pt x="32857" y="18225"/>
                  </a:lnTo>
                  <a:lnTo>
                    <a:pt x="30341" y="17533"/>
                  </a:lnTo>
                  <a:lnTo>
                    <a:pt x="28170" y="17237"/>
                  </a:lnTo>
                  <a:lnTo>
                    <a:pt x="26591" y="17632"/>
                  </a:lnTo>
                  <a:lnTo>
                    <a:pt x="25210" y="18323"/>
                  </a:lnTo>
                  <a:lnTo>
                    <a:pt x="23779" y="18916"/>
                  </a:lnTo>
                  <a:lnTo>
                    <a:pt x="22151" y="19114"/>
                  </a:lnTo>
                  <a:lnTo>
                    <a:pt x="17514" y="17879"/>
                  </a:lnTo>
                  <a:lnTo>
                    <a:pt x="14899" y="17533"/>
                  </a:lnTo>
                  <a:lnTo>
                    <a:pt x="11890" y="18027"/>
                  </a:lnTo>
                  <a:lnTo>
                    <a:pt x="11100" y="18126"/>
                  </a:lnTo>
                  <a:lnTo>
                    <a:pt x="10360" y="17780"/>
                  </a:lnTo>
                  <a:lnTo>
                    <a:pt x="9571" y="17385"/>
                  </a:lnTo>
                  <a:lnTo>
                    <a:pt x="8732" y="17187"/>
                  </a:lnTo>
                  <a:lnTo>
                    <a:pt x="6907" y="17138"/>
                  </a:lnTo>
                  <a:lnTo>
                    <a:pt x="6216" y="16891"/>
                  </a:lnTo>
                  <a:lnTo>
                    <a:pt x="5871" y="16496"/>
                  </a:lnTo>
                  <a:lnTo>
                    <a:pt x="3651" y="13088"/>
                  </a:lnTo>
                  <a:lnTo>
                    <a:pt x="1283" y="10273"/>
                  </a:lnTo>
                  <a:lnTo>
                    <a:pt x="296" y="8989"/>
                  </a:lnTo>
                  <a:lnTo>
                    <a:pt x="0" y="7507"/>
                  </a:lnTo>
                  <a:lnTo>
                    <a:pt x="543" y="5729"/>
                  </a:lnTo>
                  <a:lnTo>
                    <a:pt x="1825" y="3852"/>
                  </a:lnTo>
                  <a:lnTo>
                    <a:pt x="4884" y="0"/>
                  </a:lnTo>
                </a:path>
              </a:pathLst>
            </a:custGeom>
            <a:solidFill>
              <a:srgbClr val="A9218E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3798E27-94E0-7A89-7908-C16179BC8597}"/>
                </a:ext>
              </a:extLst>
            </p:cNvPr>
            <p:cNvSpPr/>
            <p:nvPr/>
          </p:nvSpPr>
          <p:spPr>
            <a:xfrm>
              <a:off x="10495320" y="6419158"/>
              <a:ext cx="47657" cy="27065"/>
            </a:xfrm>
            <a:custGeom>
              <a:avLst/>
              <a:gdLst>
                <a:gd name="connsiteX0" fmla="*/ 15195 w 47657"/>
                <a:gd name="connsiteY0" fmla="*/ 148 h 27065"/>
                <a:gd name="connsiteX1" fmla="*/ 17613 w 47657"/>
                <a:gd name="connsiteY1" fmla="*/ 0 h 27065"/>
                <a:gd name="connsiteX2" fmla="*/ 20030 w 47657"/>
                <a:gd name="connsiteY2" fmla="*/ 247 h 27065"/>
                <a:gd name="connsiteX3" fmla="*/ 33942 w 47657"/>
                <a:gd name="connsiteY3" fmla="*/ 1630 h 27065"/>
                <a:gd name="connsiteX4" fmla="*/ 37840 w 47657"/>
                <a:gd name="connsiteY4" fmla="*/ 2223 h 27065"/>
                <a:gd name="connsiteX5" fmla="*/ 41540 w 47657"/>
                <a:gd name="connsiteY5" fmla="*/ 3260 h 27065"/>
                <a:gd name="connsiteX6" fmla="*/ 43217 w 47657"/>
                <a:gd name="connsiteY6" fmla="*/ 4297 h 27065"/>
                <a:gd name="connsiteX7" fmla="*/ 44697 w 47657"/>
                <a:gd name="connsiteY7" fmla="*/ 5779 h 27065"/>
                <a:gd name="connsiteX8" fmla="*/ 45931 w 47657"/>
                <a:gd name="connsiteY8" fmla="*/ 8001 h 27065"/>
                <a:gd name="connsiteX9" fmla="*/ 46917 w 47657"/>
                <a:gd name="connsiteY9" fmla="*/ 10964 h 27065"/>
                <a:gd name="connsiteX10" fmla="*/ 47657 w 47657"/>
                <a:gd name="connsiteY10" fmla="*/ 16002 h 27065"/>
                <a:gd name="connsiteX11" fmla="*/ 47411 w 47657"/>
                <a:gd name="connsiteY11" fmla="*/ 18521 h 27065"/>
                <a:gd name="connsiteX12" fmla="*/ 46473 w 47657"/>
                <a:gd name="connsiteY12" fmla="*/ 20842 h 27065"/>
                <a:gd name="connsiteX13" fmla="*/ 45191 w 47657"/>
                <a:gd name="connsiteY13" fmla="*/ 22324 h 27065"/>
                <a:gd name="connsiteX14" fmla="*/ 43513 w 47657"/>
                <a:gd name="connsiteY14" fmla="*/ 23608 h 27065"/>
                <a:gd name="connsiteX15" fmla="*/ 39024 w 47657"/>
                <a:gd name="connsiteY15" fmla="*/ 25534 h 27065"/>
                <a:gd name="connsiteX16" fmla="*/ 27233 w 47657"/>
                <a:gd name="connsiteY16" fmla="*/ 27065 h 27065"/>
                <a:gd name="connsiteX17" fmla="*/ 23483 w 47657"/>
                <a:gd name="connsiteY17" fmla="*/ 26571 h 27065"/>
                <a:gd name="connsiteX18" fmla="*/ 19882 w 47657"/>
                <a:gd name="connsiteY18" fmla="*/ 25534 h 27065"/>
                <a:gd name="connsiteX19" fmla="*/ 16280 w 47657"/>
                <a:gd name="connsiteY19" fmla="*/ 24546 h 27065"/>
                <a:gd name="connsiteX20" fmla="*/ 12778 w 47657"/>
                <a:gd name="connsiteY20" fmla="*/ 24151 h 27065"/>
                <a:gd name="connsiteX21" fmla="*/ 7844 w 47657"/>
                <a:gd name="connsiteY21" fmla="*/ 23559 h 27065"/>
                <a:gd name="connsiteX22" fmla="*/ 4144 w 47657"/>
                <a:gd name="connsiteY22" fmla="*/ 21731 h 27065"/>
                <a:gd name="connsiteX23" fmla="*/ 1677 w 47657"/>
                <a:gd name="connsiteY23" fmla="*/ 19114 h 27065"/>
                <a:gd name="connsiteX24" fmla="*/ 345 w 47657"/>
                <a:gd name="connsiteY24" fmla="*/ 16150 h 27065"/>
                <a:gd name="connsiteX25" fmla="*/ 0 w 47657"/>
                <a:gd name="connsiteY25" fmla="*/ 12891 h 27065"/>
                <a:gd name="connsiteX26" fmla="*/ 789 w 47657"/>
                <a:gd name="connsiteY26" fmla="*/ 10075 h 27065"/>
                <a:gd name="connsiteX27" fmla="*/ 2417 w 47657"/>
                <a:gd name="connsiteY27" fmla="*/ 7705 h 27065"/>
                <a:gd name="connsiteX28" fmla="*/ 4539 w 47657"/>
                <a:gd name="connsiteY28" fmla="*/ 5828 h 27065"/>
                <a:gd name="connsiteX29" fmla="*/ 9176 w 47657"/>
                <a:gd name="connsiteY29" fmla="*/ 3260 h 27065"/>
                <a:gd name="connsiteX30" fmla="*/ 12334 w 47657"/>
                <a:gd name="connsiteY30" fmla="*/ 2124 h 27065"/>
                <a:gd name="connsiteX31" fmla="*/ 13123 w 47657"/>
                <a:gd name="connsiteY31" fmla="*/ 1729 h 27065"/>
                <a:gd name="connsiteX32" fmla="*/ 13666 w 47657"/>
                <a:gd name="connsiteY32" fmla="*/ 1185 h 27065"/>
                <a:gd name="connsiteX33" fmla="*/ 14258 w 47657"/>
                <a:gd name="connsiteY33" fmla="*/ 593 h 27065"/>
                <a:gd name="connsiteX34" fmla="*/ 15195 w 47657"/>
                <a:gd name="connsiteY34" fmla="*/ 148 h 2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7657" h="27065">
                  <a:moveTo>
                    <a:pt x="15195" y="148"/>
                  </a:moveTo>
                  <a:lnTo>
                    <a:pt x="17613" y="0"/>
                  </a:lnTo>
                  <a:lnTo>
                    <a:pt x="20030" y="247"/>
                  </a:lnTo>
                  <a:lnTo>
                    <a:pt x="33942" y="1630"/>
                  </a:lnTo>
                  <a:lnTo>
                    <a:pt x="37840" y="2223"/>
                  </a:lnTo>
                  <a:lnTo>
                    <a:pt x="41540" y="3260"/>
                  </a:lnTo>
                  <a:lnTo>
                    <a:pt x="43217" y="4297"/>
                  </a:lnTo>
                  <a:lnTo>
                    <a:pt x="44697" y="5779"/>
                  </a:lnTo>
                  <a:lnTo>
                    <a:pt x="45931" y="8001"/>
                  </a:lnTo>
                  <a:lnTo>
                    <a:pt x="46917" y="10964"/>
                  </a:lnTo>
                  <a:lnTo>
                    <a:pt x="47657" y="16002"/>
                  </a:lnTo>
                  <a:lnTo>
                    <a:pt x="47411" y="18521"/>
                  </a:lnTo>
                  <a:lnTo>
                    <a:pt x="46473" y="20842"/>
                  </a:lnTo>
                  <a:lnTo>
                    <a:pt x="45191" y="22324"/>
                  </a:lnTo>
                  <a:lnTo>
                    <a:pt x="43513" y="23608"/>
                  </a:lnTo>
                  <a:lnTo>
                    <a:pt x="39024" y="25534"/>
                  </a:lnTo>
                  <a:lnTo>
                    <a:pt x="27233" y="27065"/>
                  </a:lnTo>
                  <a:lnTo>
                    <a:pt x="23483" y="26571"/>
                  </a:lnTo>
                  <a:lnTo>
                    <a:pt x="19882" y="25534"/>
                  </a:lnTo>
                  <a:lnTo>
                    <a:pt x="16280" y="24546"/>
                  </a:lnTo>
                  <a:lnTo>
                    <a:pt x="12778" y="24151"/>
                  </a:lnTo>
                  <a:lnTo>
                    <a:pt x="7844" y="23559"/>
                  </a:lnTo>
                  <a:lnTo>
                    <a:pt x="4144" y="21731"/>
                  </a:lnTo>
                  <a:lnTo>
                    <a:pt x="1677" y="19114"/>
                  </a:lnTo>
                  <a:lnTo>
                    <a:pt x="345" y="16150"/>
                  </a:lnTo>
                  <a:lnTo>
                    <a:pt x="0" y="12891"/>
                  </a:lnTo>
                  <a:lnTo>
                    <a:pt x="789" y="10075"/>
                  </a:lnTo>
                  <a:lnTo>
                    <a:pt x="2417" y="7705"/>
                  </a:lnTo>
                  <a:lnTo>
                    <a:pt x="4539" y="5828"/>
                  </a:lnTo>
                  <a:lnTo>
                    <a:pt x="9176" y="3260"/>
                  </a:lnTo>
                  <a:lnTo>
                    <a:pt x="12334" y="2124"/>
                  </a:lnTo>
                  <a:lnTo>
                    <a:pt x="13123" y="1729"/>
                  </a:lnTo>
                  <a:lnTo>
                    <a:pt x="13666" y="1185"/>
                  </a:lnTo>
                  <a:lnTo>
                    <a:pt x="14258" y="593"/>
                  </a:lnTo>
                  <a:lnTo>
                    <a:pt x="15195" y="148"/>
                  </a:lnTo>
                </a:path>
              </a:pathLst>
            </a:custGeom>
            <a:solidFill>
              <a:srgbClr val="353D98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4359242-F040-ACA4-8B02-FC322058F5D4}"/>
                </a:ext>
              </a:extLst>
            </p:cNvPr>
            <p:cNvSpPr/>
            <p:nvPr/>
          </p:nvSpPr>
          <p:spPr>
            <a:xfrm>
              <a:off x="10498675" y="6458324"/>
              <a:ext cx="39862" cy="26126"/>
            </a:xfrm>
            <a:custGeom>
              <a:avLst/>
              <a:gdLst>
                <a:gd name="connsiteX0" fmla="*/ 22497 w 39862"/>
                <a:gd name="connsiteY0" fmla="*/ 0 h 26126"/>
                <a:gd name="connsiteX1" fmla="*/ 27035 w 39862"/>
                <a:gd name="connsiteY1" fmla="*/ 395 h 26126"/>
                <a:gd name="connsiteX2" fmla="*/ 31772 w 39862"/>
                <a:gd name="connsiteY2" fmla="*/ 2124 h 26126"/>
                <a:gd name="connsiteX3" fmla="*/ 33153 w 39862"/>
                <a:gd name="connsiteY3" fmla="*/ 3457 h 26126"/>
                <a:gd name="connsiteX4" fmla="*/ 34288 w 39862"/>
                <a:gd name="connsiteY4" fmla="*/ 4494 h 26126"/>
                <a:gd name="connsiteX5" fmla="*/ 36656 w 39862"/>
                <a:gd name="connsiteY5" fmla="*/ 4988 h 26126"/>
                <a:gd name="connsiteX6" fmla="*/ 37790 w 39862"/>
                <a:gd name="connsiteY6" fmla="*/ 5334 h 26126"/>
                <a:gd name="connsiteX7" fmla="*/ 38531 w 39862"/>
                <a:gd name="connsiteY7" fmla="*/ 5976 h 26126"/>
                <a:gd name="connsiteX8" fmla="*/ 39764 w 39862"/>
                <a:gd name="connsiteY8" fmla="*/ 11409 h 26126"/>
                <a:gd name="connsiteX9" fmla="*/ 39863 w 39862"/>
                <a:gd name="connsiteY9" fmla="*/ 14866 h 26126"/>
                <a:gd name="connsiteX10" fmla="*/ 39320 w 39862"/>
                <a:gd name="connsiteY10" fmla="*/ 17731 h 26126"/>
                <a:gd name="connsiteX11" fmla="*/ 38284 w 39862"/>
                <a:gd name="connsiteY11" fmla="*/ 19509 h 26126"/>
                <a:gd name="connsiteX12" fmla="*/ 36804 w 39862"/>
                <a:gd name="connsiteY12" fmla="*/ 21089 h 26126"/>
                <a:gd name="connsiteX13" fmla="*/ 32906 w 39862"/>
                <a:gd name="connsiteY13" fmla="*/ 23559 h 26126"/>
                <a:gd name="connsiteX14" fmla="*/ 28022 w 39862"/>
                <a:gd name="connsiteY14" fmla="*/ 25188 h 26126"/>
                <a:gd name="connsiteX15" fmla="*/ 22546 w 39862"/>
                <a:gd name="connsiteY15" fmla="*/ 26028 h 26126"/>
                <a:gd name="connsiteX16" fmla="*/ 16922 w 39862"/>
                <a:gd name="connsiteY16" fmla="*/ 26127 h 26126"/>
                <a:gd name="connsiteX17" fmla="*/ 11544 w 39862"/>
                <a:gd name="connsiteY17" fmla="*/ 25485 h 26126"/>
                <a:gd name="connsiteX18" fmla="*/ 6808 w 39862"/>
                <a:gd name="connsiteY18" fmla="*/ 24250 h 26126"/>
                <a:gd name="connsiteX19" fmla="*/ 3207 w 39862"/>
                <a:gd name="connsiteY19" fmla="*/ 22423 h 26126"/>
                <a:gd name="connsiteX20" fmla="*/ 2072 w 39862"/>
                <a:gd name="connsiteY20" fmla="*/ 21336 h 26126"/>
                <a:gd name="connsiteX21" fmla="*/ 1283 w 39862"/>
                <a:gd name="connsiteY21" fmla="*/ 20052 h 26126"/>
                <a:gd name="connsiteX22" fmla="*/ 296 w 39862"/>
                <a:gd name="connsiteY22" fmla="*/ 17138 h 26126"/>
                <a:gd name="connsiteX23" fmla="*/ 0 w 39862"/>
                <a:gd name="connsiteY23" fmla="*/ 13928 h 26126"/>
                <a:gd name="connsiteX24" fmla="*/ 641 w 39862"/>
                <a:gd name="connsiteY24" fmla="*/ 11113 h 26126"/>
                <a:gd name="connsiteX25" fmla="*/ 2121 w 39862"/>
                <a:gd name="connsiteY25" fmla="*/ 8692 h 26126"/>
                <a:gd name="connsiteX26" fmla="*/ 4095 w 39862"/>
                <a:gd name="connsiteY26" fmla="*/ 6668 h 26126"/>
                <a:gd name="connsiteX27" fmla="*/ 8979 w 39862"/>
                <a:gd name="connsiteY27" fmla="*/ 3852 h 26126"/>
                <a:gd name="connsiteX28" fmla="*/ 13518 w 39862"/>
                <a:gd name="connsiteY28" fmla="*/ 2618 h 26126"/>
                <a:gd name="connsiteX29" fmla="*/ 18106 w 39862"/>
                <a:gd name="connsiteY29" fmla="*/ 1235 h 26126"/>
                <a:gd name="connsiteX30" fmla="*/ 22497 w 39862"/>
                <a:gd name="connsiteY30" fmla="*/ 0 h 26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9862" h="26126">
                  <a:moveTo>
                    <a:pt x="22497" y="0"/>
                  </a:moveTo>
                  <a:lnTo>
                    <a:pt x="27035" y="395"/>
                  </a:lnTo>
                  <a:lnTo>
                    <a:pt x="31772" y="2124"/>
                  </a:lnTo>
                  <a:lnTo>
                    <a:pt x="33153" y="3457"/>
                  </a:lnTo>
                  <a:lnTo>
                    <a:pt x="34288" y="4494"/>
                  </a:lnTo>
                  <a:lnTo>
                    <a:pt x="36656" y="4988"/>
                  </a:lnTo>
                  <a:lnTo>
                    <a:pt x="37790" y="5334"/>
                  </a:lnTo>
                  <a:lnTo>
                    <a:pt x="38531" y="5976"/>
                  </a:lnTo>
                  <a:lnTo>
                    <a:pt x="39764" y="11409"/>
                  </a:lnTo>
                  <a:lnTo>
                    <a:pt x="39863" y="14866"/>
                  </a:lnTo>
                  <a:lnTo>
                    <a:pt x="39320" y="17731"/>
                  </a:lnTo>
                  <a:lnTo>
                    <a:pt x="38284" y="19509"/>
                  </a:lnTo>
                  <a:lnTo>
                    <a:pt x="36804" y="21089"/>
                  </a:lnTo>
                  <a:lnTo>
                    <a:pt x="32906" y="23559"/>
                  </a:lnTo>
                  <a:lnTo>
                    <a:pt x="28022" y="25188"/>
                  </a:lnTo>
                  <a:lnTo>
                    <a:pt x="22546" y="26028"/>
                  </a:lnTo>
                  <a:lnTo>
                    <a:pt x="16922" y="26127"/>
                  </a:lnTo>
                  <a:lnTo>
                    <a:pt x="11544" y="25485"/>
                  </a:lnTo>
                  <a:lnTo>
                    <a:pt x="6808" y="24250"/>
                  </a:lnTo>
                  <a:lnTo>
                    <a:pt x="3207" y="22423"/>
                  </a:lnTo>
                  <a:lnTo>
                    <a:pt x="2072" y="21336"/>
                  </a:lnTo>
                  <a:lnTo>
                    <a:pt x="1283" y="20052"/>
                  </a:lnTo>
                  <a:lnTo>
                    <a:pt x="296" y="17138"/>
                  </a:lnTo>
                  <a:lnTo>
                    <a:pt x="0" y="13928"/>
                  </a:lnTo>
                  <a:lnTo>
                    <a:pt x="641" y="11113"/>
                  </a:lnTo>
                  <a:lnTo>
                    <a:pt x="2121" y="8692"/>
                  </a:lnTo>
                  <a:lnTo>
                    <a:pt x="4095" y="6668"/>
                  </a:lnTo>
                  <a:lnTo>
                    <a:pt x="8979" y="3852"/>
                  </a:lnTo>
                  <a:lnTo>
                    <a:pt x="13518" y="2618"/>
                  </a:lnTo>
                  <a:lnTo>
                    <a:pt x="18106" y="1235"/>
                  </a:lnTo>
                  <a:lnTo>
                    <a:pt x="22497" y="0"/>
                  </a:lnTo>
                </a:path>
              </a:pathLst>
            </a:custGeom>
            <a:solidFill>
              <a:srgbClr val="002E56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5841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72">
          <p15:clr>
            <a:srgbClr val="FBAE40"/>
          </p15:clr>
        </p15:guide>
        <p15:guide id="2" pos="432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249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Pat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white goods&#10;&#10;Description automatically generated">
            <a:extLst>
              <a:ext uri="{FF2B5EF4-FFF2-40B4-BE49-F238E27FC236}">
                <a16:creationId xmlns:a16="http://schemas.microsoft.com/office/drawing/2014/main" id="{EAE4EC8C-2294-CC9A-57D6-A99E44B464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30269DC-591D-B944-A479-80E360E756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4404" y="3834884"/>
            <a:ext cx="5133724" cy="658717"/>
          </a:xfrm>
        </p:spPr>
        <p:txBody>
          <a:bodyPr lIns="91440" tIns="45720" rIns="91440" bIns="45720">
            <a:noAutofit/>
          </a:bodyPr>
          <a:lstStyle>
            <a:lvl1pPr marL="0" indent="0" algn="r">
              <a:buNone/>
              <a:defRPr sz="2400" b="0">
                <a:solidFill>
                  <a:schemeClr val="bg1"/>
                </a:solidFill>
                <a:latin typeface="+mj-lt"/>
                <a:cs typeface="Futura Medium" panose="020B0602020204020303" pitchFamily="34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(Arial 24pt)</a:t>
            </a:r>
            <a:endParaRPr lang="en-A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2F7201-0FDA-CE47-A9F3-7594A2B9A9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4404" y="2574295"/>
            <a:ext cx="5133724" cy="1237410"/>
          </a:xfrm>
        </p:spPr>
        <p:txBody>
          <a:bodyPr lIns="91440" tIns="45720" rIns="91440" bIns="45720" anchor="b">
            <a:noAutofit/>
          </a:bodyPr>
          <a:lstStyle>
            <a:lvl1pPr algn="r">
              <a:defRPr sz="4000" b="0" i="0">
                <a:solidFill>
                  <a:schemeClr val="bg1"/>
                </a:solidFill>
                <a:latin typeface="+mj-lt"/>
                <a:cs typeface="Futura Medium" panose="020B0602020204020303" pitchFamily="34" charset="-79"/>
              </a:defRPr>
            </a:lvl1pPr>
          </a:lstStyle>
          <a:p>
            <a:r>
              <a:rPr lang="en-US"/>
              <a:t>Click to edit (Arial 40pt)</a:t>
            </a:r>
            <a:endParaRPr lang="en-AR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FA03CE2-46CB-D874-45A9-85B30B9FC4BD}"/>
              </a:ext>
            </a:extLst>
          </p:cNvPr>
          <p:cNvGrpSpPr/>
          <p:nvPr userDrawn="1"/>
        </p:nvGrpSpPr>
        <p:grpSpPr>
          <a:xfrm>
            <a:off x="9387557" y="3323005"/>
            <a:ext cx="2184530" cy="319082"/>
            <a:chOff x="9387557" y="3323005"/>
            <a:chExt cx="2184530" cy="319082"/>
          </a:xfrm>
        </p:grpSpPr>
        <p:grpSp>
          <p:nvGrpSpPr>
            <p:cNvPr id="27" name="Picture 7">
              <a:extLst>
                <a:ext uri="{FF2B5EF4-FFF2-40B4-BE49-F238E27FC236}">
                  <a16:creationId xmlns:a16="http://schemas.microsoft.com/office/drawing/2014/main" id="{B73FACBA-13A6-523B-3324-0D8A71D9DF2B}"/>
                </a:ext>
              </a:extLst>
            </p:cNvPr>
            <p:cNvGrpSpPr/>
            <p:nvPr/>
          </p:nvGrpSpPr>
          <p:grpSpPr>
            <a:xfrm>
              <a:off x="9387557" y="3323005"/>
              <a:ext cx="2184530" cy="314756"/>
              <a:chOff x="9387557" y="3323005"/>
              <a:chExt cx="2184530" cy="314756"/>
            </a:xfrm>
            <a:solidFill>
              <a:srgbClr val="28509C"/>
            </a:solidFill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30C49DEB-DE77-0E00-4D45-52FC57975140}"/>
                  </a:ext>
                </a:extLst>
              </p:cNvPr>
              <p:cNvSpPr/>
              <p:nvPr/>
            </p:nvSpPr>
            <p:spPr>
              <a:xfrm>
                <a:off x="10500022" y="3323005"/>
                <a:ext cx="270122" cy="308340"/>
              </a:xfrm>
              <a:custGeom>
                <a:avLst/>
                <a:gdLst>
                  <a:gd name="connsiteX0" fmla="*/ 135025 w 270122"/>
                  <a:gd name="connsiteY0" fmla="*/ 0 h 308340"/>
                  <a:gd name="connsiteX1" fmla="*/ 0 w 270122"/>
                  <a:gd name="connsiteY1" fmla="*/ 308341 h 308340"/>
                  <a:gd name="connsiteX2" fmla="*/ 28949 w 270122"/>
                  <a:gd name="connsiteY2" fmla="*/ 308341 h 308340"/>
                  <a:gd name="connsiteX3" fmla="*/ 76262 w 270122"/>
                  <a:gd name="connsiteY3" fmla="*/ 200274 h 308340"/>
                  <a:gd name="connsiteX4" fmla="*/ 193933 w 270122"/>
                  <a:gd name="connsiteY4" fmla="*/ 200274 h 308340"/>
                  <a:gd name="connsiteX5" fmla="*/ 241533 w 270122"/>
                  <a:gd name="connsiteY5" fmla="*/ 308341 h 308340"/>
                  <a:gd name="connsiteX6" fmla="*/ 270123 w 270122"/>
                  <a:gd name="connsiteY6" fmla="*/ 308341 h 308340"/>
                  <a:gd name="connsiteX7" fmla="*/ 135025 w 270122"/>
                  <a:gd name="connsiteY7" fmla="*/ 0 h 308340"/>
                  <a:gd name="connsiteX8" fmla="*/ 87640 w 270122"/>
                  <a:gd name="connsiteY8" fmla="*/ 174104 h 308340"/>
                  <a:gd name="connsiteX9" fmla="*/ 134809 w 270122"/>
                  <a:gd name="connsiteY9" fmla="*/ 66181 h 308340"/>
                  <a:gd name="connsiteX10" fmla="*/ 182338 w 270122"/>
                  <a:gd name="connsiteY10" fmla="*/ 174104 h 308340"/>
                  <a:gd name="connsiteX11" fmla="*/ 87568 w 270122"/>
                  <a:gd name="connsiteY11" fmla="*/ 174104 h 308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0122" h="308340">
                    <a:moveTo>
                      <a:pt x="135025" y="0"/>
                    </a:moveTo>
                    <a:lnTo>
                      <a:pt x="0" y="308341"/>
                    </a:lnTo>
                    <a:lnTo>
                      <a:pt x="28949" y="308341"/>
                    </a:lnTo>
                    <a:lnTo>
                      <a:pt x="76262" y="200274"/>
                    </a:lnTo>
                    <a:lnTo>
                      <a:pt x="193933" y="200274"/>
                    </a:lnTo>
                    <a:lnTo>
                      <a:pt x="241533" y="308341"/>
                    </a:lnTo>
                    <a:lnTo>
                      <a:pt x="270123" y="308341"/>
                    </a:lnTo>
                    <a:lnTo>
                      <a:pt x="135025" y="0"/>
                    </a:lnTo>
                    <a:close/>
                    <a:moveTo>
                      <a:pt x="87640" y="174104"/>
                    </a:moveTo>
                    <a:lnTo>
                      <a:pt x="134809" y="66181"/>
                    </a:lnTo>
                    <a:lnTo>
                      <a:pt x="182338" y="174104"/>
                    </a:lnTo>
                    <a:lnTo>
                      <a:pt x="87568" y="174104"/>
                    </a:lnTo>
                    <a:close/>
                  </a:path>
                </a:pathLst>
              </a:custGeom>
              <a:solidFill>
                <a:srgbClr val="28509C"/>
              </a:solidFill>
              <a:ln w="71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105FDBB1-1590-519F-E12B-2A28FF5B6720}"/>
                  </a:ext>
                </a:extLst>
              </p:cNvPr>
              <p:cNvSpPr/>
              <p:nvPr/>
            </p:nvSpPr>
            <p:spPr>
              <a:xfrm>
                <a:off x="11126107" y="3329421"/>
                <a:ext cx="26140" cy="301852"/>
              </a:xfrm>
              <a:custGeom>
                <a:avLst/>
                <a:gdLst>
                  <a:gd name="connsiteX0" fmla="*/ 0 w 26140"/>
                  <a:gd name="connsiteY0" fmla="*/ 0 h 301852"/>
                  <a:gd name="connsiteX1" fmla="*/ 26141 w 26140"/>
                  <a:gd name="connsiteY1" fmla="*/ 0 h 301852"/>
                  <a:gd name="connsiteX2" fmla="*/ 26141 w 26140"/>
                  <a:gd name="connsiteY2" fmla="*/ 301852 h 301852"/>
                  <a:gd name="connsiteX3" fmla="*/ 0 w 26140"/>
                  <a:gd name="connsiteY3" fmla="*/ 301852 h 301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140" h="301852">
                    <a:moveTo>
                      <a:pt x="0" y="0"/>
                    </a:moveTo>
                    <a:lnTo>
                      <a:pt x="26141" y="0"/>
                    </a:lnTo>
                    <a:lnTo>
                      <a:pt x="26141" y="301852"/>
                    </a:lnTo>
                    <a:lnTo>
                      <a:pt x="0" y="301852"/>
                    </a:lnTo>
                    <a:close/>
                  </a:path>
                </a:pathLst>
              </a:custGeom>
              <a:solidFill>
                <a:srgbClr val="28509C"/>
              </a:solidFill>
              <a:ln w="71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48700604-24AD-D439-3B7D-A39F3CC3CCD8}"/>
                  </a:ext>
                </a:extLst>
              </p:cNvPr>
              <p:cNvSpPr/>
              <p:nvPr/>
            </p:nvSpPr>
            <p:spPr>
              <a:xfrm>
                <a:off x="10168471" y="3323509"/>
                <a:ext cx="276820" cy="307763"/>
              </a:xfrm>
              <a:custGeom>
                <a:avLst/>
                <a:gdLst>
                  <a:gd name="connsiteX0" fmla="*/ 137762 w 276820"/>
                  <a:gd name="connsiteY0" fmla="*/ 139139 h 307763"/>
                  <a:gd name="connsiteX1" fmla="*/ 0 w 276820"/>
                  <a:gd name="connsiteY1" fmla="*/ 144 h 307763"/>
                  <a:gd name="connsiteX2" fmla="*/ 144 w 276820"/>
                  <a:gd name="connsiteY2" fmla="*/ 307764 h 307763"/>
                  <a:gd name="connsiteX3" fmla="*/ 26285 w 276820"/>
                  <a:gd name="connsiteY3" fmla="*/ 307764 h 307763"/>
                  <a:gd name="connsiteX4" fmla="*/ 26285 w 276820"/>
                  <a:gd name="connsiteY4" fmla="*/ 63946 h 307763"/>
                  <a:gd name="connsiteX5" fmla="*/ 137474 w 276820"/>
                  <a:gd name="connsiteY5" fmla="*/ 176555 h 307763"/>
                  <a:gd name="connsiteX6" fmla="*/ 250679 w 276820"/>
                  <a:gd name="connsiteY6" fmla="*/ 63370 h 307763"/>
                  <a:gd name="connsiteX7" fmla="*/ 250679 w 276820"/>
                  <a:gd name="connsiteY7" fmla="*/ 307764 h 307763"/>
                  <a:gd name="connsiteX8" fmla="*/ 276820 w 276820"/>
                  <a:gd name="connsiteY8" fmla="*/ 307764 h 307763"/>
                  <a:gd name="connsiteX9" fmla="*/ 276820 w 276820"/>
                  <a:gd name="connsiteY9" fmla="*/ 0 h 307763"/>
                  <a:gd name="connsiteX10" fmla="*/ 137762 w 276820"/>
                  <a:gd name="connsiteY10" fmla="*/ 139139 h 307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76820" h="307763">
                    <a:moveTo>
                      <a:pt x="137762" y="139139"/>
                    </a:moveTo>
                    <a:lnTo>
                      <a:pt x="0" y="144"/>
                    </a:lnTo>
                    <a:lnTo>
                      <a:pt x="144" y="307764"/>
                    </a:lnTo>
                    <a:lnTo>
                      <a:pt x="26285" y="307764"/>
                    </a:lnTo>
                    <a:lnTo>
                      <a:pt x="26285" y="63946"/>
                    </a:lnTo>
                    <a:lnTo>
                      <a:pt x="137474" y="176555"/>
                    </a:lnTo>
                    <a:lnTo>
                      <a:pt x="250679" y="63370"/>
                    </a:lnTo>
                    <a:lnTo>
                      <a:pt x="250679" y="307764"/>
                    </a:lnTo>
                    <a:lnTo>
                      <a:pt x="276820" y="307764"/>
                    </a:lnTo>
                    <a:lnTo>
                      <a:pt x="276820" y="0"/>
                    </a:lnTo>
                    <a:lnTo>
                      <a:pt x="137762" y="139139"/>
                    </a:lnTo>
                    <a:close/>
                  </a:path>
                </a:pathLst>
              </a:custGeom>
              <a:solidFill>
                <a:srgbClr val="28509C"/>
              </a:solidFill>
              <a:ln w="71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B1B8A9AD-1B2B-9973-06BD-97DFE0100683}"/>
                  </a:ext>
                </a:extLst>
              </p:cNvPr>
              <p:cNvSpPr/>
              <p:nvPr/>
            </p:nvSpPr>
            <p:spPr>
              <a:xfrm>
                <a:off x="11259260" y="3324302"/>
                <a:ext cx="228210" cy="313459"/>
              </a:xfrm>
              <a:custGeom>
                <a:avLst/>
                <a:gdLst>
                  <a:gd name="connsiteX0" fmla="*/ 201998 w 228210"/>
                  <a:gd name="connsiteY0" fmla="*/ 5119 h 313459"/>
                  <a:gd name="connsiteX1" fmla="*/ 201998 w 228210"/>
                  <a:gd name="connsiteY1" fmla="*/ 240213 h 313459"/>
                  <a:gd name="connsiteX2" fmla="*/ 0 w 228210"/>
                  <a:gd name="connsiteY2" fmla="*/ 0 h 313459"/>
                  <a:gd name="connsiteX3" fmla="*/ 0 w 228210"/>
                  <a:gd name="connsiteY3" fmla="*/ 41814 h 313459"/>
                  <a:gd name="connsiteX4" fmla="*/ 0 w 228210"/>
                  <a:gd name="connsiteY4" fmla="*/ 306971 h 313459"/>
                  <a:gd name="connsiteX5" fmla="*/ 26141 w 228210"/>
                  <a:gd name="connsiteY5" fmla="*/ 306971 h 313459"/>
                  <a:gd name="connsiteX6" fmla="*/ 26141 w 228210"/>
                  <a:gd name="connsiteY6" fmla="*/ 72958 h 313459"/>
                  <a:gd name="connsiteX7" fmla="*/ 228211 w 228210"/>
                  <a:gd name="connsiteY7" fmla="*/ 313459 h 313459"/>
                  <a:gd name="connsiteX8" fmla="*/ 228211 w 228210"/>
                  <a:gd name="connsiteY8" fmla="*/ 5119 h 313459"/>
                  <a:gd name="connsiteX9" fmla="*/ 201998 w 228210"/>
                  <a:gd name="connsiteY9" fmla="*/ 5119 h 313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8210" h="313459">
                    <a:moveTo>
                      <a:pt x="201998" y="5119"/>
                    </a:moveTo>
                    <a:lnTo>
                      <a:pt x="201998" y="240213"/>
                    </a:lnTo>
                    <a:lnTo>
                      <a:pt x="0" y="0"/>
                    </a:lnTo>
                    <a:lnTo>
                      <a:pt x="0" y="41814"/>
                    </a:lnTo>
                    <a:lnTo>
                      <a:pt x="0" y="306971"/>
                    </a:lnTo>
                    <a:lnTo>
                      <a:pt x="26141" y="306971"/>
                    </a:lnTo>
                    <a:lnTo>
                      <a:pt x="26141" y="72958"/>
                    </a:lnTo>
                    <a:lnTo>
                      <a:pt x="228211" y="313459"/>
                    </a:lnTo>
                    <a:lnTo>
                      <a:pt x="228211" y="5119"/>
                    </a:lnTo>
                    <a:lnTo>
                      <a:pt x="201998" y="5119"/>
                    </a:lnTo>
                    <a:close/>
                  </a:path>
                </a:pathLst>
              </a:custGeom>
              <a:solidFill>
                <a:srgbClr val="28509C"/>
              </a:solidFill>
              <a:ln w="71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592B5FCC-9EB2-55CA-6270-57150B9E96EF}"/>
                  </a:ext>
                </a:extLst>
              </p:cNvPr>
              <p:cNvSpPr/>
              <p:nvPr/>
            </p:nvSpPr>
            <p:spPr>
              <a:xfrm>
                <a:off x="10827179" y="3329637"/>
                <a:ext cx="218993" cy="301780"/>
              </a:xfrm>
              <a:custGeom>
                <a:avLst/>
                <a:gdLst>
                  <a:gd name="connsiteX0" fmla="*/ 189468 w 218993"/>
                  <a:gd name="connsiteY0" fmla="*/ 301780 h 301780"/>
                  <a:gd name="connsiteX1" fmla="*/ 218993 w 218993"/>
                  <a:gd name="connsiteY1" fmla="*/ 301780 h 301780"/>
                  <a:gd name="connsiteX2" fmla="*/ 146692 w 218993"/>
                  <a:gd name="connsiteY2" fmla="*/ 160478 h 301780"/>
                  <a:gd name="connsiteX3" fmla="*/ 206319 w 218993"/>
                  <a:gd name="connsiteY3" fmla="*/ 89467 h 301780"/>
                  <a:gd name="connsiteX4" fmla="*/ 206391 w 218993"/>
                  <a:gd name="connsiteY4" fmla="*/ 89467 h 301780"/>
                  <a:gd name="connsiteX5" fmla="*/ 206391 w 218993"/>
                  <a:gd name="connsiteY5" fmla="*/ 87809 h 301780"/>
                  <a:gd name="connsiteX6" fmla="*/ 206679 w 218993"/>
                  <a:gd name="connsiteY6" fmla="*/ 82979 h 301780"/>
                  <a:gd name="connsiteX7" fmla="*/ 206391 w 218993"/>
                  <a:gd name="connsiteY7" fmla="*/ 82979 h 301780"/>
                  <a:gd name="connsiteX8" fmla="*/ 206391 w 218993"/>
                  <a:gd name="connsiteY8" fmla="*/ 80167 h 301780"/>
                  <a:gd name="connsiteX9" fmla="*/ 206679 w 218993"/>
                  <a:gd name="connsiteY9" fmla="*/ 80167 h 301780"/>
                  <a:gd name="connsiteX10" fmla="*/ 206391 w 218993"/>
                  <a:gd name="connsiteY10" fmla="*/ 75265 h 301780"/>
                  <a:gd name="connsiteX11" fmla="*/ 206391 w 218993"/>
                  <a:gd name="connsiteY11" fmla="*/ 75265 h 301780"/>
                  <a:gd name="connsiteX12" fmla="*/ 126600 w 218993"/>
                  <a:gd name="connsiteY12" fmla="*/ 0 h 301780"/>
                  <a:gd name="connsiteX13" fmla="*/ 0 w 218993"/>
                  <a:gd name="connsiteY13" fmla="*/ 0 h 301780"/>
                  <a:gd name="connsiteX14" fmla="*/ 0 w 218993"/>
                  <a:gd name="connsiteY14" fmla="*/ 301708 h 301780"/>
                  <a:gd name="connsiteX15" fmla="*/ 26141 w 218993"/>
                  <a:gd name="connsiteY15" fmla="*/ 301708 h 301780"/>
                  <a:gd name="connsiteX16" fmla="*/ 26141 w 218993"/>
                  <a:gd name="connsiteY16" fmla="*/ 163002 h 301780"/>
                  <a:gd name="connsiteX17" fmla="*/ 118390 w 218993"/>
                  <a:gd name="connsiteY17" fmla="*/ 163002 h 301780"/>
                  <a:gd name="connsiteX18" fmla="*/ 189468 w 218993"/>
                  <a:gd name="connsiteY18" fmla="*/ 301780 h 301780"/>
                  <a:gd name="connsiteX19" fmla="*/ 26141 w 218993"/>
                  <a:gd name="connsiteY19" fmla="*/ 26242 h 301780"/>
                  <a:gd name="connsiteX20" fmla="*/ 126600 w 218993"/>
                  <a:gd name="connsiteY20" fmla="*/ 26242 h 301780"/>
                  <a:gd name="connsiteX21" fmla="*/ 180250 w 218993"/>
                  <a:gd name="connsiteY21" fmla="*/ 79014 h 301780"/>
                  <a:gd name="connsiteX22" fmla="*/ 180250 w 218993"/>
                  <a:gd name="connsiteY22" fmla="*/ 83988 h 301780"/>
                  <a:gd name="connsiteX23" fmla="*/ 126600 w 218993"/>
                  <a:gd name="connsiteY23" fmla="*/ 136688 h 301780"/>
                  <a:gd name="connsiteX24" fmla="*/ 126600 w 218993"/>
                  <a:gd name="connsiteY24" fmla="*/ 136688 h 301780"/>
                  <a:gd name="connsiteX25" fmla="*/ 26141 w 218993"/>
                  <a:gd name="connsiteY25" fmla="*/ 136760 h 301780"/>
                  <a:gd name="connsiteX26" fmla="*/ 26141 w 218993"/>
                  <a:gd name="connsiteY26" fmla="*/ 26242 h 301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18993" h="301780">
                    <a:moveTo>
                      <a:pt x="189468" y="301780"/>
                    </a:moveTo>
                    <a:lnTo>
                      <a:pt x="218993" y="301780"/>
                    </a:lnTo>
                    <a:cubicBezTo>
                      <a:pt x="218993" y="301780"/>
                      <a:pt x="146692" y="160478"/>
                      <a:pt x="146692" y="160478"/>
                    </a:cubicBezTo>
                    <a:cubicBezTo>
                      <a:pt x="179098" y="152044"/>
                      <a:pt x="203582" y="123855"/>
                      <a:pt x="206319" y="89467"/>
                    </a:cubicBezTo>
                    <a:lnTo>
                      <a:pt x="206391" y="89467"/>
                    </a:lnTo>
                    <a:lnTo>
                      <a:pt x="206391" y="87809"/>
                    </a:lnTo>
                    <a:cubicBezTo>
                      <a:pt x="206463" y="86223"/>
                      <a:pt x="206679" y="84565"/>
                      <a:pt x="206679" y="82979"/>
                    </a:cubicBezTo>
                    <a:lnTo>
                      <a:pt x="206391" y="82979"/>
                    </a:lnTo>
                    <a:lnTo>
                      <a:pt x="206391" y="80167"/>
                    </a:lnTo>
                    <a:lnTo>
                      <a:pt x="206679" y="80167"/>
                    </a:lnTo>
                    <a:cubicBezTo>
                      <a:pt x="206679" y="78509"/>
                      <a:pt x="206535" y="76923"/>
                      <a:pt x="206391" y="75265"/>
                    </a:cubicBezTo>
                    <a:lnTo>
                      <a:pt x="206391" y="75265"/>
                    </a:lnTo>
                    <a:cubicBezTo>
                      <a:pt x="203798" y="33235"/>
                      <a:pt x="169160" y="0"/>
                      <a:pt x="126600" y="0"/>
                    </a:cubicBezTo>
                    <a:lnTo>
                      <a:pt x="0" y="0"/>
                    </a:lnTo>
                    <a:lnTo>
                      <a:pt x="0" y="301708"/>
                    </a:lnTo>
                    <a:lnTo>
                      <a:pt x="26141" y="301708"/>
                    </a:lnTo>
                    <a:lnTo>
                      <a:pt x="26141" y="163002"/>
                    </a:lnTo>
                    <a:lnTo>
                      <a:pt x="118390" y="163002"/>
                    </a:lnTo>
                    <a:lnTo>
                      <a:pt x="189468" y="301780"/>
                    </a:lnTo>
                    <a:close/>
                    <a:moveTo>
                      <a:pt x="26141" y="26242"/>
                    </a:moveTo>
                    <a:lnTo>
                      <a:pt x="126600" y="26242"/>
                    </a:lnTo>
                    <a:cubicBezTo>
                      <a:pt x="155909" y="26242"/>
                      <a:pt x="179674" y="49816"/>
                      <a:pt x="180250" y="79014"/>
                    </a:cubicBezTo>
                    <a:lnTo>
                      <a:pt x="180250" y="83988"/>
                    </a:lnTo>
                    <a:cubicBezTo>
                      <a:pt x="179674" y="113186"/>
                      <a:pt x="155909" y="136688"/>
                      <a:pt x="126600" y="136688"/>
                    </a:cubicBezTo>
                    <a:lnTo>
                      <a:pt x="126600" y="136688"/>
                    </a:lnTo>
                    <a:cubicBezTo>
                      <a:pt x="126600" y="136688"/>
                      <a:pt x="26141" y="136760"/>
                      <a:pt x="26141" y="136760"/>
                    </a:cubicBezTo>
                    <a:lnTo>
                      <a:pt x="26141" y="26242"/>
                    </a:lnTo>
                    <a:close/>
                  </a:path>
                </a:pathLst>
              </a:custGeom>
              <a:solidFill>
                <a:srgbClr val="28509C"/>
              </a:solidFill>
              <a:ln w="71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10D57596-45B1-4C20-4D9C-93E77B56DBFA}"/>
                  </a:ext>
                </a:extLst>
              </p:cNvPr>
              <p:cNvSpPr/>
              <p:nvPr/>
            </p:nvSpPr>
            <p:spPr>
              <a:xfrm>
                <a:off x="9387557" y="3329493"/>
                <a:ext cx="212944" cy="301852"/>
              </a:xfrm>
              <a:custGeom>
                <a:avLst/>
                <a:gdLst>
                  <a:gd name="connsiteX0" fmla="*/ 212656 w 212944"/>
                  <a:gd name="connsiteY0" fmla="*/ 212818 h 301852"/>
                  <a:gd name="connsiteX1" fmla="*/ 201422 w 212944"/>
                  <a:gd name="connsiteY1" fmla="*/ 173455 h 301852"/>
                  <a:gd name="connsiteX2" fmla="*/ 174273 w 212944"/>
                  <a:gd name="connsiteY2" fmla="*/ 147358 h 301852"/>
                  <a:gd name="connsiteX3" fmla="*/ 206247 w 212944"/>
                  <a:gd name="connsiteY3" fmla="*/ 89539 h 301852"/>
                  <a:gd name="connsiteX4" fmla="*/ 206319 w 212944"/>
                  <a:gd name="connsiteY4" fmla="*/ 89539 h 301852"/>
                  <a:gd name="connsiteX5" fmla="*/ 206319 w 212944"/>
                  <a:gd name="connsiteY5" fmla="*/ 87881 h 301852"/>
                  <a:gd name="connsiteX6" fmla="*/ 206535 w 212944"/>
                  <a:gd name="connsiteY6" fmla="*/ 83051 h 301852"/>
                  <a:gd name="connsiteX7" fmla="*/ 206319 w 212944"/>
                  <a:gd name="connsiteY7" fmla="*/ 83051 h 301852"/>
                  <a:gd name="connsiteX8" fmla="*/ 206319 w 212944"/>
                  <a:gd name="connsiteY8" fmla="*/ 80239 h 301852"/>
                  <a:gd name="connsiteX9" fmla="*/ 206535 w 212944"/>
                  <a:gd name="connsiteY9" fmla="*/ 80239 h 301852"/>
                  <a:gd name="connsiteX10" fmla="*/ 206319 w 212944"/>
                  <a:gd name="connsiteY10" fmla="*/ 75337 h 301852"/>
                  <a:gd name="connsiteX11" fmla="*/ 206319 w 212944"/>
                  <a:gd name="connsiteY11" fmla="*/ 75337 h 301852"/>
                  <a:gd name="connsiteX12" fmla="*/ 206319 w 212944"/>
                  <a:gd name="connsiteY12" fmla="*/ 75265 h 301852"/>
                  <a:gd name="connsiteX13" fmla="*/ 126456 w 212944"/>
                  <a:gd name="connsiteY13" fmla="*/ 72 h 301852"/>
                  <a:gd name="connsiteX14" fmla="*/ 126456 w 212944"/>
                  <a:gd name="connsiteY14" fmla="*/ 216 h 301852"/>
                  <a:gd name="connsiteX15" fmla="*/ 0 w 212944"/>
                  <a:gd name="connsiteY15" fmla="*/ 0 h 301852"/>
                  <a:gd name="connsiteX16" fmla="*/ 0 w 212944"/>
                  <a:gd name="connsiteY16" fmla="*/ 301852 h 301852"/>
                  <a:gd name="connsiteX17" fmla="*/ 131425 w 212944"/>
                  <a:gd name="connsiteY17" fmla="*/ 301852 h 301852"/>
                  <a:gd name="connsiteX18" fmla="*/ 212800 w 212944"/>
                  <a:gd name="connsiteY18" fmla="*/ 221541 h 301852"/>
                  <a:gd name="connsiteX19" fmla="*/ 212944 w 212944"/>
                  <a:gd name="connsiteY19" fmla="*/ 221541 h 301852"/>
                  <a:gd name="connsiteX20" fmla="*/ 212944 w 212944"/>
                  <a:gd name="connsiteY20" fmla="*/ 212818 h 301852"/>
                  <a:gd name="connsiteX21" fmla="*/ 212800 w 212944"/>
                  <a:gd name="connsiteY21" fmla="*/ 212818 h 301852"/>
                  <a:gd name="connsiteX22" fmla="*/ 126528 w 212944"/>
                  <a:gd name="connsiteY22" fmla="*/ 26386 h 301852"/>
                  <a:gd name="connsiteX23" fmla="*/ 126528 w 212944"/>
                  <a:gd name="connsiteY23" fmla="*/ 26386 h 301852"/>
                  <a:gd name="connsiteX24" fmla="*/ 180250 w 212944"/>
                  <a:gd name="connsiteY24" fmla="*/ 79302 h 301852"/>
                  <a:gd name="connsiteX25" fmla="*/ 180250 w 212944"/>
                  <a:gd name="connsiteY25" fmla="*/ 83988 h 301852"/>
                  <a:gd name="connsiteX26" fmla="*/ 126528 w 212944"/>
                  <a:gd name="connsiteY26" fmla="*/ 137048 h 301852"/>
                  <a:gd name="connsiteX27" fmla="*/ 26141 w 212944"/>
                  <a:gd name="connsiteY27" fmla="*/ 137048 h 301852"/>
                  <a:gd name="connsiteX28" fmla="*/ 26141 w 212944"/>
                  <a:gd name="connsiteY28" fmla="*/ 26386 h 301852"/>
                  <a:gd name="connsiteX29" fmla="*/ 126528 w 212944"/>
                  <a:gd name="connsiteY29" fmla="*/ 26386 h 301852"/>
                  <a:gd name="connsiteX30" fmla="*/ 186659 w 212944"/>
                  <a:gd name="connsiteY30" fmla="*/ 220171 h 301852"/>
                  <a:gd name="connsiteX31" fmla="*/ 186443 w 212944"/>
                  <a:gd name="connsiteY31" fmla="*/ 220171 h 301852"/>
                  <a:gd name="connsiteX32" fmla="*/ 130921 w 212944"/>
                  <a:gd name="connsiteY32" fmla="*/ 275755 h 301852"/>
                  <a:gd name="connsiteX33" fmla="*/ 130921 w 212944"/>
                  <a:gd name="connsiteY33" fmla="*/ 275755 h 301852"/>
                  <a:gd name="connsiteX34" fmla="*/ 26141 w 212944"/>
                  <a:gd name="connsiteY34" fmla="*/ 275755 h 301852"/>
                  <a:gd name="connsiteX35" fmla="*/ 26141 w 212944"/>
                  <a:gd name="connsiteY35" fmla="*/ 163362 h 301852"/>
                  <a:gd name="connsiteX36" fmla="*/ 134593 w 212944"/>
                  <a:gd name="connsiteY36" fmla="*/ 163795 h 301852"/>
                  <a:gd name="connsiteX37" fmla="*/ 134593 w 212944"/>
                  <a:gd name="connsiteY37" fmla="*/ 163795 h 301852"/>
                  <a:gd name="connsiteX38" fmla="*/ 179458 w 212944"/>
                  <a:gd name="connsiteY38" fmla="*/ 187946 h 301852"/>
                  <a:gd name="connsiteX39" fmla="*/ 186515 w 212944"/>
                  <a:gd name="connsiteY39" fmla="*/ 214836 h 301852"/>
                  <a:gd name="connsiteX40" fmla="*/ 186731 w 212944"/>
                  <a:gd name="connsiteY40" fmla="*/ 214836 h 301852"/>
                  <a:gd name="connsiteX41" fmla="*/ 186731 w 212944"/>
                  <a:gd name="connsiteY41" fmla="*/ 220171 h 301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12944" h="301852">
                    <a:moveTo>
                      <a:pt x="212656" y="212818"/>
                    </a:moveTo>
                    <a:cubicBezTo>
                      <a:pt x="212296" y="198183"/>
                      <a:pt x="208623" y="185134"/>
                      <a:pt x="201422" y="173455"/>
                    </a:cubicBezTo>
                    <a:cubicBezTo>
                      <a:pt x="194509" y="162425"/>
                      <a:pt x="185219" y="153558"/>
                      <a:pt x="174273" y="147358"/>
                    </a:cubicBezTo>
                    <a:cubicBezTo>
                      <a:pt x="192204" y="133948"/>
                      <a:pt x="204374" y="113186"/>
                      <a:pt x="206247" y="89539"/>
                    </a:cubicBezTo>
                    <a:lnTo>
                      <a:pt x="206319" y="89539"/>
                    </a:lnTo>
                    <a:lnTo>
                      <a:pt x="206319" y="87881"/>
                    </a:lnTo>
                    <a:cubicBezTo>
                      <a:pt x="206391" y="86295"/>
                      <a:pt x="206535" y="84637"/>
                      <a:pt x="206535" y="83051"/>
                    </a:cubicBezTo>
                    <a:lnTo>
                      <a:pt x="206319" y="83051"/>
                    </a:lnTo>
                    <a:lnTo>
                      <a:pt x="206319" y="80239"/>
                    </a:lnTo>
                    <a:lnTo>
                      <a:pt x="206535" y="80239"/>
                    </a:lnTo>
                    <a:cubicBezTo>
                      <a:pt x="206535" y="78581"/>
                      <a:pt x="206391" y="76995"/>
                      <a:pt x="206319" y="75337"/>
                    </a:cubicBezTo>
                    <a:lnTo>
                      <a:pt x="206319" y="75337"/>
                    </a:lnTo>
                    <a:cubicBezTo>
                      <a:pt x="206319" y="75337"/>
                      <a:pt x="206319" y="75265"/>
                      <a:pt x="206319" y="75265"/>
                    </a:cubicBezTo>
                    <a:cubicBezTo>
                      <a:pt x="203726" y="33307"/>
                      <a:pt x="169016" y="72"/>
                      <a:pt x="126456" y="72"/>
                    </a:cubicBezTo>
                    <a:lnTo>
                      <a:pt x="126456" y="216"/>
                    </a:lnTo>
                    <a:lnTo>
                      <a:pt x="0" y="0"/>
                    </a:lnTo>
                    <a:lnTo>
                      <a:pt x="0" y="301852"/>
                    </a:lnTo>
                    <a:lnTo>
                      <a:pt x="131425" y="301852"/>
                    </a:lnTo>
                    <a:cubicBezTo>
                      <a:pt x="175857" y="301564"/>
                      <a:pt x="211864" y="265878"/>
                      <a:pt x="212800" y="221541"/>
                    </a:cubicBezTo>
                    <a:lnTo>
                      <a:pt x="212944" y="221541"/>
                    </a:lnTo>
                    <a:lnTo>
                      <a:pt x="212944" y="212818"/>
                    </a:lnTo>
                    <a:lnTo>
                      <a:pt x="212800" y="212818"/>
                    </a:lnTo>
                    <a:close/>
                    <a:moveTo>
                      <a:pt x="126528" y="26386"/>
                    </a:moveTo>
                    <a:lnTo>
                      <a:pt x="126528" y="26386"/>
                    </a:lnTo>
                    <a:cubicBezTo>
                      <a:pt x="155909" y="26386"/>
                      <a:pt x="179746" y="50032"/>
                      <a:pt x="180250" y="79302"/>
                    </a:cubicBezTo>
                    <a:lnTo>
                      <a:pt x="180250" y="83988"/>
                    </a:lnTo>
                    <a:cubicBezTo>
                      <a:pt x="179746" y="113258"/>
                      <a:pt x="155909" y="137048"/>
                      <a:pt x="126528" y="137048"/>
                    </a:cubicBezTo>
                    <a:lnTo>
                      <a:pt x="26141" y="137048"/>
                    </a:lnTo>
                    <a:lnTo>
                      <a:pt x="26141" y="26386"/>
                    </a:lnTo>
                    <a:lnTo>
                      <a:pt x="126528" y="26386"/>
                    </a:lnTo>
                    <a:close/>
                    <a:moveTo>
                      <a:pt x="186659" y="220171"/>
                    </a:moveTo>
                    <a:lnTo>
                      <a:pt x="186443" y="220171"/>
                    </a:lnTo>
                    <a:cubicBezTo>
                      <a:pt x="186443" y="250883"/>
                      <a:pt x="161598" y="275755"/>
                      <a:pt x="130921" y="275755"/>
                    </a:cubicBezTo>
                    <a:lnTo>
                      <a:pt x="130921" y="275755"/>
                    </a:lnTo>
                    <a:cubicBezTo>
                      <a:pt x="130921" y="275755"/>
                      <a:pt x="26141" y="275755"/>
                      <a:pt x="26141" y="275755"/>
                    </a:cubicBezTo>
                    <a:lnTo>
                      <a:pt x="26141" y="163362"/>
                    </a:lnTo>
                    <a:lnTo>
                      <a:pt x="134593" y="163795"/>
                    </a:lnTo>
                    <a:lnTo>
                      <a:pt x="134593" y="163795"/>
                    </a:lnTo>
                    <a:cubicBezTo>
                      <a:pt x="153461" y="163795"/>
                      <a:pt x="169880" y="173095"/>
                      <a:pt x="179458" y="187946"/>
                    </a:cubicBezTo>
                    <a:cubicBezTo>
                      <a:pt x="183490" y="196381"/>
                      <a:pt x="186515" y="204888"/>
                      <a:pt x="186515" y="214836"/>
                    </a:cubicBezTo>
                    <a:lnTo>
                      <a:pt x="186731" y="214836"/>
                    </a:lnTo>
                    <a:lnTo>
                      <a:pt x="186731" y="220171"/>
                    </a:lnTo>
                    <a:close/>
                  </a:path>
                </a:pathLst>
              </a:custGeom>
              <a:solidFill>
                <a:srgbClr val="28509C"/>
              </a:solidFill>
              <a:ln w="71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B9CE4A65-7D64-EDA4-02A6-E79012C54799}"/>
                  </a:ext>
                </a:extLst>
              </p:cNvPr>
              <p:cNvSpPr/>
              <p:nvPr/>
            </p:nvSpPr>
            <p:spPr>
              <a:xfrm>
                <a:off x="9791480" y="3324302"/>
                <a:ext cx="311818" cy="312017"/>
              </a:xfrm>
              <a:custGeom>
                <a:avLst/>
                <a:gdLst>
                  <a:gd name="connsiteX0" fmla="*/ 1368 w 311818"/>
                  <a:gd name="connsiteY0" fmla="*/ 175618 h 312017"/>
                  <a:gd name="connsiteX1" fmla="*/ 155981 w 311818"/>
                  <a:gd name="connsiteY1" fmla="*/ 312017 h 312017"/>
                  <a:gd name="connsiteX2" fmla="*/ 310594 w 311818"/>
                  <a:gd name="connsiteY2" fmla="*/ 175546 h 312017"/>
                  <a:gd name="connsiteX3" fmla="*/ 311819 w 311818"/>
                  <a:gd name="connsiteY3" fmla="*/ 156513 h 312017"/>
                  <a:gd name="connsiteX4" fmla="*/ 310954 w 311818"/>
                  <a:gd name="connsiteY4" fmla="*/ 139499 h 312017"/>
                  <a:gd name="connsiteX5" fmla="*/ 155981 w 311818"/>
                  <a:gd name="connsiteY5" fmla="*/ 0 h 312017"/>
                  <a:gd name="connsiteX6" fmla="*/ 1008 w 311818"/>
                  <a:gd name="connsiteY6" fmla="*/ 139499 h 312017"/>
                  <a:gd name="connsiteX7" fmla="*/ 864 w 311818"/>
                  <a:gd name="connsiteY7" fmla="*/ 139499 h 312017"/>
                  <a:gd name="connsiteX8" fmla="*/ 0 w 311818"/>
                  <a:gd name="connsiteY8" fmla="*/ 156513 h 312017"/>
                  <a:gd name="connsiteX9" fmla="*/ 1224 w 311818"/>
                  <a:gd name="connsiteY9" fmla="*/ 175546 h 312017"/>
                  <a:gd name="connsiteX10" fmla="*/ 155981 w 311818"/>
                  <a:gd name="connsiteY10" fmla="*/ 285487 h 312017"/>
                  <a:gd name="connsiteX11" fmla="*/ 28085 w 311818"/>
                  <a:gd name="connsiteY11" fmla="*/ 175618 h 312017"/>
                  <a:gd name="connsiteX12" fmla="*/ 27941 w 311818"/>
                  <a:gd name="connsiteY12" fmla="*/ 175618 h 312017"/>
                  <a:gd name="connsiteX13" fmla="*/ 26501 w 311818"/>
                  <a:gd name="connsiteY13" fmla="*/ 156513 h 312017"/>
                  <a:gd name="connsiteX14" fmla="*/ 27509 w 311818"/>
                  <a:gd name="connsiteY14" fmla="*/ 140004 h 312017"/>
                  <a:gd name="connsiteX15" fmla="*/ 27581 w 311818"/>
                  <a:gd name="connsiteY15" fmla="*/ 140004 h 312017"/>
                  <a:gd name="connsiteX16" fmla="*/ 155909 w 311818"/>
                  <a:gd name="connsiteY16" fmla="*/ 26530 h 312017"/>
                  <a:gd name="connsiteX17" fmla="*/ 284165 w 311818"/>
                  <a:gd name="connsiteY17" fmla="*/ 139788 h 312017"/>
                  <a:gd name="connsiteX18" fmla="*/ 285246 w 311818"/>
                  <a:gd name="connsiteY18" fmla="*/ 156585 h 312017"/>
                  <a:gd name="connsiteX19" fmla="*/ 283805 w 311818"/>
                  <a:gd name="connsiteY19" fmla="*/ 175906 h 312017"/>
                  <a:gd name="connsiteX20" fmla="*/ 155909 w 311818"/>
                  <a:gd name="connsiteY20" fmla="*/ 285559 h 312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1818" h="312017">
                    <a:moveTo>
                      <a:pt x="1368" y="175618"/>
                    </a:moveTo>
                    <a:cubicBezTo>
                      <a:pt x="11018" y="252541"/>
                      <a:pt x="76550" y="312017"/>
                      <a:pt x="155981" y="312017"/>
                    </a:cubicBezTo>
                    <a:cubicBezTo>
                      <a:pt x="235412" y="312017"/>
                      <a:pt x="300945" y="252469"/>
                      <a:pt x="310594" y="175546"/>
                    </a:cubicBezTo>
                    <a:cubicBezTo>
                      <a:pt x="311315" y="169346"/>
                      <a:pt x="311819" y="162930"/>
                      <a:pt x="311819" y="156513"/>
                    </a:cubicBezTo>
                    <a:cubicBezTo>
                      <a:pt x="311819" y="150602"/>
                      <a:pt x="311603" y="145267"/>
                      <a:pt x="310954" y="139499"/>
                    </a:cubicBezTo>
                    <a:cubicBezTo>
                      <a:pt x="302889" y="60846"/>
                      <a:pt x="236636" y="0"/>
                      <a:pt x="155981" y="0"/>
                    </a:cubicBezTo>
                    <a:cubicBezTo>
                      <a:pt x="75326" y="0"/>
                      <a:pt x="9218" y="61135"/>
                      <a:pt x="1008" y="139499"/>
                    </a:cubicBezTo>
                    <a:lnTo>
                      <a:pt x="864" y="139499"/>
                    </a:lnTo>
                    <a:cubicBezTo>
                      <a:pt x="216" y="145267"/>
                      <a:pt x="0" y="150602"/>
                      <a:pt x="0" y="156513"/>
                    </a:cubicBezTo>
                    <a:cubicBezTo>
                      <a:pt x="0" y="162930"/>
                      <a:pt x="432" y="169346"/>
                      <a:pt x="1224" y="175546"/>
                    </a:cubicBezTo>
                    <a:moveTo>
                      <a:pt x="155981" y="285487"/>
                    </a:moveTo>
                    <a:cubicBezTo>
                      <a:pt x="91169" y="285487"/>
                      <a:pt x="37519" y="237834"/>
                      <a:pt x="28085" y="175618"/>
                    </a:cubicBezTo>
                    <a:lnTo>
                      <a:pt x="27941" y="175618"/>
                    </a:lnTo>
                    <a:cubicBezTo>
                      <a:pt x="27005" y="169346"/>
                      <a:pt x="26501" y="163074"/>
                      <a:pt x="26501" y="156513"/>
                    </a:cubicBezTo>
                    <a:cubicBezTo>
                      <a:pt x="26501" y="150818"/>
                      <a:pt x="26789" y="145483"/>
                      <a:pt x="27509" y="140004"/>
                    </a:cubicBezTo>
                    <a:lnTo>
                      <a:pt x="27581" y="140004"/>
                    </a:lnTo>
                    <a:cubicBezTo>
                      <a:pt x="35431" y="76058"/>
                      <a:pt x="89873" y="26530"/>
                      <a:pt x="155909" y="26530"/>
                    </a:cubicBezTo>
                    <a:cubicBezTo>
                      <a:pt x="221946" y="26530"/>
                      <a:pt x="276316" y="75769"/>
                      <a:pt x="284165" y="139788"/>
                    </a:cubicBezTo>
                    <a:cubicBezTo>
                      <a:pt x="284886" y="145411"/>
                      <a:pt x="285246" y="150818"/>
                      <a:pt x="285246" y="156585"/>
                    </a:cubicBezTo>
                    <a:cubicBezTo>
                      <a:pt x="285246" y="163218"/>
                      <a:pt x="284741" y="169562"/>
                      <a:pt x="283805" y="175906"/>
                    </a:cubicBezTo>
                    <a:cubicBezTo>
                      <a:pt x="274372" y="238122"/>
                      <a:pt x="220721" y="285559"/>
                      <a:pt x="155909" y="285559"/>
                    </a:cubicBezTo>
                    <a:close/>
                  </a:path>
                </a:pathLst>
              </a:custGeom>
              <a:solidFill>
                <a:srgbClr val="28509C"/>
              </a:solidFill>
              <a:ln w="71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EE878C16-1B88-5308-8C3F-9607304AB3E4}"/>
                  </a:ext>
                </a:extLst>
              </p:cNvPr>
              <p:cNvSpPr/>
              <p:nvPr/>
            </p:nvSpPr>
            <p:spPr>
              <a:xfrm>
                <a:off x="11529743" y="3323653"/>
                <a:ext cx="42343" cy="42390"/>
              </a:xfrm>
              <a:custGeom>
                <a:avLst/>
                <a:gdLst>
                  <a:gd name="connsiteX0" fmla="*/ 0 w 42343"/>
                  <a:gd name="connsiteY0" fmla="*/ 21123 h 42390"/>
                  <a:gd name="connsiteX1" fmla="*/ 21244 w 42343"/>
                  <a:gd name="connsiteY1" fmla="*/ 0 h 42390"/>
                  <a:gd name="connsiteX2" fmla="*/ 42344 w 42343"/>
                  <a:gd name="connsiteY2" fmla="*/ 21123 h 42390"/>
                  <a:gd name="connsiteX3" fmla="*/ 21244 w 42343"/>
                  <a:gd name="connsiteY3" fmla="*/ 42391 h 42390"/>
                  <a:gd name="connsiteX4" fmla="*/ 0 w 42343"/>
                  <a:gd name="connsiteY4" fmla="*/ 21123 h 42390"/>
                  <a:gd name="connsiteX5" fmla="*/ 38959 w 42343"/>
                  <a:gd name="connsiteY5" fmla="*/ 21123 h 42390"/>
                  <a:gd name="connsiteX6" fmla="*/ 21244 w 42343"/>
                  <a:gd name="connsiteY6" fmla="*/ 2812 h 42390"/>
                  <a:gd name="connsiteX7" fmla="*/ 3385 w 42343"/>
                  <a:gd name="connsiteY7" fmla="*/ 21123 h 42390"/>
                  <a:gd name="connsiteX8" fmla="*/ 21244 w 42343"/>
                  <a:gd name="connsiteY8" fmla="*/ 39579 h 42390"/>
                  <a:gd name="connsiteX9" fmla="*/ 38959 w 42343"/>
                  <a:gd name="connsiteY9" fmla="*/ 21123 h 42390"/>
                  <a:gd name="connsiteX10" fmla="*/ 31758 w 42343"/>
                  <a:gd name="connsiteY10" fmla="*/ 32946 h 42390"/>
                  <a:gd name="connsiteX11" fmla="*/ 28301 w 42343"/>
                  <a:gd name="connsiteY11" fmla="*/ 32946 h 42390"/>
                  <a:gd name="connsiteX12" fmla="*/ 21532 w 42343"/>
                  <a:gd name="connsiteY12" fmla="*/ 22060 h 42390"/>
                  <a:gd name="connsiteX13" fmla="*/ 16203 w 42343"/>
                  <a:gd name="connsiteY13" fmla="*/ 22060 h 42390"/>
                  <a:gd name="connsiteX14" fmla="*/ 16203 w 42343"/>
                  <a:gd name="connsiteY14" fmla="*/ 32946 h 42390"/>
                  <a:gd name="connsiteX15" fmla="*/ 13323 w 42343"/>
                  <a:gd name="connsiteY15" fmla="*/ 32946 h 42390"/>
                  <a:gd name="connsiteX16" fmla="*/ 13323 w 42343"/>
                  <a:gd name="connsiteY16" fmla="*/ 9300 h 42390"/>
                  <a:gd name="connsiteX17" fmla="*/ 23693 w 42343"/>
                  <a:gd name="connsiteY17" fmla="*/ 9300 h 42390"/>
                  <a:gd name="connsiteX18" fmla="*/ 32046 w 42343"/>
                  <a:gd name="connsiteY18" fmla="*/ 15572 h 42390"/>
                  <a:gd name="connsiteX19" fmla="*/ 24629 w 42343"/>
                  <a:gd name="connsiteY19" fmla="*/ 22060 h 42390"/>
                  <a:gd name="connsiteX20" fmla="*/ 31758 w 42343"/>
                  <a:gd name="connsiteY20" fmla="*/ 32946 h 42390"/>
                  <a:gd name="connsiteX21" fmla="*/ 20668 w 42343"/>
                  <a:gd name="connsiteY21" fmla="*/ 19753 h 42390"/>
                  <a:gd name="connsiteX22" fmla="*/ 28949 w 42343"/>
                  <a:gd name="connsiteY22" fmla="*/ 15500 h 42390"/>
                  <a:gd name="connsiteX23" fmla="*/ 23044 w 42343"/>
                  <a:gd name="connsiteY23" fmla="*/ 11391 h 42390"/>
                  <a:gd name="connsiteX24" fmla="*/ 16275 w 42343"/>
                  <a:gd name="connsiteY24" fmla="*/ 11391 h 42390"/>
                  <a:gd name="connsiteX25" fmla="*/ 16275 w 42343"/>
                  <a:gd name="connsiteY25" fmla="*/ 19753 h 42390"/>
                  <a:gd name="connsiteX26" fmla="*/ 20668 w 42343"/>
                  <a:gd name="connsiteY26" fmla="*/ 19753 h 42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2343" h="42390">
                    <a:moveTo>
                      <a:pt x="0" y="21123"/>
                    </a:moveTo>
                    <a:cubicBezTo>
                      <a:pt x="0" y="9516"/>
                      <a:pt x="9506" y="0"/>
                      <a:pt x="21244" y="0"/>
                    </a:cubicBezTo>
                    <a:cubicBezTo>
                      <a:pt x="32982" y="0"/>
                      <a:pt x="42344" y="9516"/>
                      <a:pt x="42344" y="21123"/>
                    </a:cubicBezTo>
                    <a:cubicBezTo>
                      <a:pt x="42344" y="32730"/>
                      <a:pt x="32910" y="42391"/>
                      <a:pt x="21244" y="42391"/>
                    </a:cubicBezTo>
                    <a:cubicBezTo>
                      <a:pt x="9578" y="42391"/>
                      <a:pt x="0" y="32874"/>
                      <a:pt x="0" y="21123"/>
                    </a:cubicBezTo>
                    <a:close/>
                    <a:moveTo>
                      <a:pt x="38959" y="21123"/>
                    </a:moveTo>
                    <a:cubicBezTo>
                      <a:pt x="38959" y="10814"/>
                      <a:pt x="31470" y="2812"/>
                      <a:pt x="21244" y="2812"/>
                    </a:cubicBezTo>
                    <a:cubicBezTo>
                      <a:pt x="11018" y="2812"/>
                      <a:pt x="3385" y="10886"/>
                      <a:pt x="3385" y="21123"/>
                    </a:cubicBezTo>
                    <a:cubicBezTo>
                      <a:pt x="3385" y="31360"/>
                      <a:pt x="10946" y="39579"/>
                      <a:pt x="21244" y="39579"/>
                    </a:cubicBezTo>
                    <a:cubicBezTo>
                      <a:pt x="31542" y="39579"/>
                      <a:pt x="38959" y="31505"/>
                      <a:pt x="38959" y="21123"/>
                    </a:cubicBezTo>
                    <a:close/>
                    <a:moveTo>
                      <a:pt x="31758" y="32946"/>
                    </a:moveTo>
                    <a:lnTo>
                      <a:pt x="28301" y="32946"/>
                    </a:lnTo>
                    <a:lnTo>
                      <a:pt x="21532" y="22060"/>
                    </a:lnTo>
                    <a:lnTo>
                      <a:pt x="16203" y="22060"/>
                    </a:lnTo>
                    <a:lnTo>
                      <a:pt x="16203" y="32946"/>
                    </a:lnTo>
                    <a:lnTo>
                      <a:pt x="13323" y="32946"/>
                    </a:lnTo>
                    <a:lnTo>
                      <a:pt x="13323" y="9300"/>
                    </a:lnTo>
                    <a:lnTo>
                      <a:pt x="23693" y="9300"/>
                    </a:lnTo>
                    <a:cubicBezTo>
                      <a:pt x="29958" y="9300"/>
                      <a:pt x="32046" y="11679"/>
                      <a:pt x="32046" y="15572"/>
                    </a:cubicBezTo>
                    <a:cubicBezTo>
                      <a:pt x="32046" y="20186"/>
                      <a:pt x="28805" y="21916"/>
                      <a:pt x="24629" y="22060"/>
                    </a:cubicBezTo>
                    <a:lnTo>
                      <a:pt x="31758" y="32946"/>
                    </a:lnTo>
                    <a:close/>
                    <a:moveTo>
                      <a:pt x="20668" y="19753"/>
                    </a:moveTo>
                    <a:cubicBezTo>
                      <a:pt x="24052" y="19753"/>
                      <a:pt x="28949" y="20330"/>
                      <a:pt x="28949" y="15500"/>
                    </a:cubicBezTo>
                    <a:cubicBezTo>
                      <a:pt x="28949" y="11823"/>
                      <a:pt x="25925" y="11391"/>
                      <a:pt x="23044" y="11391"/>
                    </a:cubicBezTo>
                    <a:lnTo>
                      <a:pt x="16275" y="11391"/>
                    </a:lnTo>
                    <a:lnTo>
                      <a:pt x="16275" y="19753"/>
                    </a:lnTo>
                    <a:lnTo>
                      <a:pt x="20668" y="19753"/>
                    </a:lnTo>
                    <a:close/>
                  </a:path>
                </a:pathLst>
              </a:custGeom>
              <a:solidFill>
                <a:srgbClr val="28509C"/>
              </a:solidFill>
              <a:ln w="71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C7FD410-44E7-E258-CE51-5F59F2FAE43F}"/>
                </a:ext>
              </a:extLst>
            </p:cNvPr>
            <p:cNvSpPr/>
            <p:nvPr/>
          </p:nvSpPr>
          <p:spPr>
            <a:xfrm>
              <a:off x="9662576" y="3326249"/>
              <a:ext cx="70213" cy="41020"/>
            </a:xfrm>
            <a:custGeom>
              <a:avLst/>
              <a:gdLst>
                <a:gd name="connsiteX0" fmla="*/ 15267 w 70213"/>
                <a:gd name="connsiteY0" fmla="*/ 4398 h 41020"/>
                <a:gd name="connsiteX1" fmla="*/ 9434 w 70213"/>
                <a:gd name="connsiteY1" fmla="*/ 7714 h 41020"/>
                <a:gd name="connsiteX2" fmla="*/ 4321 w 70213"/>
                <a:gd name="connsiteY2" fmla="*/ 11607 h 41020"/>
                <a:gd name="connsiteX3" fmla="*/ 2737 w 70213"/>
                <a:gd name="connsiteY3" fmla="*/ 15139 h 41020"/>
                <a:gd name="connsiteX4" fmla="*/ 648 w 70213"/>
                <a:gd name="connsiteY4" fmla="*/ 18167 h 41020"/>
                <a:gd name="connsiteX5" fmla="*/ 144 w 70213"/>
                <a:gd name="connsiteY5" fmla="*/ 19249 h 41020"/>
                <a:gd name="connsiteX6" fmla="*/ 0 w 70213"/>
                <a:gd name="connsiteY6" fmla="*/ 20330 h 41020"/>
                <a:gd name="connsiteX7" fmla="*/ 288 w 70213"/>
                <a:gd name="connsiteY7" fmla="*/ 21556 h 41020"/>
                <a:gd name="connsiteX8" fmla="*/ 2232 w 70213"/>
                <a:gd name="connsiteY8" fmla="*/ 26891 h 41020"/>
                <a:gd name="connsiteX9" fmla="*/ 5617 w 70213"/>
                <a:gd name="connsiteY9" fmla="*/ 28981 h 41020"/>
                <a:gd name="connsiteX10" fmla="*/ 9506 w 70213"/>
                <a:gd name="connsiteY10" fmla="*/ 33379 h 41020"/>
                <a:gd name="connsiteX11" fmla="*/ 12314 w 70213"/>
                <a:gd name="connsiteY11" fmla="*/ 36046 h 41020"/>
                <a:gd name="connsiteX12" fmla="*/ 16347 w 70213"/>
                <a:gd name="connsiteY12" fmla="*/ 37993 h 41020"/>
                <a:gd name="connsiteX13" fmla="*/ 20380 w 70213"/>
                <a:gd name="connsiteY13" fmla="*/ 39218 h 41020"/>
                <a:gd name="connsiteX14" fmla="*/ 26069 w 70213"/>
                <a:gd name="connsiteY14" fmla="*/ 39218 h 41020"/>
                <a:gd name="connsiteX15" fmla="*/ 29814 w 70213"/>
                <a:gd name="connsiteY15" fmla="*/ 39939 h 41020"/>
                <a:gd name="connsiteX16" fmla="*/ 33846 w 70213"/>
                <a:gd name="connsiteY16" fmla="*/ 40300 h 41020"/>
                <a:gd name="connsiteX17" fmla="*/ 39319 w 70213"/>
                <a:gd name="connsiteY17" fmla="*/ 40660 h 41020"/>
                <a:gd name="connsiteX18" fmla="*/ 44576 w 70213"/>
                <a:gd name="connsiteY18" fmla="*/ 41021 h 41020"/>
                <a:gd name="connsiteX19" fmla="*/ 51130 w 70213"/>
                <a:gd name="connsiteY19" fmla="*/ 40516 h 41020"/>
                <a:gd name="connsiteX20" fmla="*/ 56099 w 70213"/>
                <a:gd name="connsiteY20" fmla="*/ 39074 h 41020"/>
                <a:gd name="connsiteX21" fmla="*/ 62076 w 70213"/>
                <a:gd name="connsiteY21" fmla="*/ 36623 h 41020"/>
                <a:gd name="connsiteX22" fmla="*/ 64740 w 70213"/>
                <a:gd name="connsiteY22" fmla="*/ 33595 h 41020"/>
                <a:gd name="connsiteX23" fmla="*/ 67765 w 70213"/>
                <a:gd name="connsiteY23" fmla="*/ 30784 h 41020"/>
                <a:gd name="connsiteX24" fmla="*/ 70213 w 70213"/>
                <a:gd name="connsiteY24" fmla="*/ 26891 h 41020"/>
                <a:gd name="connsiteX25" fmla="*/ 70069 w 70213"/>
                <a:gd name="connsiteY25" fmla="*/ 22853 h 41020"/>
                <a:gd name="connsiteX26" fmla="*/ 68989 w 70213"/>
                <a:gd name="connsiteY26" fmla="*/ 17014 h 41020"/>
                <a:gd name="connsiteX27" fmla="*/ 62652 w 70213"/>
                <a:gd name="connsiteY27" fmla="*/ 7786 h 41020"/>
                <a:gd name="connsiteX28" fmla="*/ 57035 w 70213"/>
                <a:gd name="connsiteY28" fmla="*/ 3533 h 41020"/>
                <a:gd name="connsiteX29" fmla="*/ 54226 w 70213"/>
                <a:gd name="connsiteY29" fmla="*/ 2163 h 41020"/>
                <a:gd name="connsiteX30" fmla="*/ 52138 w 70213"/>
                <a:gd name="connsiteY30" fmla="*/ 1370 h 41020"/>
                <a:gd name="connsiteX31" fmla="*/ 50121 w 70213"/>
                <a:gd name="connsiteY31" fmla="*/ 1081 h 41020"/>
                <a:gd name="connsiteX32" fmla="*/ 43568 w 70213"/>
                <a:gd name="connsiteY32" fmla="*/ 1586 h 41020"/>
                <a:gd name="connsiteX33" fmla="*/ 37015 w 70213"/>
                <a:gd name="connsiteY33" fmla="*/ 505 h 41020"/>
                <a:gd name="connsiteX34" fmla="*/ 33846 w 70213"/>
                <a:gd name="connsiteY34" fmla="*/ 0 h 41020"/>
                <a:gd name="connsiteX35" fmla="*/ 29814 w 70213"/>
                <a:gd name="connsiteY35" fmla="*/ 865 h 41020"/>
                <a:gd name="connsiteX36" fmla="*/ 24485 w 70213"/>
                <a:gd name="connsiteY36" fmla="*/ 1586 h 41020"/>
                <a:gd name="connsiteX37" fmla="*/ 21100 w 70213"/>
                <a:gd name="connsiteY37" fmla="*/ 2812 h 41020"/>
                <a:gd name="connsiteX38" fmla="*/ 15267 w 70213"/>
                <a:gd name="connsiteY38" fmla="*/ 4398 h 41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0213" h="41020">
                  <a:moveTo>
                    <a:pt x="15267" y="4398"/>
                  </a:moveTo>
                  <a:lnTo>
                    <a:pt x="9434" y="7714"/>
                  </a:lnTo>
                  <a:lnTo>
                    <a:pt x="4321" y="11607"/>
                  </a:lnTo>
                  <a:lnTo>
                    <a:pt x="2737" y="15139"/>
                  </a:lnTo>
                  <a:lnTo>
                    <a:pt x="648" y="18167"/>
                  </a:lnTo>
                  <a:lnTo>
                    <a:pt x="144" y="19249"/>
                  </a:lnTo>
                  <a:lnTo>
                    <a:pt x="0" y="20330"/>
                  </a:lnTo>
                  <a:lnTo>
                    <a:pt x="288" y="21556"/>
                  </a:lnTo>
                  <a:lnTo>
                    <a:pt x="2232" y="26891"/>
                  </a:lnTo>
                  <a:lnTo>
                    <a:pt x="5617" y="28981"/>
                  </a:lnTo>
                  <a:lnTo>
                    <a:pt x="9506" y="33379"/>
                  </a:lnTo>
                  <a:lnTo>
                    <a:pt x="12314" y="36046"/>
                  </a:lnTo>
                  <a:lnTo>
                    <a:pt x="16347" y="37993"/>
                  </a:lnTo>
                  <a:lnTo>
                    <a:pt x="20380" y="39218"/>
                  </a:lnTo>
                  <a:lnTo>
                    <a:pt x="26069" y="39218"/>
                  </a:lnTo>
                  <a:lnTo>
                    <a:pt x="29814" y="39939"/>
                  </a:lnTo>
                  <a:lnTo>
                    <a:pt x="33846" y="40300"/>
                  </a:lnTo>
                  <a:lnTo>
                    <a:pt x="39319" y="40660"/>
                  </a:lnTo>
                  <a:lnTo>
                    <a:pt x="44576" y="41021"/>
                  </a:lnTo>
                  <a:lnTo>
                    <a:pt x="51130" y="40516"/>
                  </a:lnTo>
                  <a:lnTo>
                    <a:pt x="56099" y="39074"/>
                  </a:lnTo>
                  <a:lnTo>
                    <a:pt x="62076" y="36623"/>
                  </a:lnTo>
                  <a:lnTo>
                    <a:pt x="64740" y="33595"/>
                  </a:lnTo>
                  <a:lnTo>
                    <a:pt x="67765" y="30784"/>
                  </a:lnTo>
                  <a:lnTo>
                    <a:pt x="70213" y="26891"/>
                  </a:lnTo>
                  <a:lnTo>
                    <a:pt x="70069" y="22853"/>
                  </a:lnTo>
                  <a:lnTo>
                    <a:pt x="68989" y="17014"/>
                  </a:lnTo>
                  <a:lnTo>
                    <a:pt x="62652" y="7786"/>
                  </a:lnTo>
                  <a:lnTo>
                    <a:pt x="57035" y="3533"/>
                  </a:lnTo>
                  <a:lnTo>
                    <a:pt x="54226" y="2163"/>
                  </a:lnTo>
                  <a:lnTo>
                    <a:pt x="52138" y="1370"/>
                  </a:lnTo>
                  <a:lnTo>
                    <a:pt x="50121" y="1081"/>
                  </a:lnTo>
                  <a:lnTo>
                    <a:pt x="43568" y="1586"/>
                  </a:lnTo>
                  <a:lnTo>
                    <a:pt x="37015" y="505"/>
                  </a:lnTo>
                  <a:lnTo>
                    <a:pt x="33846" y="0"/>
                  </a:lnTo>
                  <a:lnTo>
                    <a:pt x="29814" y="865"/>
                  </a:lnTo>
                  <a:lnTo>
                    <a:pt x="24485" y="1586"/>
                  </a:lnTo>
                  <a:lnTo>
                    <a:pt x="21100" y="2812"/>
                  </a:lnTo>
                  <a:lnTo>
                    <a:pt x="15267" y="4398"/>
                  </a:lnTo>
                </a:path>
              </a:pathLst>
            </a:custGeom>
            <a:solidFill>
              <a:srgbClr val="F26531"/>
            </a:solidFill>
            <a:ln w="71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D1888D00-A095-5CBD-12CB-5CADB859E1C5}"/>
                </a:ext>
              </a:extLst>
            </p:cNvPr>
            <p:cNvSpPr/>
            <p:nvPr/>
          </p:nvSpPr>
          <p:spPr>
            <a:xfrm>
              <a:off x="9668265" y="3427034"/>
              <a:ext cx="59915" cy="15932"/>
            </a:xfrm>
            <a:custGeom>
              <a:avLst/>
              <a:gdLst>
                <a:gd name="connsiteX0" fmla="*/ 1224 w 59915"/>
                <a:gd name="connsiteY0" fmla="*/ 360 h 15932"/>
                <a:gd name="connsiteX1" fmla="*/ 32694 w 59915"/>
                <a:gd name="connsiteY1" fmla="*/ 1081 h 15932"/>
                <a:gd name="connsiteX2" fmla="*/ 37375 w 59915"/>
                <a:gd name="connsiteY2" fmla="*/ 144 h 15932"/>
                <a:gd name="connsiteX3" fmla="*/ 43424 w 59915"/>
                <a:gd name="connsiteY3" fmla="*/ 0 h 15932"/>
                <a:gd name="connsiteX4" fmla="*/ 49473 w 59915"/>
                <a:gd name="connsiteY4" fmla="*/ 649 h 15932"/>
                <a:gd name="connsiteX5" fmla="*/ 54082 w 59915"/>
                <a:gd name="connsiteY5" fmla="*/ 1947 h 15932"/>
                <a:gd name="connsiteX6" fmla="*/ 57611 w 59915"/>
                <a:gd name="connsiteY6" fmla="*/ 4326 h 15932"/>
                <a:gd name="connsiteX7" fmla="*/ 58907 w 59915"/>
                <a:gd name="connsiteY7" fmla="*/ 5984 h 15932"/>
                <a:gd name="connsiteX8" fmla="*/ 59699 w 59915"/>
                <a:gd name="connsiteY8" fmla="*/ 7714 h 15932"/>
                <a:gd name="connsiteX9" fmla="*/ 59915 w 59915"/>
                <a:gd name="connsiteY9" fmla="*/ 9588 h 15932"/>
                <a:gd name="connsiteX10" fmla="*/ 59339 w 59915"/>
                <a:gd name="connsiteY10" fmla="*/ 11535 h 15932"/>
                <a:gd name="connsiteX11" fmla="*/ 57971 w 59915"/>
                <a:gd name="connsiteY11" fmla="*/ 13409 h 15932"/>
                <a:gd name="connsiteX12" fmla="*/ 55522 w 59915"/>
                <a:gd name="connsiteY12" fmla="*/ 15212 h 15932"/>
                <a:gd name="connsiteX13" fmla="*/ 51922 w 59915"/>
                <a:gd name="connsiteY13" fmla="*/ 15932 h 15932"/>
                <a:gd name="connsiteX14" fmla="*/ 45513 w 59915"/>
                <a:gd name="connsiteY14" fmla="*/ 15932 h 15932"/>
                <a:gd name="connsiteX15" fmla="*/ 28229 w 59915"/>
                <a:gd name="connsiteY15" fmla="*/ 14635 h 15932"/>
                <a:gd name="connsiteX16" fmla="*/ 1872 w 59915"/>
                <a:gd name="connsiteY16" fmla="*/ 11607 h 15932"/>
                <a:gd name="connsiteX17" fmla="*/ 864 w 59915"/>
                <a:gd name="connsiteY17" fmla="*/ 11174 h 15932"/>
                <a:gd name="connsiteX18" fmla="*/ 288 w 59915"/>
                <a:gd name="connsiteY18" fmla="*/ 10165 h 15932"/>
                <a:gd name="connsiteX19" fmla="*/ 0 w 59915"/>
                <a:gd name="connsiteY19" fmla="*/ 6921 h 15932"/>
                <a:gd name="connsiteX20" fmla="*/ 1224 w 59915"/>
                <a:gd name="connsiteY20" fmla="*/ 360 h 15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915" h="15932">
                  <a:moveTo>
                    <a:pt x="1224" y="360"/>
                  </a:moveTo>
                  <a:lnTo>
                    <a:pt x="32694" y="1081"/>
                  </a:lnTo>
                  <a:lnTo>
                    <a:pt x="37375" y="144"/>
                  </a:lnTo>
                  <a:lnTo>
                    <a:pt x="43424" y="0"/>
                  </a:lnTo>
                  <a:lnTo>
                    <a:pt x="49473" y="649"/>
                  </a:lnTo>
                  <a:lnTo>
                    <a:pt x="54082" y="1947"/>
                  </a:lnTo>
                  <a:lnTo>
                    <a:pt x="57611" y="4326"/>
                  </a:lnTo>
                  <a:lnTo>
                    <a:pt x="58907" y="5984"/>
                  </a:lnTo>
                  <a:lnTo>
                    <a:pt x="59699" y="7714"/>
                  </a:lnTo>
                  <a:lnTo>
                    <a:pt x="59915" y="9588"/>
                  </a:lnTo>
                  <a:lnTo>
                    <a:pt x="59339" y="11535"/>
                  </a:lnTo>
                  <a:lnTo>
                    <a:pt x="57971" y="13409"/>
                  </a:lnTo>
                  <a:lnTo>
                    <a:pt x="55522" y="15212"/>
                  </a:lnTo>
                  <a:lnTo>
                    <a:pt x="51922" y="15932"/>
                  </a:lnTo>
                  <a:lnTo>
                    <a:pt x="45513" y="15932"/>
                  </a:lnTo>
                  <a:lnTo>
                    <a:pt x="28229" y="14635"/>
                  </a:lnTo>
                  <a:lnTo>
                    <a:pt x="1872" y="11607"/>
                  </a:lnTo>
                  <a:lnTo>
                    <a:pt x="864" y="11174"/>
                  </a:lnTo>
                  <a:lnTo>
                    <a:pt x="288" y="10165"/>
                  </a:lnTo>
                  <a:lnTo>
                    <a:pt x="0" y="6921"/>
                  </a:lnTo>
                  <a:lnTo>
                    <a:pt x="1224" y="360"/>
                  </a:lnTo>
                </a:path>
              </a:pathLst>
            </a:custGeom>
            <a:solidFill>
              <a:srgbClr val="ED1849"/>
            </a:solidFill>
            <a:ln w="71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6DF96DBD-C358-1D00-9F60-38574B97D996}"/>
                </a:ext>
              </a:extLst>
            </p:cNvPr>
            <p:cNvSpPr/>
            <p:nvPr/>
          </p:nvSpPr>
          <p:spPr>
            <a:xfrm>
              <a:off x="9671290" y="3456448"/>
              <a:ext cx="57754" cy="15644"/>
            </a:xfrm>
            <a:custGeom>
              <a:avLst/>
              <a:gdLst>
                <a:gd name="connsiteX0" fmla="*/ 7057 w 57754"/>
                <a:gd name="connsiteY0" fmla="*/ 0 h 15644"/>
                <a:gd name="connsiteX1" fmla="*/ 9794 w 57754"/>
                <a:gd name="connsiteY1" fmla="*/ 1658 h 15644"/>
                <a:gd name="connsiteX2" fmla="*/ 11522 w 57754"/>
                <a:gd name="connsiteY2" fmla="*/ 2667 h 15644"/>
                <a:gd name="connsiteX3" fmla="*/ 13467 w 57754"/>
                <a:gd name="connsiteY3" fmla="*/ 3172 h 15644"/>
                <a:gd name="connsiteX4" fmla="*/ 14835 w 57754"/>
                <a:gd name="connsiteY4" fmla="*/ 2884 h 15644"/>
                <a:gd name="connsiteX5" fmla="*/ 16419 w 57754"/>
                <a:gd name="connsiteY5" fmla="*/ 2163 h 15644"/>
                <a:gd name="connsiteX6" fmla="*/ 18003 w 57754"/>
                <a:gd name="connsiteY6" fmla="*/ 1370 h 15644"/>
                <a:gd name="connsiteX7" fmla="*/ 19588 w 57754"/>
                <a:gd name="connsiteY7" fmla="*/ 1009 h 15644"/>
                <a:gd name="connsiteX8" fmla="*/ 22324 w 57754"/>
                <a:gd name="connsiteY8" fmla="*/ 2019 h 15644"/>
                <a:gd name="connsiteX9" fmla="*/ 25277 w 57754"/>
                <a:gd name="connsiteY9" fmla="*/ 3028 h 15644"/>
                <a:gd name="connsiteX10" fmla="*/ 27725 w 57754"/>
                <a:gd name="connsiteY10" fmla="*/ 2235 h 15644"/>
                <a:gd name="connsiteX11" fmla="*/ 30246 w 57754"/>
                <a:gd name="connsiteY11" fmla="*/ 1514 h 15644"/>
                <a:gd name="connsiteX12" fmla="*/ 33198 w 57754"/>
                <a:gd name="connsiteY12" fmla="*/ 2595 h 15644"/>
                <a:gd name="connsiteX13" fmla="*/ 34638 w 57754"/>
                <a:gd name="connsiteY13" fmla="*/ 3172 h 15644"/>
                <a:gd name="connsiteX14" fmla="*/ 36079 w 57754"/>
                <a:gd name="connsiteY14" fmla="*/ 3172 h 15644"/>
                <a:gd name="connsiteX15" fmla="*/ 45224 w 57754"/>
                <a:gd name="connsiteY15" fmla="*/ 1947 h 15644"/>
                <a:gd name="connsiteX16" fmla="*/ 52210 w 57754"/>
                <a:gd name="connsiteY16" fmla="*/ 3100 h 15644"/>
                <a:gd name="connsiteX17" fmla="*/ 52642 w 57754"/>
                <a:gd name="connsiteY17" fmla="*/ 3388 h 15644"/>
                <a:gd name="connsiteX18" fmla="*/ 52858 w 57754"/>
                <a:gd name="connsiteY18" fmla="*/ 3749 h 15644"/>
                <a:gd name="connsiteX19" fmla="*/ 52642 w 57754"/>
                <a:gd name="connsiteY19" fmla="*/ 4614 h 15644"/>
                <a:gd name="connsiteX20" fmla="*/ 52354 w 57754"/>
                <a:gd name="connsiteY20" fmla="*/ 5551 h 15644"/>
                <a:gd name="connsiteX21" fmla="*/ 52642 w 57754"/>
                <a:gd name="connsiteY21" fmla="*/ 6416 h 15644"/>
                <a:gd name="connsiteX22" fmla="*/ 54370 w 57754"/>
                <a:gd name="connsiteY22" fmla="*/ 7426 h 15644"/>
                <a:gd name="connsiteX23" fmla="*/ 56315 w 57754"/>
                <a:gd name="connsiteY23" fmla="*/ 8219 h 15644"/>
                <a:gd name="connsiteX24" fmla="*/ 57107 w 57754"/>
                <a:gd name="connsiteY24" fmla="*/ 8795 h 15644"/>
                <a:gd name="connsiteX25" fmla="*/ 57611 w 57754"/>
                <a:gd name="connsiteY25" fmla="*/ 9660 h 15644"/>
                <a:gd name="connsiteX26" fmla="*/ 57755 w 57754"/>
                <a:gd name="connsiteY26" fmla="*/ 10958 h 15644"/>
                <a:gd name="connsiteX27" fmla="*/ 57395 w 57754"/>
                <a:gd name="connsiteY27" fmla="*/ 12760 h 15644"/>
                <a:gd name="connsiteX28" fmla="*/ 56819 w 57754"/>
                <a:gd name="connsiteY28" fmla="*/ 13626 h 15644"/>
                <a:gd name="connsiteX29" fmla="*/ 55522 w 57754"/>
                <a:gd name="connsiteY29" fmla="*/ 14346 h 15644"/>
                <a:gd name="connsiteX30" fmla="*/ 51562 w 57754"/>
                <a:gd name="connsiteY30" fmla="*/ 15212 h 15644"/>
                <a:gd name="connsiteX31" fmla="*/ 39031 w 57754"/>
                <a:gd name="connsiteY31" fmla="*/ 15644 h 15644"/>
                <a:gd name="connsiteX32" fmla="*/ 21100 w 57754"/>
                <a:gd name="connsiteY32" fmla="*/ 13337 h 15644"/>
                <a:gd name="connsiteX33" fmla="*/ 5545 w 57754"/>
                <a:gd name="connsiteY33" fmla="*/ 10453 h 15644"/>
                <a:gd name="connsiteX34" fmla="*/ 3241 w 57754"/>
                <a:gd name="connsiteY34" fmla="*/ 9516 h 15644"/>
                <a:gd name="connsiteX35" fmla="*/ 1512 w 57754"/>
                <a:gd name="connsiteY35" fmla="*/ 7426 h 15644"/>
                <a:gd name="connsiteX36" fmla="*/ 360 w 57754"/>
                <a:gd name="connsiteY36" fmla="*/ 4974 h 15644"/>
                <a:gd name="connsiteX37" fmla="*/ 0 w 57754"/>
                <a:gd name="connsiteY37" fmla="*/ 2812 h 15644"/>
                <a:gd name="connsiteX38" fmla="*/ 7057 w 57754"/>
                <a:gd name="connsiteY38" fmla="*/ 0 h 15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7754" h="15644">
                  <a:moveTo>
                    <a:pt x="7057" y="0"/>
                  </a:moveTo>
                  <a:lnTo>
                    <a:pt x="9794" y="1658"/>
                  </a:lnTo>
                  <a:lnTo>
                    <a:pt x="11522" y="2667"/>
                  </a:lnTo>
                  <a:lnTo>
                    <a:pt x="13467" y="3172"/>
                  </a:lnTo>
                  <a:lnTo>
                    <a:pt x="14835" y="2884"/>
                  </a:lnTo>
                  <a:lnTo>
                    <a:pt x="16419" y="2163"/>
                  </a:lnTo>
                  <a:lnTo>
                    <a:pt x="18003" y="1370"/>
                  </a:lnTo>
                  <a:lnTo>
                    <a:pt x="19588" y="1009"/>
                  </a:lnTo>
                  <a:lnTo>
                    <a:pt x="22324" y="2019"/>
                  </a:lnTo>
                  <a:lnTo>
                    <a:pt x="25277" y="3028"/>
                  </a:lnTo>
                  <a:lnTo>
                    <a:pt x="27725" y="2235"/>
                  </a:lnTo>
                  <a:lnTo>
                    <a:pt x="30246" y="1514"/>
                  </a:lnTo>
                  <a:lnTo>
                    <a:pt x="33198" y="2595"/>
                  </a:lnTo>
                  <a:lnTo>
                    <a:pt x="34638" y="3172"/>
                  </a:lnTo>
                  <a:lnTo>
                    <a:pt x="36079" y="3172"/>
                  </a:lnTo>
                  <a:lnTo>
                    <a:pt x="45224" y="1947"/>
                  </a:lnTo>
                  <a:lnTo>
                    <a:pt x="52210" y="3100"/>
                  </a:lnTo>
                  <a:lnTo>
                    <a:pt x="52642" y="3388"/>
                  </a:lnTo>
                  <a:lnTo>
                    <a:pt x="52858" y="3749"/>
                  </a:lnTo>
                  <a:lnTo>
                    <a:pt x="52642" y="4614"/>
                  </a:lnTo>
                  <a:lnTo>
                    <a:pt x="52354" y="5551"/>
                  </a:lnTo>
                  <a:lnTo>
                    <a:pt x="52642" y="6416"/>
                  </a:lnTo>
                  <a:lnTo>
                    <a:pt x="54370" y="7426"/>
                  </a:lnTo>
                  <a:lnTo>
                    <a:pt x="56315" y="8219"/>
                  </a:lnTo>
                  <a:lnTo>
                    <a:pt x="57107" y="8795"/>
                  </a:lnTo>
                  <a:lnTo>
                    <a:pt x="57611" y="9660"/>
                  </a:lnTo>
                  <a:lnTo>
                    <a:pt x="57755" y="10958"/>
                  </a:lnTo>
                  <a:lnTo>
                    <a:pt x="57395" y="12760"/>
                  </a:lnTo>
                  <a:lnTo>
                    <a:pt x="56819" y="13626"/>
                  </a:lnTo>
                  <a:lnTo>
                    <a:pt x="55522" y="14346"/>
                  </a:lnTo>
                  <a:lnTo>
                    <a:pt x="51562" y="15212"/>
                  </a:lnTo>
                  <a:lnTo>
                    <a:pt x="39031" y="15644"/>
                  </a:lnTo>
                  <a:lnTo>
                    <a:pt x="21100" y="13337"/>
                  </a:lnTo>
                  <a:lnTo>
                    <a:pt x="5545" y="10453"/>
                  </a:lnTo>
                  <a:lnTo>
                    <a:pt x="3241" y="9516"/>
                  </a:lnTo>
                  <a:lnTo>
                    <a:pt x="1512" y="7426"/>
                  </a:lnTo>
                  <a:lnTo>
                    <a:pt x="360" y="4974"/>
                  </a:lnTo>
                  <a:lnTo>
                    <a:pt x="0" y="2812"/>
                  </a:lnTo>
                  <a:lnTo>
                    <a:pt x="7057" y="0"/>
                  </a:lnTo>
                </a:path>
              </a:pathLst>
            </a:custGeom>
            <a:solidFill>
              <a:srgbClr val="ED037C"/>
            </a:solidFill>
            <a:ln w="71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BBA1225-8942-419B-CA74-C485D42F0CA3}"/>
                </a:ext>
              </a:extLst>
            </p:cNvPr>
            <p:cNvSpPr/>
            <p:nvPr/>
          </p:nvSpPr>
          <p:spPr>
            <a:xfrm>
              <a:off x="9668481" y="3473390"/>
              <a:ext cx="59771" cy="17013"/>
            </a:xfrm>
            <a:custGeom>
              <a:avLst/>
              <a:gdLst>
                <a:gd name="connsiteX0" fmla="*/ 5617 w 59771"/>
                <a:gd name="connsiteY0" fmla="*/ 0 h 17013"/>
                <a:gd name="connsiteX1" fmla="*/ 10442 w 59771"/>
                <a:gd name="connsiteY1" fmla="*/ 1874 h 17013"/>
                <a:gd name="connsiteX2" fmla="*/ 12818 w 59771"/>
                <a:gd name="connsiteY2" fmla="*/ 2740 h 17013"/>
                <a:gd name="connsiteX3" fmla="*/ 15195 w 59771"/>
                <a:gd name="connsiteY3" fmla="*/ 2667 h 17013"/>
                <a:gd name="connsiteX4" fmla="*/ 36583 w 59771"/>
                <a:gd name="connsiteY4" fmla="*/ 1658 h 17013"/>
                <a:gd name="connsiteX5" fmla="*/ 45152 w 59771"/>
                <a:gd name="connsiteY5" fmla="*/ 2451 h 17013"/>
                <a:gd name="connsiteX6" fmla="*/ 51850 w 59771"/>
                <a:gd name="connsiteY6" fmla="*/ 4109 h 17013"/>
                <a:gd name="connsiteX7" fmla="*/ 54874 w 59771"/>
                <a:gd name="connsiteY7" fmla="*/ 4902 h 17013"/>
                <a:gd name="connsiteX8" fmla="*/ 56603 w 59771"/>
                <a:gd name="connsiteY8" fmla="*/ 5623 h 17013"/>
                <a:gd name="connsiteX9" fmla="*/ 57971 w 59771"/>
                <a:gd name="connsiteY9" fmla="*/ 6633 h 17013"/>
                <a:gd name="connsiteX10" fmla="*/ 59483 w 59771"/>
                <a:gd name="connsiteY10" fmla="*/ 9300 h 17013"/>
                <a:gd name="connsiteX11" fmla="*/ 59771 w 59771"/>
                <a:gd name="connsiteY11" fmla="*/ 11895 h 17013"/>
                <a:gd name="connsiteX12" fmla="*/ 59123 w 59771"/>
                <a:gd name="connsiteY12" fmla="*/ 14130 h 17013"/>
                <a:gd name="connsiteX13" fmla="*/ 57971 w 59771"/>
                <a:gd name="connsiteY13" fmla="*/ 15572 h 17013"/>
                <a:gd name="connsiteX14" fmla="*/ 57971 w 59771"/>
                <a:gd name="connsiteY14" fmla="*/ 17014 h 17013"/>
                <a:gd name="connsiteX15" fmla="*/ 37015 w 59771"/>
                <a:gd name="connsiteY15" fmla="*/ 16942 h 17013"/>
                <a:gd name="connsiteX16" fmla="*/ 30030 w 59771"/>
                <a:gd name="connsiteY16" fmla="*/ 17014 h 17013"/>
                <a:gd name="connsiteX17" fmla="*/ 23116 w 59771"/>
                <a:gd name="connsiteY17" fmla="*/ 16437 h 17013"/>
                <a:gd name="connsiteX18" fmla="*/ 16203 w 59771"/>
                <a:gd name="connsiteY18" fmla="*/ 15212 h 17013"/>
                <a:gd name="connsiteX19" fmla="*/ 10010 w 59771"/>
                <a:gd name="connsiteY19" fmla="*/ 14202 h 17013"/>
                <a:gd name="connsiteX20" fmla="*/ 5545 w 59771"/>
                <a:gd name="connsiteY20" fmla="*/ 13481 h 17013"/>
                <a:gd name="connsiteX21" fmla="*/ 3745 w 59771"/>
                <a:gd name="connsiteY21" fmla="*/ 13049 h 17013"/>
                <a:gd name="connsiteX22" fmla="*/ 2520 w 59771"/>
                <a:gd name="connsiteY22" fmla="*/ 11895 h 17013"/>
                <a:gd name="connsiteX23" fmla="*/ 792 w 59771"/>
                <a:gd name="connsiteY23" fmla="*/ 8219 h 17013"/>
                <a:gd name="connsiteX24" fmla="*/ 0 w 59771"/>
                <a:gd name="connsiteY24" fmla="*/ 4253 h 17013"/>
                <a:gd name="connsiteX25" fmla="*/ 5617 w 59771"/>
                <a:gd name="connsiteY25" fmla="*/ 0 h 1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771" h="17013">
                  <a:moveTo>
                    <a:pt x="5617" y="0"/>
                  </a:moveTo>
                  <a:lnTo>
                    <a:pt x="10442" y="1874"/>
                  </a:lnTo>
                  <a:lnTo>
                    <a:pt x="12818" y="2740"/>
                  </a:lnTo>
                  <a:lnTo>
                    <a:pt x="15195" y="2667"/>
                  </a:lnTo>
                  <a:lnTo>
                    <a:pt x="36583" y="1658"/>
                  </a:lnTo>
                  <a:lnTo>
                    <a:pt x="45152" y="2451"/>
                  </a:lnTo>
                  <a:lnTo>
                    <a:pt x="51850" y="4109"/>
                  </a:lnTo>
                  <a:lnTo>
                    <a:pt x="54874" y="4902"/>
                  </a:lnTo>
                  <a:lnTo>
                    <a:pt x="56603" y="5623"/>
                  </a:lnTo>
                  <a:lnTo>
                    <a:pt x="57971" y="6633"/>
                  </a:lnTo>
                  <a:lnTo>
                    <a:pt x="59483" y="9300"/>
                  </a:lnTo>
                  <a:lnTo>
                    <a:pt x="59771" y="11895"/>
                  </a:lnTo>
                  <a:lnTo>
                    <a:pt x="59123" y="14130"/>
                  </a:lnTo>
                  <a:lnTo>
                    <a:pt x="57971" y="15572"/>
                  </a:lnTo>
                  <a:lnTo>
                    <a:pt x="57971" y="17014"/>
                  </a:lnTo>
                  <a:lnTo>
                    <a:pt x="37015" y="16942"/>
                  </a:lnTo>
                  <a:lnTo>
                    <a:pt x="30030" y="17014"/>
                  </a:lnTo>
                  <a:lnTo>
                    <a:pt x="23116" y="16437"/>
                  </a:lnTo>
                  <a:lnTo>
                    <a:pt x="16203" y="15212"/>
                  </a:lnTo>
                  <a:lnTo>
                    <a:pt x="10010" y="14202"/>
                  </a:lnTo>
                  <a:lnTo>
                    <a:pt x="5545" y="13481"/>
                  </a:lnTo>
                  <a:lnTo>
                    <a:pt x="3745" y="13049"/>
                  </a:lnTo>
                  <a:lnTo>
                    <a:pt x="2520" y="11895"/>
                  </a:lnTo>
                  <a:lnTo>
                    <a:pt x="792" y="8219"/>
                  </a:lnTo>
                  <a:lnTo>
                    <a:pt x="0" y="4253"/>
                  </a:lnTo>
                  <a:lnTo>
                    <a:pt x="5617" y="0"/>
                  </a:lnTo>
                </a:path>
              </a:pathLst>
            </a:custGeom>
            <a:solidFill>
              <a:srgbClr val="ED037C"/>
            </a:solidFill>
            <a:ln w="71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F95E89B-88DA-8E85-358F-4A5B247CCEB6}"/>
                </a:ext>
              </a:extLst>
            </p:cNvPr>
            <p:cNvSpPr/>
            <p:nvPr/>
          </p:nvSpPr>
          <p:spPr>
            <a:xfrm>
              <a:off x="9668553" y="3498406"/>
              <a:ext cx="60779" cy="27899"/>
            </a:xfrm>
            <a:custGeom>
              <a:avLst/>
              <a:gdLst>
                <a:gd name="connsiteX0" fmla="*/ 7129 w 60779"/>
                <a:gd name="connsiteY0" fmla="*/ 0 h 27899"/>
                <a:gd name="connsiteX1" fmla="*/ 16635 w 60779"/>
                <a:gd name="connsiteY1" fmla="*/ 1226 h 27899"/>
                <a:gd name="connsiteX2" fmla="*/ 19804 w 60779"/>
                <a:gd name="connsiteY2" fmla="*/ 1586 h 27899"/>
                <a:gd name="connsiteX3" fmla="*/ 22540 w 60779"/>
                <a:gd name="connsiteY3" fmla="*/ 1081 h 27899"/>
                <a:gd name="connsiteX4" fmla="*/ 26213 w 60779"/>
                <a:gd name="connsiteY4" fmla="*/ 721 h 27899"/>
                <a:gd name="connsiteX5" fmla="*/ 31974 w 60779"/>
                <a:gd name="connsiteY5" fmla="*/ 1153 h 27899"/>
                <a:gd name="connsiteX6" fmla="*/ 40256 w 60779"/>
                <a:gd name="connsiteY6" fmla="*/ 1298 h 27899"/>
                <a:gd name="connsiteX7" fmla="*/ 48609 w 60779"/>
                <a:gd name="connsiteY7" fmla="*/ 865 h 27899"/>
                <a:gd name="connsiteX8" fmla="*/ 51490 w 60779"/>
                <a:gd name="connsiteY8" fmla="*/ 793 h 27899"/>
                <a:gd name="connsiteX9" fmla="*/ 53938 w 60779"/>
                <a:gd name="connsiteY9" fmla="*/ 1802 h 27899"/>
                <a:gd name="connsiteX10" fmla="*/ 58259 w 60779"/>
                <a:gd name="connsiteY10" fmla="*/ 5407 h 27899"/>
                <a:gd name="connsiteX11" fmla="*/ 59699 w 60779"/>
                <a:gd name="connsiteY11" fmla="*/ 7209 h 27899"/>
                <a:gd name="connsiteX12" fmla="*/ 60563 w 60779"/>
                <a:gd name="connsiteY12" fmla="*/ 9300 h 27899"/>
                <a:gd name="connsiteX13" fmla="*/ 60779 w 60779"/>
                <a:gd name="connsiteY13" fmla="*/ 11607 h 27899"/>
                <a:gd name="connsiteX14" fmla="*/ 60203 w 60779"/>
                <a:gd name="connsiteY14" fmla="*/ 13914 h 27899"/>
                <a:gd name="connsiteX15" fmla="*/ 57683 w 60779"/>
                <a:gd name="connsiteY15" fmla="*/ 20979 h 27899"/>
                <a:gd name="connsiteX16" fmla="*/ 56243 w 60779"/>
                <a:gd name="connsiteY16" fmla="*/ 24079 h 27899"/>
                <a:gd name="connsiteX17" fmla="*/ 54154 w 60779"/>
                <a:gd name="connsiteY17" fmla="*/ 26602 h 27899"/>
                <a:gd name="connsiteX18" fmla="*/ 52930 w 60779"/>
                <a:gd name="connsiteY18" fmla="*/ 27179 h 27899"/>
                <a:gd name="connsiteX19" fmla="*/ 51490 w 60779"/>
                <a:gd name="connsiteY19" fmla="*/ 27251 h 27899"/>
                <a:gd name="connsiteX20" fmla="*/ 47961 w 60779"/>
                <a:gd name="connsiteY20" fmla="*/ 26602 h 27899"/>
                <a:gd name="connsiteX21" fmla="*/ 44288 w 60779"/>
                <a:gd name="connsiteY21" fmla="*/ 25593 h 27899"/>
                <a:gd name="connsiteX22" fmla="*/ 41120 w 60779"/>
                <a:gd name="connsiteY22" fmla="*/ 25160 h 27899"/>
                <a:gd name="connsiteX23" fmla="*/ 38815 w 60779"/>
                <a:gd name="connsiteY23" fmla="*/ 25737 h 27899"/>
                <a:gd name="connsiteX24" fmla="*/ 36799 w 60779"/>
                <a:gd name="connsiteY24" fmla="*/ 26746 h 27899"/>
                <a:gd name="connsiteX25" fmla="*/ 34711 w 60779"/>
                <a:gd name="connsiteY25" fmla="*/ 27612 h 27899"/>
                <a:gd name="connsiteX26" fmla="*/ 32334 w 60779"/>
                <a:gd name="connsiteY26" fmla="*/ 27900 h 27899"/>
                <a:gd name="connsiteX27" fmla="*/ 25565 w 60779"/>
                <a:gd name="connsiteY27" fmla="*/ 26098 h 27899"/>
                <a:gd name="connsiteX28" fmla="*/ 21748 w 60779"/>
                <a:gd name="connsiteY28" fmla="*/ 25593 h 27899"/>
                <a:gd name="connsiteX29" fmla="*/ 17355 w 60779"/>
                <a:gd name="connsiteY29" fmla="*/ 26314 h 27899"/>
                <a:gd name="connsiteX30" fmla="*/ 16203 w 60779"/>
                <a:gd name="connsiteY30" fmla="*/ 26458 h 27899"/>
                <a:gd name="connsiteX31" fmla="*/ 15123 w 60779"/>
                <a:gd name="connsiteY31" fmla="*/ 25953 h 27899"/>
                <a:gd name="connsiteX32" fmla="*/ 13971 w 60779"/>
                <a:gd name="connsiteY32" fmla="*/ 25377 h 27899"/>
                <a:gd name="connsiteX33" fmla="*/ 12746 w 60779"/>
                <a:gd name="connsiteY33" fmla="*/ 25088 h 27899"/>
                <a:gd name="connsiteX34" fmla="*/ 10082 w 60779"/>
                <a:gd name="connsiteY34" fmla="*/ 25016 h 27899"/>
                <a:gd name="connsiteX35" fmla="*/ 9074 w 60779"/>
                <a:gd name="connsiteY35" fmla="*/ 24656 h 27899"/>
                <a:gd name="connsiteX36" fmla="*/ 8570 w 60779"/>
                <a:gd name="connsiteY36" fmla="*/ 24079 h 27899"/>
                <a:gd name="connsiteX37" fmla="*/ 5329 w 60779"/>
                <a:gd name="connsiteY37" fmla="*/ 19105 h 27899"/>
                <a:gd name="connsiteX38" fmla="*/ 1872 w 60779"/>
                <a:gd name="connsiteY38" fmla="*/ 14995 h 27899"/>
                <a:gd name="connsiteX39" fmla="*/ 432 w 60779"/>
                <a:gd name="connsiteY39" fmla="*/ 13121 h 27899"/>
                <a:gd name="connsiteX40" fmla="*/ 0 w 60779"/>
                <a:gd name="connsiteY40" fmla="*/ 10958 h 27899"/>
                <a:gd name="connsiteX41" fmla="*/ 792 w 60779"/>
                <a:gd name="connsiteY41" fmla="*/ 8363 h 27899"/>
                <a:gd name="connsiteX42" fmla="*/ 2664 w 60779"/>
                <a:gd name="connsiteY42" fmla="*/ 5623 h 27899"/>
                <a:gd name="connsiteX43" fmla="*/ 7129 w 60779"/>
                <a:gd name="connsiteY43" fmla="*/ 0 h 2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0779" h="27899">
                  <a:moveTo>
                    <a:pt x="7129" y="0"/>
                  </a:moveTo>
                  <a:lnTo>
                    <a:pt x="16635" y="1226"/>
                  </a:lnTo>
                  <a:lnTo>
                    <a:pt x="19804" y="1586"/>
                  </a:lnTo>
                  <a:lnTo>
                    <a:pt x="22540" y="1081"/>
                  </a:lnTo>
                  <a:lnTo>
                    <a:pt x="26213" y="721"/>
                  </a:lnTo>
                  <a:lnTo>
                    <a:pt x="31974" y="1153"/>
                  </a:lnTo>
                  <a:lnTo>
                    <a:pt x="40256" y="1298"/>
                  </a:lnTo>
                  <a:lnTo>
                    <a:pt x="48609" y="865"/>
                  </a:lnTo>
                  <a:lnTo>
                    <a:pt x="51490" y="793"/>
                  </a:lnTo>
                  <a:lnTo>
                    <a:pt x="53938" y="1802"/>
                  </a:lnTo>
                  <a:lnTo>
                    <a:pt x="58259" y="5407"/>
                  </a:lnTo>
                  <a:lnTo>
                    <a:pt x="59699" y="7209"/>
                  </a:lnTo>
                  <a:lnTo>
                    <a:pt x="60563" y="9300"/>
                  </a:lnTo>
                  <a:lnTo>
                    <a:pt x="60779" y="11607"/>
                  </a:lnTo>
                  <a:lnTo>
                    <a:pt x="60203" y="13914"/>
                  </a:lnTo>
                  <a:lnTo>
                    <a:pt x="57683" y="20979"/>
                  </a:lnTo>
                  <a:lnTo>
                    <a:pt x="56243" y="24079"/>
                  </a:lnTo>
                  <a:lnTo>
                    <a:pt x="54154" y="26602"/>
                  </a:lnTo>
                  <a:lnTo>
                    <a:pt x="52930" y="27179"/>
                  </a:lnTo>
                  <a:lnTo>
                    <a:pt x="51490" y="27251"/>
                  </a:lnTo>
                  <a:lnTo>
                    <a:pt x="47961" y="26602"/>
                  </a:lnTo>
                  <a:lnTo>
                    <a:pt x="44288" y="25593"/>
                  </a:lnTo>
                  <a:lnTo>
                    <a:pt x="41120" y="25160"/>
                  </a:lnTo>
                  <a:lnTo>
                    <a:pt x="38815" y="25737"/>
                  </a:lnTo>
                  <a:lnTo>
                    <a:pt x="36799" y="26746"/>
                  </a:lnTo>
                  <a:lnTo>
                    <a:pt x="34711" y="27612"/>
                  </a:lnTo>
                  <a:lnTo>
                    <a:pt x="32334" y="27900"/>
                  </a:lnTo>
                  <a:lnTo>
                    <a:pt x="25565" y="26098"/>
                  </a:lnTo>
                  <a:lnTo>
                    <a:pt x="21748" y="25593"/>
                  </a:lnTo>
                  <a:lnTo>
                    <a:pt x="17355" y="26314"/>
                  </a:lnTo>
                  <a:lnTo>
                    <a:pt x="16203" y="26458"/>
                  </a:lnTo>
                  <a:lnTo>
                    <a:pt x="15123" y="25953"/>
                  </a:lnTo>
                  <a:lnTo>
                    <a:pt x="13971" y="25377"/>
                  </a:lnTo>
                  <a:lnTo>
                    <a:pt x="12746" y="25088"/>
                  </a:lnTo>
                  <a:lnTo>
                    <a:pt x="10082" y="25016"/>
                  </a:lnTo>
                  <a:lnTo>
                    <a:pt x="9074" y="24656"/>
                  </a:lnTo>
                  <a:lnTo>
                    <a:pt x="8570" y="24079"/>
                  </a:lnTo>
                  <a:lnTo>
                    <a:pt x="5329" y="19105"/>
                  </a:lnTo>
                  <a:lnTo>
                    <a:pt x="1872" y="14995"/>
                  </a:lnTo>
                  <a:lnTo>
                    <a:pt x="432" y="13121"/>
                  </a:lnTo>
                  <a:lnTo>
                    <a:pt x="0" y="10958"/>
                  </a:lnTo>
                  <a:lnTo>
                    <a:pt x="792" y="8363"/>
                  </a:lnTo>
                  <a:lnTo>
                    <a:pt x="2664" y="5623"/>
                  </a:lnTo>
                  <a:lnTo>
                    <a:pt x="7129" y="0"/>
                  </a:lnTo>
                </a:path>
              </a:pathLst>
            </a:custGeom>
            <a:solidFill>
              <a:srgbClr val="A9218E"/>
            </a:solidFill>
            <a:ln w="71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CA1D8935-071B-3050-F260-2F1E8CF276F0}"/>
                </a:ext>
              </a:extLst>
            </p:cNvPr>
            <p:cNvSpPr/>
            <p:nvPr/>
          </p:nvSpPr>
          <p:spPr>
            <a:xfrm>
              <a:off x="9664305" y="3546780"/>
              <a:ext cx="69565" cy="39506"/>
            </a:xfrm>
            <a:custGeom>
              <a:avLst/>
              <a:gdLst>
                <a:gd name="connsiteX0" fmla="*/ 22180 w 69565"/>
                <a:gd name="connsiteY0" fmla="*/ 216 h 39506"/>
                <a:gd name="connsiteX1" fmla="*/ 25709 w 69565"/>
                <a:gd name="connsiteY1" fmla="*/ 0 h 39506"/>
                <a:gd name="connsiteX2" fmla="*/ 29238 w 69565"/>
                <a:gd name="connsiteY2" fmla="*/ 360 h 39506"/>
                <a:gd name="connsiteX3" fmla="*/ 49545 w 69565"/>
                <a:gd name="connsiteY3" fmla="*/ 2379 h 39506"/>
                <a:gd name="connsiteX4" fmla="*/ 55234 w 69565"/>
                <a:gd name="connsiteY4" fmla="*/ 3244 h 39506"/>
                <a:gd name="connsiteX5" fmla="*/ 60635 w 69565"/>
                <a:gd name="connsiteY5" fmla="*/ 4758 h 39506"/>
                <a:gd name="connsiteX6" fmla="*/ 63084 w 69565"/>
                <a:gd name="connsiteY6" fmla="*/ 6272 h 39506"/>
                <a:gd name="connsiteX7" fmla="*/ 65244 w 69565"/>
                <a:gd name="connsiteY7" fmla="*/ 8435 h 39506"/>
                <a:gd name="connsiteX8" fmla="*/ 67045 w 69565"/>
                <a:gd name="connsiteY8" fmla="*/ 11679 h 39506"/>
                <a:gd name="connsiteX9" fmla="*/ 68485 w 69565"/>
                <a:gd name="connsiteY9" fmla="*/ 16005 h 39506"/>
                <a:gd name="connsiteX10" fmla="*/ 69565 w 69565"/>
                <a:gd name="connsiteY10" fmla="*/ 23358 h 39506"/>
                <a:gd name="connsiteX11" fmla="*/ 69205 w 69565"/>
                <a:gd name="connsiteY11" fmla="*/ 27035 h 39506"/>
                <a:gd name="connsiteX12" fmla="*/ 67837 w 69565"/>
                <a:gd name="connsiteY12" fmla="*/ 30423 h 39506"/>
                <a:gd name="connsiteX13" fmla="*/ 65964 w 69565"/>
                <a:gd name="connsiteY13" fmla="*/ 32586 h 39506"/>
                <a:gd name="connsiteX14" fmla="*/ 63516 w 69565"/>
                <a:gd name="connsiteY14" fmla="*/ 34460 h 39506"/>
                <a:gd name="connsiteX15" fmla="*/ 56963 w 69565"/>
                <a:gd name="connsiteY15" fmla="*/ 37272 h 39506"/>
                <a:gd name="connsiteX16" fmla="*/ 39751 w 69565"/>
                <a:gd name="connsiteY16" fmla="*/ 39507 h 39506"/>
                <a:gd name="connsiteX17" fmla="*/ 34278 w 69565"/>
                <a:gd name="connsiteY17" fmla="*/ 38786 h 39506"/>
                <a:gd name="connsiteX18" fmla="*/ 29021 w 69565"/>
                <a:gd name="connsiteY18" fmla="*/ 37272 h 39506"/>
                <a:gd name="connsiteX19" fmla="*/ 23764 w 69565"/>
                <a:gd name="connsiteY19" fmla="*/ 35830 h 39506"/>
                <a:gd name="connsiteX20" fmla="*/ 18652 w 69565"/>
                <a:gd name="connsiteY20" fmla="*/ 35253 h 39506"/>
                <a:gd name="connsiteX21" fmla="*/ 11450 w 69565"/>
                <a:gd name="connsiteY21" fmla="*/ 34388 h 39506"/>
                <a:gd name="connsiteX22" fmla="*/ 6049 w 69565"/>
                <a:gd name="connsiteY22" fmla="*/ 31721 h 39506"/>
                <a:gd name="connsiteX23" fmla="*/ 2448 w 69565"/>
                <a:gd name="connsiteY23" fmla="*/ 27900 h 39506"/>
                <a:gd name="connsiteX24" fmla="*/ 504 w 69565"/>
                <a:gd name="connsiteY24" fmla="*/ 23574 h 39506"/>
                <a:gd name="connsiteX25" fmla="*/ 0 w 69565"/>
                <a:gd name="connsiteY25" fmla="*/ 18816 h 39506"/>
                <a:gd name="connsiteX26" fmla="*/ 1152 w 69565"/>
                <a:gd name="connsiteY26" fmla="*/ 14707 h 39506"/>
                <a:gd name="connsiteX27" fmla="*/ 3529 w 69565"/>
                <a:gd name="connsiteY27" fmla="*/ 11246 h 39506"/>
                <a:gd name="connsiteX28" fmla="*/ 6625 w 69565"/>
                <a:gd name="connsiteY28" fmla="*/ 8507 h 39506"/>
                <a:gd name="connsiteX29" fmla="*/ 13395 w 69565"/>
                <a:gd name="connsiteY29" fmla="*/ 4758 h 39506"/>
                <a:gd name="connsiteX30" fmla="*/ 18003 w 69565"/>
                <a:gd name="connsiteY30" fmla="*/ 3100 h 39506"/>
                <a:gd name="connsiteX31" fmla="*/ 19156 w 69565"/>
                <a:gd name="connsiteY31" fmla="*/ 2523 h 39506"/>
                <a:gd name="connsiteX32" fmla="*/ 19948 w 69565"/>
                <a:gd name="connsiteY32" fmla="*/ 1730 h 39506"/>
                <a:gd name="connsiteX33" fmla="*/ 20812 w 69565"/>
                <a:gd name="connsiteY33" fmla="*/ 865 h 39506"/>
                <a:gd name="connsiteX34" fmla="*/ 22180 w 69565"/>
                <a:gd name="connsiteY34" fmla="*/ 216 h 39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9565" h="39506">
                  <a:moveTo>
                    <a:pt x="22180" y="216"/>
                  </a:moveTo>
                  <a:lnTo>
                    <a:pt x="25709" y="0"/>
                  </a:lnTo>
                  <a:lnTo>
                    <a:pt x="29238" y="360"/>
                  </a:lnTo>
                  <a:lnTo>
                    <a:pt x="49545" y="2379"/>
                  </a:lnTo>
                  <a:lnTo>
                    <a:pt x="55234" y="3244"/>
                  </a:lnTo>
                  <a:lnTo>
                    <a:pt x="60635" y="4758"/>
                  </a:lnTo>
                  <a:lnTo>
                    <a:pt x="63084" y="6272"/>
                  </a:lnTo>
                  <a:lnTo>
                    <a:pt x="65244" y="8435"/>
                  </a:lnTo>
                  <a:lnTo>
                    <a:pt x="67045" y="11679"/>
                  </a:lnTo>
                  <a:lnTo>
                    <a:pt x="68485" y="16005"/>
                  </a:lnTo>
                  <a:lnTo>
                    <a:pt x="69565" y="23358"/>
                  </a:lnTo>
                  <a:lnTo>
                    <a:pt x="69205" y="27035"/>
                  </a:lnTo>
                  <a:lnTo>
                    <a:pt x="67837" y="30423"/>
                  </a:lnTo>
                  <a:lnTo>
                    <a:pt x="65964" y="32586"/>
                  </a:lnTo>
                  <a:lnTo>
                    <a:pt x="63516" y="34460"/>
                  </a:lnTo>
                  <a:lnTo>
                    <a:pt x="56963" y="37272"/>
                  </a:lnTo>
                  <a:lnTo>
                    <a:pt x="39751" y="39507"/>
                  </a:lnTo>
                  <a:lnTo>
                    <a:pt x="34278" y="38786"/>
                  </a:lnTo>
                  <a:lnTo>
                    <a:pt x="29021" y="37272"/>
                  </a:lnTo>
                  <a:lnTo>
                    <a:pt x="23764" y="35830"/>
                  </a:lnTo>
                  <a:lnTo>
                    <a:pt x="18652" y="35253"/>
                  </a:lnTo>
                  <a:lnTo>
                    <a:pt x="11450" y="34388"/>
                  </a:lnTo>
                  <a:lnTo>
                    <a:pt x="6049" y="31721"/>
                  </a:lnTo>
                  <a:lnTo>
                    <a:pt x="2448" y="27900"/>
                  </a:lnTo>
                  <a:lnTo>
                    <a:pt x="504" y="23574"/>
                  </a:lnTo>
                  <a:lnTo>
                    <a:pt x="0" y="18816"/>
                  </a:lnTo>
                  <a:lnTo>
                    <a:pt x="1152" y="14707"/>
                  </a:lnTo>
                  <a:lnTo>
                    <a:pt x="3529" y="11246"/>
                  </a:lnTo>
                  <a:lnTo>
                    <a:pt x="6625" y="8507"/>
                  </a:lnTo>
                  <a:lnTo>
                    <a:pt x="13395" y="4758"/>
                  </a:lnTo>
                  <a:lnTo>
                    <a:pt x="18003" y="3100"/>
                  </a:lnTo>
                  <a:lnTo>
                    <a:pt x="19156" y="2523"/>
                  </a:lnTo>
                  <a:lnTo>
                    <a:pt x="19948" y="1730"/>
                  </a:lnTo>
                  <a:lnTo>
                    <a:pt x="20812" y="865"/>
                  </a:lnTo>
                  <a:lnTo>
                    <a:pt x="22180" y="216"/>
                  </a:lnTo>
                </a:path>
              </a:pathLst>
            </a:custGeom>
            <a:solidFill>
              <a:srgbClr val="353D98"/>
            </a:solidFill>
            <a:ln w="71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F114AFB2-0B43-F70B-F2A6-D58B0DD4CB48}"/>
                </a:ext>
              </a:extLst>
            </p:cNvPr>
            <p:cNvSpPr/>
            <p:nvPr/>
          </p:nvSpPr>
          <p:spPr>
            <a:xfrm>
              <a:off x="9669201" y="3603950"/>
              <a:ext cx="58186" cy="38137"/>
            </a:xfrm>
            <a:custGeom>
              <a:avLst/>
              <a:gdLst>
                <a:gd name="connsiteX0" fmla="*/ 32838 w 58186"/>
                <a:gd name="connsiteY0" fmla="*/ 0 h 38137"/>
                <a:gd name="connsiteX1" fmla="*/ 39463 w 58186"/>
                <a:gd name="connsiteY1" fmla="*/ 577 h 38137"/>
                <a:gd name="connsiteX2" fmla="*/ 46377 w 58186"/>
                <a:gd name="connsiteY2" fmla="*/ 3100 h 38137"/>
                <a:gd name="connsiteX3" fmla="*/ 48393 w 58186"/>
                <a:gd name="connsiteY3" fmla="*/ 5046 h 38137"/>
                <a:gd name="connsiteX4" fmla="*/ 50049 w 58186"/>
                <a:gd name="connsiteY4" fmla="*/ 6560 h 38137"/>
                <a:gd name="connsiteX5" fmla="*/ 53506 w 58186"/>
                <a:gd name="connsiteY5" fmla="*/ 7281 h 38137"/>
                <a:gd name="connsiteX6" fmla="*/ 55162 w 58186"/>
                <a:gd name="connsiteY6" fmla="*/ 7786 h 38137"/>
                <a:gd name="connsiteX7" fmla="*/ 56243 w 58186"/>
                <a:gd name="connsiteY7" fmla="*/ 8723 h 38137"/>
                <a:gd name="connsiteX8" fmla="*/ 58043 w 58186"/>
                <a:gd name="connsiteY8" fmla="*/ 16653 h 38137"/>
                <a:gd name="connsiteX9" fmla="*/ 58187 w 58186"/>
                <a:gd name="connsiteY9" fmla="*/ 21700 h 38137"/>
                <a:gd name="connsiteX10" fmla="*/ 57395 w 58186"/>
                <a:gd name="connsiteY10" fmla="*/ 25881 h 38137"/>
                <a:gd name="connsiteX11" fmla="*/ 55882 w 58186"/>
                <a:gd name="connsiteY11" fmla="*/ 28477 h 38137"/>
                <a:gd name="connsiteX12" fmla="*/ 53722 w 58186"/>
                <a:gd name="connsiteY12" fmla="*/ 30784 h 38137"/>
                <a:gd name="connsiteX13" fmla="*/ 48033 w 58186"/>
                <a:gd name="connsiteY13" fmla="*/ 34388 h 38137"/>
                <a:gd name="connsiteX14" fmla="*/ 40904 w 58186"/>
                <a:gd name="connsiteY14" fmla="*/ 36767 h 38137"/>
                <a:gd name="connsiteX15" fmla="*/ 32910 w 58186"/>
                <a:gd name="connsiteY15" fmla="*/ 37993 h 38137"/>
                <a:gd name="connsiteX16" fmla="*/ 24701 w 58186"/>
                <a:gd name="connsiteY16" fmla="*/ 38137 h 38137"/>
                <a:gd name="connsiteX17" fmla="*/ 16851 w 58186"/>
                <a:gd name="connsiteY17" fmla="*/ 37200 h 38137"/>
                <a:gd name="connsiteX18" fmla="*/ 9938 w 58186"/>
                <a:gd name="connsiteY18" fmla="*/ 35398 h 38137"/>
                <a:gd name="connsiteX19" fmla="*/ 4681 w 58186"/>
                <a:gd name="connsiteY19" fmla="*/ 32730 h 38137"/>
                <a:gd name="connsiteX20" fmla="*/ 3025 w 58186"/>
                <a:gd name="connsiteY20" fmla="*/ 31144 h 38137"/>
                <a:gd name="connsiteX21" fmla="*/ 1872 w 58186"/>
                <a:gd name="connsiteY21" fmla="*/ 29270 h 38137"/>
                <a:gd name="connsiteX22" fmla="*/ 432 w 58186"/>
                <a:gd name="connsiteY22" fmla="*/ 25016 h 38137"/>
                <a:gd name="connsiteX23" fmla="*/ 0 w 58186"/>
                <a:gd name="connsiteY23" fmla="*/ 20330 h 38137"/>
                <a:gd name="connsiteX24" fmla="*/ 936 w 58186"/>
                <a:gd name="connsiteY24" fmla="*/ 16221 h 38137"/>
                <a:gd name="connsiteX25" fmla="*/ 3097 w 58186"/>
                <a:gd name="connsiteY25" fmla="*/ 12688 h 38137"/>
                <a:gd name="connsiteX26" fmla="*/ 5977 w 58186"/>
                <a:gd name="connsiteY26" fmla="*/ 9733 h 38137"/>
                <a:gd name="connsiteX27" fmla="*/ 13106 w 58186"/>
                <a:gd name="connsiteY27" fmla="*/ 5623 h 38137"/>
                <a:gd name="connsiteX28" fmla="*/ 19732 w 58186"/>
                <a:gd name="connsiteY28" fmla="*/ 3821 h 38137"/>
                <a:gd name="connsiteX29" fmla="*/ 26429 w 58186"/>
                <a:gd name="connsiteY29" fmla="*/ 1802 h 38137"/>
                <a:gd name="connsiteX30" fmla="*/ 32838 w 58186"/>
                <a:gd name="connsiteY30" fmla="*/ 0 h 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8186" h="38137">
                  <a:moveTo>
                    <a:pt x="32838" y="0"/>
                  </a:moveTo>
                  <a:lnTo>
                    <a:pt x="39463" y="577"/>
                  </a:lnTo>
                  <a:lnTo>
                    <a:pt x="46377" y="3100"/>
                  </a:lnTo>
                  <a:lnTo>
                    <a:pt x="48393" y="5046"/>
                  </a:lnTo>
                  <a:lnTo>
                    <a:pt x="50049" y="6560"/>
                  </a:lnTo>
                  <a:lnTo>
                    <a:pt x="53506" y="7281"/>
                  </a:lnTo>
                  <a:lnTo>
                    <a:pt x="55162" y="7786"/>
                  </a:lnTo>
                  <a:lnTo>
                    <a:pt x="56243" y="8723"/>
                  </a:lnTo>
                  <a:lnTo>
                    <a:pt x="58043" y="16653"/>
                  </a:lnTo>
                  <a:lnTo>
                    <a:pt x="58187" y="21700"/>
                  </a:lnTo>
                  <a:lnTo>
                    <a:pt x="57395" y="25881"/>
                  </a:lnTo>
                  <a:lnTo>
                    <a:pt x="55882" y="28477"/>
                  </a:lnTo>
                  <a:lnTo>
                    <a:pt x="53722" y="30784"/>
                  </a:lnTo>
                  <a:lnTo>
                    <a:pt x="48033" y="34388"/>
                  </a:lnTo>
                  <a:lnTo>
                    <a:pt x="40904" y="36767"/>
                  </a:lnTo>
                  <a:lnTo>
                    <a:pt x="32910" y="37993"/>
                  </a:lnTo>
                  <a:lnTo>
                    <a:pt x="24701" y="38137"/>
                  </a:lnTo>
                  <a:lnTo>
                    <a:pt x="16851" y="37200"/>
                  </a:lnTo>
                  <a:lnTo>
                    <a:pt x="9938" y="35398"/>
                  </a:lnTo>
                  <a:lnTo>
                    <a:pt x="4681" y="32730"/>
                  </a:lnTo>
                  <a:lnTo>
                    <a:pt x="3025" y="31144"/>
                  </a:lnTo>
                  <a:lnTo>
                    <a:pt x="1872" y="29270"/>
                  </a:lnTo>
                  <a:lnTo>
                    <a:pt x="432" y="25016"/>
                  </a:lnTo>
                  <a:lnTo>
                    <a:pt x="0" y="20330"/>
                  </a:lnTo>
                  <a:lnTo>
                    <a:pt x="936" y="16221"/>
                  </a:lnTo>
                  <a:lnTo>
                    <a:pt x="3097" y="12688"/>
                  </a:lnTo>
                  <a:lnTo>
                    <a:pt x="5977" y="9733"/>
                  </a:lnTo>
                  <a:lnTo>
                    <a:pt x="13106" y="5623"/>
                  </a:lnTo>
                  <a:lnTo>
                    <a:pt x="19732" y="3821"/>
                  </a:lnTo>
                  <a:lnTo>
                    <a:pt x="26429" y="1802"/>
                  </a:lnTo>
                  <a:lnTo>
                    <a:pt x="32838" y="0"/>
                  </a:lnTo>
                </a:path>
              </a:pathLst>
            </a:custGeom>
            <a:solidFill>
              <a:srgbClr val="002E56"/>
            </a:solidFill>
            <a:ln w="71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361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0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E39D8A6-A12C-D25A-1034-3C55D7864349}"/>
              </a:ext>
            </a:extLst>
          </p:cNvPr>
          <p:cNvSpPr/>
          <p:nvPr/>
        </p:nvSpPr>
        <p:spPr>
          <a:xfrm flipH="1">
            <a:off x="0" y="6660589"/>
            <a:ext cx="12192000" cy="197411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5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83DA1-3170-7B43-BA76-309743F6117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809BC-B6AF-D841-B832-66428CF4996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838200" y="1825625"/>
            <a:ext cx="10515600" cy="417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B5DA817-F494-CF01-C394-2BC796CC20AB}"/>
              </a:ext>
            </a:extLst>
          </p:cNvPr>
          <p:cNvSpPr txBox="1">
            <a:spLocks/>
          </p:cNvSpPr>
          <p:nvPr userDrawn="1"/>
        </p:nvSpPr>
        <p:spPr>
          <a:xfrm>
            <a:off x="240709" y="6268015"/>
            <a:ext cx="3213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R"/>
            </a:defPPr>
            <a:lvl1pPr marL="0" algn="l" defTabSz="914400" rtl="0" eaLnBrk="1" latinLnBrk="0" hangingPunct="1">
              <a:defRPr sz="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5602608-15A0-1B42-ADE4-514EC6B8A495}" type="slidenum">
              <a:rPr lang="en-US" sz="800" b="1" smtClean="0">
                <a:solidFill>
                  <a:schemeClr val="tx2"/>
                </a:solidFill>
                <a:cs typeface="Arial"/>
              </a:rPr>
              <a:pPr algn="r"/>
              <a:t>‹#›</a:t>
            </a:fld>
            <a:endParaRPr lang="en-US" sz="800" b="1">
              <a:solidFill>
                <a:schemeClr val="tx2"/>
              </a:solidFill>
              <a:cs typeface="Arial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2BD9A45-971B-8FCF-A52B-12B5EEDDA4AF}"/>
              </a:ext>
            </a:extLst>
          </p:cNvPr>
          <p:cNvGrpSpPr/>
          <p:nvPr userDrawn="1"/>
        </p:nvGrpSpPr>
        <p:grpSpPr>
          <a:xfrm>
            <a:off x="10305727" y="6265855"/>
            <a:ext cx="1496572" cy="218595"/>
            <a:chOff x="10305727" y="6265855"/>
            <a:chExt cx="1496572" cy="218595"/>
          </a:xfrm>
        </p:grpSpPr>
        <p:grpSp>
          <p:nvGrpSpPr>
            <p:cNvPr id="6" name="Picture 4">
              <a:extLst>
                <a:ext uri="{FF2B5EF4-FFF2-40B4-BE49-F238E27FC236}">
                  <a16:creationId xmlns:a16="http://schemas.microsoft.com/office/drawing/2014/main" id="{E1884C77-A37C-7A0B-3547-61EC31D8EE18}"/>
                </a:ext>
              </a:extLst>
            </p:cNvPr>
            <p:cNvGrpSpPr/>
            <p:nvPr/>
          </p:nvGrpSpPr>
          <p:grpSpPr>
            <a:xfrm>
              <a:off x="10305727" y="6265855"/>
              <a:ext cx="1496572" cy="215632"/>
              <a:chOff x="10305727" y="6265855"/>
              <a:chExt cx="1496572" cy="215632"/>
            </a:xfrm>
            <a:solidFill>
              <a:srgbClr val="28509C"/>
            </a:solidFill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A489461B-D056-BE34-0230-EA59AC45E90D}"/>
                  </a:ext>
                </a:extLst>
              </p:cNvPr>
              <p:cNvSpPr/>
              <p:nvPr/>
            </p:nvSpPr>
            <p:spPr>
              <a:xfrm>
                <a:off x="11067851" y="6265855"/>
                <a:ext cx="185055" cy="211237"/>
              </a:xfrm>
              <a:custGeom>
                <a:avLst/>
                <a:gdLst>
                  <a:gd name="connsiteX0" fmla="*/ 92503 w 185055"/>
                  <a:gd name="connsiteY0" fmla="*/ 0 h 211237"/>
                  <a:gd name="connsiteX1" fmla="*/ 0 w 185055"/>
                  <a:gd name="connsiteY1" fmla="*/ 211237 h 211237"/>
                  <a:gd name="connsiteX2" fmla="*/ 19833 w 185055"/>
                  <a:gd name="connsiteY2" fmla="*/ 211237 h 211237"/>
                  <a:gd name="connsiteX3" fmla="*/ 52246 w 185055"/>
                  <a:gd name="connsiteY3" fmla="*/ 137203 h 211237"/>
                  <a:gd name="connsiteX4" fmla="*/ 132859 w 185055"/>
                  <a:gd name="connsiteY4" fmla="*/ 137203 h 211237"/>
                  <a:gd name="connsiteX5" fmla="*/ 165469 w 185055"/>
                  <a:gd name="connsiteY5" fmla="*/ 211237 h 211237"/>
                  <a:gd name="connsiteX6" fmla="*/ 185055 w 185055"/>
                  <a:gd name="connsiteY6" fmla="*/ 211237 h 211237"/>
                  <a:gd name="connsiteX7" fmla="*/ 92503 w 185055"/>
                  <a:gd name="connsiteY7" fmla="*/ 0 h 211237"/>
                  <a:gd name="connsiteX8" fmla="*/ 60041 w 185055"/>
                  <a:gd name="connsiteY8" fmla="*/ 119275 h 211237"/>
                  <a:gd name="connsiteX9" fmla="*/ 92355 w 185055"/>
                  <a:gd name="connsiteY9" fmla="*/ 45339 h 211237"/>
                  <a:gd name="connsiteX10" fmla="*/ 124916 w 185055"/>
                  <a:gd name="connsiteY10" fmla="*/ 119275 h 211237"/>
                  <a:gd name="connsiteX11" fmla="*/ 59991 w 185055"/>
                  <a:gd name="connsiteY11" fmla="*/ 119275 h 211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5055" h="211237">
                    <a:moveTo>
                      <a:pt x="92503" y="0"/>
                    </a:moveTo>
                    <a:lnTo>
                      <a:pt x="0" y="211237"/>
                    </a:lnTo>
                    <a:lnTo>
                      <a:pt x="19833" y="211237"/>
                    </a:lnTo>
                    <a:lnTo>
                      <a:pt x="52246" y="137203"/>
                    </a:lnTo>
                    <a:lnTo>
                      <a:pt x="132859" y="137203"/>
                    </a:lnTo>
                    <a:lnTo>
                      <a:pt x="165469" y="211237"/>
                    </a:lnTo>
                    <a:lnTo>
                      <a:pt x="185055" y="211237"/>
                    </a:lnTo>
                    <a:lnTo>
                      <a:pt x="92503" y="0"/>
                    </a:lnTo>
                    <a:close/>
                    <a:moveTo>
                      <a:pt x="60041" y="119275"/>
                    </a:moveTo>
                    <a:lnTo>
                      <a:pt x="92355" y="45339"/>
                    </a:lnTo>
                    <a:lnTo>
                      <a:pt x="124916" y="119275"/>
                    </a:lnTo>
                    <a:lnTo>
                      <a:pt x="59991" y="119275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A93B966-600B-1DF8-DEA3-29F8009AB8C7}"/>
                  </a:ext>
                </a:extLst>
              </p:cNvPr>
              <p:cNvSpPr/>
              <p:nvPr/>
            </p:nvSpPr>
            <p:spPr>
              <a:xfrm>
                <a:off x="11496768" y="6270250"/>
                <a:ext cx="17908" cy="206792"/>
              </a:xfrm>
              <a:custGeom>
                <a:avLst/>
                <a:gdLst>
                  <a:gd name="connsiteX0" fmla="*/ 0 w 17908"/>
                  <a:gd name="connsiteY0" fmla="*/ 0 h 206792"/>
                  <a:gd name="connsiteX1" fmla="*/ 17909 w 17908"/>
                  <a:gd name="connsiteY1" fmla="*/ 0 h 206792"/>
                  <a:gd name="connsiteX2" fmla="*/ 17909 w 17908"/>
                  <a:gd name="connsiteY2" fmla="*/ 206792 h 206792"/>
                  <a:gd name="connsiteX3" fmla="*/ 0 w 17908"/>
                  <a:gd name="connsiteY3" fmla="*/ 206792 h 2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08" h="206792">
                    <a:moveTo>
                      <a:pt x="0" y="0"/>
                    </a:moveTo>
                    <a:lnTo>
                      <a:pt x="17909" y="0"/>
                    </a:lnTo>
                    <a:lnTo>
                      <a:pt x="17909" y="206792"/>
                    </a:lnTo>
                    <a:lnTo>
                      <a:pt x="0" y="206792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E005FEA-A26C-44EC-A79A-3D355159CFE0}"/>
                  </a:ext>
                </a:extLst>
              </p:cNvPr>
              <p:cNvSpPr/>
              <p:nvPr/>
            </p:nvSpPr>
            <p:spPr>
              <a:xfrm>
                <a:off x="10840714" y="6266200"/>
                <a:ext cx="189643" cy="210842"/>
              </a:xfrm>
              <a:custGeom>
                <a:avLst/>
                <a:gdLst>
                  <a:gd name="connsiteX0" fmla="*/ 94378 w 189643"/>
                  <a:gd name="connsiteY0" fmla="*/ 95321 h 210842"/>
                  <a:gd name="connsiteX1" fmla="*/ 0 w 189643"/>
                  <a:gd name="connsiteY1" fmla="*/ 99 h 210842"/>
                  <a:gd name="connsiteX2" fmla="*/ 99 w 189643"/>
                  <a:gd name="connsiteY2" fmla="*/ 210842 h 210842"/>
                  <a:gd name="connsiteX3" fmla="*/ 18007 w 189643"/>
                  <a:gd name="connsiteY3" fmla="*/ 210842 h 210842"/>
                  <a:gd name="connsiteX4" fmla="*/ 18007 w 189643"/>
                  <a:gd name="connsiteY4" fmla="*/ 43808 h 210842"/>
                  <a:gd name="connsiteX5" fmla="*/ 94180 w 189643"/>
                  <a:gd name="connsiteY5" fmla="*/ 120954 h 210842"/>
                  <a:gd name="connsiteX6" fmla="*/ 171735 w 189643"/>
                  <a:gd name="connsiteY6" fmla="*/ 43413 h 210842"/>
                  <a:gd name="connsiteX7" fmla="*/ 171735 w 189643"/>
                  <a:gd name="connsiteY7" fmla="*/ 210842 h 210842"/>
                  <a:gd name="connsiteX8" fmla="*/ 189643 w 189643"/>
                  <a:gd name="connsiteY8" fmla="*/ 210842 h 210842"/>
                  <a:gd name="connsiteX9" fmla="*/ 189643 w 189643"/>
                  <a:gd name="connsiteY9" fmla="*/ 0 h 210842"/>
                  <a:gd name="connsiteX10" fmla="*/ 94378 w 189643"/>
                  <a:gd name="connsiteY10" fmla="*/ 95321 h 2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643" h="210842">
                    <a:moveTo>
                      <a:pt x="94378" y="95321"/>
                    </a:moveTo>
                    <a:lnTo>
                      <a:pt x="0" y="99"/>
                    </a:lnTo>
                    <a:lnTo>
                      <a:pt x="99" y="210842"/>
                    </a:lnTo>
                    <a:lnTo>
                      <a:pt x="18007" y="210842"/>
                    </a:lnTo>
                    <a:lnTo>
                      <a:pt x="18007" y="43808"/>
                    </a:lnTo>
                    <a:lnTo>
                      <a:pt x="94180" y="120954"/>
                    </a:lnTo>
                    <a:lnTo>
                      <a:pt x="171735" y="43413"/>
                    </a:lnTo>
                    <a:lnTo>
                      <a:pt x="171735" y="210842"/>
                    </a:lnTo>
                    <a:lnTo>
                      <a:pt x="189643" y="210842"/>
                    </a:lnTo>
                    <a:lnTo>
                      <a:pt x="189643" y="0"/>
                    </a:lnTo>
                    <a:lnTo>
                      <a:pt x="94378" y="95321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58E6CC80-D256-DF6B-5ED2-DEC97774E72D}"/>
                  </a:ext>
                </a:extLst>
              </p:cNvPr>
              <p:cNvSpPr/>
              <p:nvPr/>
            </p:nvSpPr>
            <p:spPr>
              <a:xfrm>
                <a:off x="11587989" y="6266744"/>
                <a:ext cx="156342" cy="214743"/>
              </a:xfrm>
              <a:custGeom>
                <a:avLst/>
                <a:gdLst>
                  <a:gd name="connsiteX0" fmla="*/ 138384 w 156342"/>
                  <a:gd name="connsiteY0" fmla="*/ 3507 h 214743"/>
                  <a:gd name="connsiteX1" fmla="*/ 138384 w 156342"/>
                  <a:gd name="connsiteY1" fmla="*/ 164564 h 214743"/>
                  <a:gd name="connsiteX2" fmla="*/ 0 w 156342"/>
                  <a:gd name="connsiteY2" fmla="*/ 0 h 214743"/>
                  <a:gd name="connsiteX3" fmla="*/ 0 w 156342"/>
                  <a:gd name="connsiteY3" fmla="*/ 28646 h 214743"/>
                  <a:gd name="connsiteX4" fmla="*/ 0 w 156342"/>
                  <a:gd name="connsiteY4" fmla="*/ 210299 h 214743"/>
                  <a:gd name="connsiteX5" fmla="*/ 17909 w 156342"/>
                  <a:gd name="connsiteY5" fmla="*/ 210299 h 214743"/>
                  <a:gd name="connsiteX6" fmla="*/ 17909 w 156342"/>
                  <a:gd name="connsiteY6" fmla="*/ 49982 h 214743"/>
                  <a:gd name="connsiteX7" fmla="*/ 156342 w 156342"/>
                  <a:gd name="connsiteY7" fmla="*/ 214744 h 214743"/>
                  <a:gd name="connsiteX8" fmla="*/ 156342 w 156342"/>
                  <a:gd name="connsiteY8" fmla="*/ 3507 h 214743"/>
                  <a:gd name="connsiteX9" fmla="*/ 138384 w 156342"/>
                  <a:gd name="connsiteY9" fmla="*/ 3507 h 214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6342" h="214743">
                    <a:moveTo>
                      <a:pt x="138384" y="3507"/>
                    </a:moveTo>
                    <a:lnTo>
                      <a:pt x="138384" y="164564"/>
                    </a:lnTo>
                    <a:lnTo>
                      <a:pt x="0" y="0"/>
                    </a:lnTo>
                    <a:lnTo>
                      <a:pt x="0" y="28646"/>
                    </a:lnTo>
                    <a:lnTo>
                      <a:pt x="0" y="210299"/>
                    </a:lnTo>
                    <a:lnTo>
                      <a:pt x="17909" y="210299"/>
                    </a:lnTo>
                    <a:lnTo>
                      <a:pt x="17909" y="49982"/>
                    </a:lnTo>
                    <a:lnTo>
                      <a:pt x="156342" y="214744"/>
                    </a:lnTo>
                    <a:lnTo>
                      <a:pt x="156342" y="3507"/>
                    </a:lnTo>
                    <a:lnTo>
                      <a:pt x="138384" y="3507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81E2F7B2-F534-8AD1-EF26-BC73E6D089BA}"/>
                  </a:ext>
                </a:extLst>
              </p:cNvPr>
              <p:cNvSpPr/>
              <p:nvPr/>
            </p:nvSpPr>
            <p:spPr>
              <a:xfrm>
                <a:off x="11291980" y="6270398"/>
                <a:ext cx="150027" cy="206742"/>
              </a:xfrm>
              <a:custGeom>
                <a:avLst/>
                <a:gdLst>
                  <a:gd name="connsiteX0" fmla="*/ 129800 w 150027"/>
                  <a:gd name="connsiteY0" fmla="*/ 206743 h 206742"/>
                  <a:gd name="connsiteX1" fmla="*/ 150027 w 150027"/>
                  <a:gd name="connsiteY1" fmla="*/ 206743 h 206742"/>
                  <a:gd name="connsiteX2" fmla="*/ 100495 w 150027"/>
                  <a:gd name="connsiteY2" fmla="*/ 109940 h 206742"/>
                  <a:gd name="connsiteX3" fmla="*/ 141344 w 150027"/>
                  <a:gd name="connsiteY3" fmla="*/ 61292 h 206742"/>
                  <a:gd name="connsiteX4" fmla="*/ 141394 w 150027"/>
                  <a:gd name="connsiteY4" fmla="*/ 61292 h 206742"/>
                  <a:gd name="connsiteX5" fmla="*/ 141394 w 150027"/>
                  <a:gd name="connsiteY5" fmla="*/ 60156 h 206742"/>
                  <a:gd name="connsiteX6" fmla="*/ 141591 w 150027"/>
                  <a:gd name="connsiteY6" fmla="*/ 56847 h 206742"/>
                  <a:gd name="connsiteX7" fmla="*/ 141394 w 150027"/>
                  <a:gd name="connsiteY7" fmla="*/ 56847 h 206742"/>
                  <a:gd name="connsiteX8" fmla="*/ 141394 w 150027"/>
                  <a:gd name="connsiteY8" fmla="*/ 54921 h 206742"/>
                  <a:gd name="connsiteX9" fmla="*/ 141591 w 150027"/>
                  <a:gd name="connsiteY9" fmla="*/ 54921 h 206742"/>
                  <a:gd name="connsiteX10" fmla="*/ 141394 w 150027"/>
                  <a:gd name="connsiteY10" fmla="*/ 51562 h 206742"/>
                  <a:gd name="connsiteX11" fmla="*/ 141394 w 150027"/>
                  <a:gd name="connsiteY11" fmla="*/ 51562 h 206742"/>
                  <a:gd name="connsiteX12" fmla="*/ 86731 w 150027"/>
                  <a:gd name="connsiteY12" fmla="*/ 0 h 206742"/>
                  <a:gd name="connsiteX13" fmla="*/ 0 w 150027"/>
                  <a:gd name="connsiteY13" fmla="*/ 0 h 206742"/>
                  <a:gd name="connsiteX14" fmla="*/ 0 w 150027"/>
                  <a:gd name="connsiteY14" fmla="*/ 206693 h 206742"/>
                  <a:gd name="connsiteX15" fmla="*/ 17909 w 150027"/>
                  <a:gd name="connsiteY15" fmla="*/ 206693 h 206742"/>
                  <a:gd name="connsiteX16" fmla="*/ 17909 w 150027"/>
                  <a:gd name="connsiteY16" fmla="*/ 111669 h 206742"/>
                  <a:gd name="connsiteX17" fmla="*/ 81107 w 150027"/>
                  <a:gd name="connsiteY17" fmla="*/ 111669 h 206742"/>
                  <a:gd name="connsiteX18" fmla="*/ 129800 w 150027"/>
                  <a:gd name="connsiteY18" fmla="*/ 206743 h 206742"/>
                  <a:gd name="connsiteX19" fmla="*/ 17909 w 150027"/>
                  <a:gd name="connsiteY19" fmla="*/ 17978 h 206742"/>
                  <a:gd name="connsiteX20" fmla="*/ 86731 w 150027"/>
                  <a:gd name="connsiteY20" fmla="*/ 17978 h 206742"/>
                  <a:gd name="connsiteX21" fmla="*/ 123485 w 150027"/>
                  <a:gd name="connsiteY21" fmla="*/ 54130 h 206742"/>
                  <a:gd name="connsiteX22" fmla="*/ 123485 w 150027"/>
                  <a:gd name="connsiteY22" fmla="*/ 57538 h 206742"/>
                  <a:gd name="connsiteX23" fmla="*/ 86731 w 150027"/>
                  <a:gd name="connsiteY23" fmla="*/ 93642 h 206742"/>
                  <a:gd name="connsiteX24" fmla="*/ 86731 w 150027"/>
                  <a:gd name="connsiteY24" fmla="*/ 93642 h 206742"/>
                  <a:gd name="connsiteX25" fmla="*/ 17909 w 150027"/>
                  <a:gd name="connsiteY25" fmla="*/ 93691 h 206742"/>
                  <a:gd name="connsiteX26" fmla="*/ 17909 w 150027"/>
                  <a:gd name="connsiteY26" fmla="*/ 17978 h 206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0027" h="206742">
                    <a:moveTo>
                      <a:pt x="129800" y="206743"/>
                    </a:moveTo>
                    <a:lnTo>
                      <a:pt x="150027" y="206743"/>
                    </a:lnTo>
                    <a:cubicBezTo>
                      <a:pt x="150027" y="206743"/>
                      <a:pt x="100495" y="109940"/>
                      <a:pt x="100495" y="109940"/>
                    </a:cubicBezTo>
                    <a:cubicBezTo>
                      <a:pt x="122696" y="104162"/>
                      <a:pt x="139470" y="84850"/>
                      <a:pt x="141344" y="61292"/>
                    </a:cubicBezTo>
                    <a:lnTo>
                      <a:pt x="141394" y="61292"/>
                    </a:lnTo>
                    <a:lnTo>
                      <a:pt x="141394" y="60156"/>
                    </a:lnTo>
                    <a:cubicBezTo>
                      <a:pt x="141443" y="59069"/>
                      <a:pt x="141591" y="57933"/>
                      <a:pt x="141591" y="56847"/>
                    </a:cubicBezTo>
                    <a:lnTo>
                      <a:pt x="141394" y="56847"/>
                    </a:lnTo>
                    <a:lnTo>
                      <a:pt x="141394" y="54921"/>
                    </a:lnTo>
                    <a:lnTo>
                      <a:pt x="141591" y="54921"/>
                    </a:lnTo>
                    <a:cubicBezTo>
                      <a:pt x="141591" y="53785"/>
                      <a:pt x="141492" y="52698"/>
                      <a:pt x="141394" y="51562"/>
                    </a:cubicBezTo>
                    <a:lnTo>
                      <a:pt x="141394" y="51562"/>
                    </a:lnTo>
                    <a:cubicBezTo>
                      <a:pt x="139618" y="22768"/>
                      <a:pt x="115888" y="0"/>
                      <a:pt x="86731" y="0"/>
                    </a:cubicBezTo>
                    <a:lnTo>
                      <a:pt x="0" y="0"/>
                    </a:lnTo>
                    <a:lnTo>
                      <a:pt x="0" y="206693"/>
                    </a:lnTo>
                    <a:lnTo>
                      <a:pt x="17909" y="206693"/>
                    </a:lnTo>
                    <a:lnTo>
                      <a:pt x="17909" y="111669"/>
                    </a:lnTo>
                    <a:lnTo>
                      <a:pt x="81107" y="111669"/>
                    </a:lnTo>
                    <a:lnTo>
                      <a:pt x="129800" y="206743"/>
                    </a:lnTo>
                    <a:close/>
                    <a:moveTo>
                      <a:pt x="17909" y="17978"/>
                    </a:moveTo>
                    <a:lnTo>
                      <a:pt x="86731" y="17978"/>
                    </a:lnTo>
                    <a:cubicBezTo>
                      <a:pt x="106810" y="17978"/>
                      <a:pt x="123090" y="34128"/>
                      <a:pt x="123485" y="54130"/>
                    </a:cubicBezTo>
                    <a:lnTo>
                      <a:pt x="123485" y="57538"/>
                    </a:lnTo>
                    <a:cubicBezTo>
                      <a:pt x="123090" y="77541"/>
                      <a:pt x="106810" y="93642"/>
                      <a:pt x="86731" y="93642"/>
                    </a:cubicBezTo>
                    <a:lnTo>
                      <a:pt x="86731" y="93642"/>
                    </a:lnTo>
                    <a:cubicBezTo>
                      <a:pt x="86731" y="93642"/>
                      <a:pt x="17909" y="93691"/>
                      <a:pt x="17909" y="93691"/>
                    </a:cubicBezTo>
                    <a:lnTo>
                      <a:pt x="17909" y="17978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CA060406-1322-ADF3-74C8-BBAF4AB4A461}"/>
                  </a:ext>
                </a:extLst>
              </p:cNvPr>
              <p:cNvSpPr/>
              <p:nvPr/>
            </p:nvSpPr>
            <p:spPr>
              <a:xfrm>
                <a:off x="10305727" y="6270300"/>
                <a:ext cx="145883" cy="206792"/>
              </a:xfrm>
              <a:custGeom>
                <a:avLst/>
                <a:gdLst>
                  <a:gd name="connsiteX0" fmla="*/ 145686 w 145883"/>
                  <a:gd name="connsiteY0" fmla="*/ 145797 h 206792"/>
                  <a:gd name="connsiteX1" fmla="*/ 137990 w 145883"/>
                  <a:gd name="connsiteY1" fmla="*/ 118830 h 206792"/>
                  <a:gd name="connsiteX2" fmla="*/ 119390 w 145883"/>
                  <a:gd name="connsiteY2" fmla="*/ 100951 h 206792"/>
                  <a:gd name="connsiteX3" fmla="*/ 141295 w 145883"/>
                  <a:gd name="connsiteY3" fmla="*/ 61341 h 206792"/>
                  <a:gd name="connsiteX4" fmla="*/ 141344 w 145883"/>
                  <a:gd name="connsiteY4" fmla="*/ 61341 h 206792"/>
                  <a:gd name="connsiteX5" fmla="*/ 141344 w 145883"/>
                  <a:gd name="connsiteY5" fmla="*/ 60205 h 206792"/>
                  <a:gd name="connsiteX6" fmla="*/ 141492 w 145883"/>
                  <a:gd name="connsiteY6" fmla="*/ 56896 h 206792"/>
                  <a:gd name="connsiteX7" fmla="*/ 141344 w 145883"/>
                  <a:gd name="connsiteY7" fmla="*/ 56896 h 206792"/>
                  <a:gd name="connsiteX8" fmla="*/ 141344 w 145883"/>
                  <a:gd name="connsiteY8" fmla="*/ 54970 h 206792"/>
                  <a:gd name="connsiteX9" fmla="*/ 141492 w 145883"/>
                  <a:gd name="connsiteY9" fmla="*/ 54970 h 206792"/>
                  <a:gd name="connsiteX10" fmla="*/ 141344 w 145883"/>
                  <a:gd name="connsiteY10" fmla="*/ 51612 h 206792"/>
                  <a:gd name="connsiteX11" fmla="*/ 141344 w 145883"/>
                  <a:gd name="connsiteY11" fmla="*/ 51612 h 206792"/>
                  <a:gd name="connsiteX12" fmla="*/ 141344 w 145883"/>
                  <a:gd name="connsiteY12" fmla="*/ 51562 h 206792"/>
                  <a:gd name="connsiteX13" fmla="*/ 86632 w 145883"/>
                  <a:gd name="connsiteY13" fmla="*/ 49 h 206792"/>
                  <a:gd name="connsiteX14" fmla="*/ 86632 w 145883"/>
                  <a:gd name="connsiteY14" fmla="*/ 148 h 206792"/>
                  <a:gd name="connsiteX15" fmla="*/ 0 w 145883"/>
                  <a:gd name="connsiteY15" fmla="*/ 0 h 206792"/>
                  <a:gd name="connsiteX16" fmla="*/ 0 w 145883"/>
                  <a:gd name="connsiteY16" fmla="*/ 206792 h 206792"/>
                  <a:gd name="connsiteX17" fmla="*/ 90036 w 145883"/>
                  <a:gd name="connsiteY17" fmla="*/ 206792 h 206792"/>
                  <a:gd name="connsiteX18" fmla="*/ 145784 w 145883"/>
                  <a:gd name="connsiteY18" fmla="*/ 151773 h 206792"/>
                  <a:gd name="connsiteX19" fmla="*/ 145883 w 145883"/>
                  <a:gd name="connsiteY19" fmla="*/ 151773 h 206792"/>
                  <a:gd name="connsiteX20" fmla="*/ 145883 w 145883"/>
                  <a:gd name="connsiteY20" fmla="*/ 145797 h 206792"/>
                  <a:gd name="connsiteX21" fmla="*/ 145784 w 145883"/>
                  <a:gd name="connsiteY21" fmla="*/ 145797 h 206792"/>
                  <a:gd name="connsiteX22" fmla="*/ 86681 w 145883"/>
                  <a:gd name="connsiteY22" fmla="*/ 18076 h 206792"/>
                  <a:gd name="connsiteX23" fmla="*/ 86681 w 145883"/>
                  <a:gd name="connsiteY23" fmla="*/ 18076 h 206792"/>
                  <a:gd name="connsiteX24" fmla="*/ 123485 w 145883"/>
                  <a:gd name="connsiteY24" fmla="*/ 54328 h 206792"/>
                  <a:gd name="connsiteX25" fmla="*/ 123485 w 145883"/>
                  <a:gd name="connsiteY25" fmla="*/ 57538 h 206792"/>
                  <a:gd name="connsiteX26" fmla="*/ 86681 w 145883"/>
                  <a:gd name="connsiteY26" fmla="*/ 93889 h 206792"/>
                  <a:gd name="connsiteX27" fmla="*/ 17909 w 145883"/>
                  <a:gd name="connsiteY27" fmla="*/ 93889 h 206792"/>
                  <a:gd name="connsiteX28" fmla="*/ 17909 w 145883"/>
                  <a:gd name="connsiteY28" fmla="*/ 18076 h 206792"/>
                  <a:gd name="connsiteX29" fmla="*/ 86681 w 145883"/>
                  <a:gd name="connsiteY29" fmla="*/ 18076 h 206792"/>
                  <a:gd name="connsiteX30" fmla="*/ 127876 w 145883"/>
                  <a:gd name="connsiteY30" fmla="*/ 150834 h 206792"/>
                  <a:gd name="connsiteX31" fmla="*/ 127728 w 145883"/>
                  <a:gd name="connsiteY31" fmla="*/ 150834 h 206792"/>
                  <a:gd name="connsiteX32" fmla="*/ 89691 w 145883"/>
                  <a:gd name="connsiteY32" fmla="*/ 188913 h 206792"/>
                  <a:gd name="connsiteX33" fmla="*/ 89691 w 145883"/>
                  <a:gd name="connsiteY33" fmla="*/ 188913 h 206792"/>
                  <a:gd name="connsiteX34" fmla="*/ 17909 w 145883"/>
                  <a:gd name="connsiteY34" fmla="*/ 188913 h 206792"/>
                  <a:gd name="connsiteX35" fmla="*/ 17909 w 145883"/>
                  <a:gd name="connsiteY35" fmla="*/ 111916 h 206792"/>
                  <a:gd name="connsiteX36" fmla="*/ 92207 w 145883"/>
                  <a:gd name="connsiteY36" fmla="*/ 112212 h 206792"/>
                  <a:gd name="connsiteX37" fmla="*/ 92207 w 145883"/>
                  <a:gd name="connsiteY37" fmla="*/ 112212 h 206792"/>
                  <a:gd name="connsiteX38" fmla="*/ 122942 w 145883"/>
                  <a:gd name="connsiteY38" fmla="*/ 128757 h 206792"/>
                  <a:gd name="connsiteX39" fmla="*/ 127777 w 145883"/>
                  <a:gd name="connsiteY39" fmla="*/ 147180 h 206792"/>
                  <a:gd name="connsiteX40" fmla="*/ 127925 w 145883"/>
                  <a:gd name="connsiteY40" fmla="*/ 147180 h 206792"/>
                  <a:gd name="connsiteX41" fmla="*/ 127925 w 145883"/>
                  <a:gd name="connsiteY41" fmla="*/ 150834 h 2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45883" h="206792">
                    <a:moveTo>
                      <a:pt x="145686" y="145797"/>
                    </a:moveTo>
                    <a:cubicBezTo>
                      <a:pt x="145439" y="135771"/>
                      <a:pt x="142923" y="126831"/>
                      <a:pt x="137990" y="118830"/>
                    </a:cubicBezTo>
                    <a:cubicBezTo>
                      <a:pt x="133253" y="111274"/>
                      <a:pt x="126889" y="105199"/>
                      <a:pt x="119390" y="100951"/>
                    </a:cubicBezTo>
                    <a:cubicBezTo>
                      <a:pt x="131675" y="91765"/>
                      <a:pt x="140012" y="77541"/>
                      <a:pt x="141295" y="61341"/>
                    </a:cubicBezTo>
                    <a:lnTo>
                      <a:pt x="141344" y="61341"/>
                    </a:lnTo>
                    <a:lnTo>
                      <a:pt x="141344" y="60205"/>
                    </a:lnTo>
                    <a:cubicBezTo>
                      <a:pt x="141394" y="59119"/>
                      <a:pt x="141492" y="57983"/>
                      <a:pt x="141492" y="56896"/>
                    </a:cubicBezTo>
                    <a:lnTo>
                      <a:pt x="141344" y="56896"/>
                    </a:lnTo>
                    <a:lnTo>
                      <a:pt x="141344" y="54970"/>
                    </a:lnTo>
                    <a:lnTo>
                      <a:pt x="141492" y="54970"/>
                    </a:lnTo>
                    <a:cubicBezTo>
                      <a:pt x="141492" y="53834"/>
                      <a:pt x="141394" y="52748"/>
                      <a:pt x="141344" y="51612"/>
                    </a:cubicBezTo>
                    <a:lnTo>
                      <a:pt x="141344" y="51612"/>
                    </a:lnTo>
                    <a:cubicBezTo>
                      <a:pt x="141344" y="51612"/>
                      <a:pt x="141344" y="51562"/>
                      <a:pt x="141344" y="51562"/>
                    </a:cubicBezTo>
                    <a:cubicBezTo>
                      <a:pt x="139568" y="22818"/>
                      <a:pt x="115789" y="49"/>
                      <a:pt x="86632" y="49"/>
                    </a:cubicBezTo>
                    <a:lnTo>
                      <a:pt x="86632" y="148"/>
                    </a:lnTo>
                    <a:lnTo>
                      <a:pt x="0" y="0"/>
                    </a:lnTo>
                    <a:lnTo>
                      <a:pt x="0" y="206792"/>
                    </a:lnTo>
                    <a:lnTo>
                      <a:pt x="90036" y="206792"/>
                    </a:lnTo>
                    <a:cubicBezTo>
                      <a:pt x="120476" y="206595"/>
                      <a:pt x="145143" y="182147"/>
                      <a:pt x="145784" y="151773"/>
                    </a:cubicBezTo>
                    <a:lnTo>
                      <a:pt x="145883" y="151773"/>
                    </a:lnTo>
                    <a:lnTo>
                      <a:pt x="145883" y="145797"/>
                    </a:lnTo>
                    <a:lnTo>
                      <a:pt x="145784" y="145797"/>
                    </a:lnTo>
                    <a:close/>
                    <a:moveTo>
                      <a:pt x="86681" y="18076"/>
                    </a:moveTo>
                    <a:lnTo>
                      <a:pt x="86681" y="18076"/>
                    </a:lnTo>
                    <a:cubicBezTo>
                      <a:pt x="106810" y="18076"/>
                      <a:pt x="123140" y="34276"/>
                      <a:pt x="123485" y="54328"/>
                    </a:cubicBezTo>
                    <a:lnTo>
                      <a:pt x="123485" y="57538"/>
                    </a:lnTo>
                    <a:cubicBezTo>
                      <a:pt x="123140" y="77590"/>
                      <a:pt x="106810" y="93889"/>
                      <a:pt x="86681" y="93889"/>
                    </a:cubicBezTo>
                    <a:lnTo>
                      <a:pt x="17909" y="93889"/>
                    </a:lnTo>
                    <a:lnTo>
                      <a:pt x="17909" y="18076"/>
                    </a:lnTo>
                    <a:lnTo>
                      <a:pt x="86681" y="18076"/>
                    </a:lnTo>
                    <a:close/>
                    <a:moveTo>
                      <a:pt x="127876" y="150834"/>
                    </a:moveTo>
                    <a:lnTo>
                      <a:pt x="127728" y="150834"/>
                    </a:lnTo>
                    <a:cubicBezTo>
                      <a:pt x="127728" y="171874"/>
                      <a:pt x="110707" y="188913"/>
                      <a:pt x="89691" y="188913"/>
                    </a:cubicBezTo>
                    <a:lnTo>
                      <a:pt x="89691" y="188913"/>
                    </a:lnTo>
                    <a:cubicBezTo>
                      <a:pt x="89691" y="188913"/>
                      <a:pt x="17909" y="188913"/>
                      <a:pt x="17909" y="188913"/>
                    </a:cubicBezTo>
                    <a:lnTo>
                      <a:pt x="17909" y="111916"/>
                    </a:lnTo>
                    <a:lnTo>
                      <a:pt x="92207" y="112212"/>
                    </a:lnTo>
                    <a:lnTo>
                      <a:pt x="92207" y="112212"/>
                    </a:lnTo>
                    <a:cubicBezTo>
                      <a:pt x="105133" y="112212"/>
                      <a:pt x="116381" y="118583"/>
                      <a:pt x="122942" y="128757"/>
                    </a:cubicBezTo>
                    <a:cubicBezTo>
                      <a:pt x="125705" y="134536"/>
                      <a:pt x="127777" y="140364"/>
                      <a:pt x="127777" y="147180"/>
                    </a:cubicBezTo>
                    <a:lnTo>
                      <a:pt x="127925" y="147180"/>
                    </a:lnTo>
                    <a:lnTo>
                      <a:pt x="127925" y="150834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475DF490-048B-0E5C-E595-4C1B35E1DD48}"/>
                  </a:ext>
                </a:extLst>
              </p:cNvPr>
              <p:cNvSpPr/>
              <p:nvPr/>
            </p:nvSpPr>
            <p:spPr>
              <a:xfrm>
                <a:off x="10582446" y="6266744"/>
                <a:ext cx="213619" cy="213755"/>
              </a:xfrm>
              <a:custGeom>
                <a:avLst/>
                <a:gdLst>
                  <a:gd name="connsiteX0" fmla="*/ 937 w 213619"/>
                  <a:gd name="connsiteY0" fmla="*/ 120312 h 213755"/>
                  <a:gd name="connsiteX1" fmla="*/ 106859 w 213619"/>
                  <a:gd name="connsiteY1" fmla="*/ 213756 h 213755"/>
                  <a:gd name="connsiteX2" fmla="*/ 212781 w 213619"/>
                  <a:gd name="connsiteY2" fmla="*/ 120262 h 213755"/>
                  <a:gd name="connsiteX3" fmla="*/ 213620 w 213619"/>
                  <a:gd name="connsiteY3" fmla="*/ 107224 h 213755"/>
                  <a:gd name="connsiteX4" fmla="*/ 213028 w 213619"/>
                  <a:gd name="connsiteY4" fmla="*/ 95568 h 213755"/>
                  <a:gd name="connsiteX5" fmla="*/ 106859 w 213619"/>
                  <a:gd name="connsiteY5" fmla="*/ 0 h 213755"/>
                  <a:gd name="connsiteX6" fmla="*/ 691 w 213619"/>
                  <a:gd name="connsiteY6" fmla="*/ 95568 h 213755"/>
                  <a:gd name="connsiteX7" fmla="*/ 592 w 213619"/>
                  <a:gd name="connsiteY7" fmla="*/ 95568 h 213755"/>
                  <a:gd name="connsiteX8" fmla="*/ 0 w 213619"/>
                  <a:gd name="connsiteY8" fmla="*/ 107224 h 213755"/>
                  <a:gd name="connsiteX9" fmla="*/ 839 w 213619"/>
                  <a:gd name="connsiteY9" fmla="*/ 120262 h 213755"/>
                  <a:gd name="connsiteX10" fmla="*/ 106859 w 213619"/>
                  <a:gd name="connsiteY10" fmla="*/ 195581 h 213755"/>
                  <a:gd name="connsiteX11" fmla="*/ 19241 w 213619"/>
                  <a:gd name="connsiteY11" fmla="*/ 120312 h 213755"/>
                  <a:gd name="connsiteX12" fmla="*/ 19142 w 213619"/>
                  <a:gd name="connsiteY12" fmla="*/ 120312 h 213755"/>
                  <a:gd name="connsiteX13" fmla="*/ 18155 w 213619"/>
                  <a:gd name="connsiteY13" fmla="*/ 107224 h 213755"/>
                  <a:gd name="connsiteX14" fmla="*/ 18846 w 213619"/>
                  <a:gd name="connsiteY14" fmla="*/ 95914 h 213755"/>
                  <a:gd name="connsiteX15" fmla="*/ 18895 w 213619"/>
                  <a:gd name="connsiteY15" fmla="*/ 95914 h 213755"/>
                  <a:gd name="connsiteX16" fmla="*/ 106810 w 213619"/>
                  <a:gd name="connsiteY16" fmla="*/ 18175 h 213755"/>
                  <a:gd name="connsiteX17" fmla="*/ 194675 w 213619"/>
                  <a:gd name="connsiteY17" fmla="*/ 95765 h 213755"/>
                  <a:gd name="connsiteX18" fmla="*/ 195415 w 213619"/>
                  <a:gd name="connsiteY18" fmla="*/ 107273 h 213755"/>
                  <a:gd name="connsiteX19" fmla="*/ 194429 w 213619"/>
                  <a:gd name="connsiteY19" fmla="*/ 120509 h 213755"/>
                  <a:gd name="connsiteX20" fmla="*/ 106810 w 213619"/>
                  <a:gd name="connsiteY20" fmla="*/ 195630 h 21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13619" h="213755">
                    <a:moveTo>
                      <a:pt x="937" y="120312"/>
                    </a:moveTo>
                    <a:cubicBezTo>
                      <a:pt x="7548" y="173010"/>
                      <a:pt x="52443" y="213756"/>
                      <a:pt x="106859" y="213756"/>
                    </a:cubicBezTo>
                    <a:cubicBezTo>
                      <a:pt x="161276" y="213756"/>
                      <a:pt x="206170" y="172961"/>
                      <a:pt x="212781" y="120262"/>
                    </a:cubicBezTo>
                    <a:cubicBezTo>
                      <a:pt x="213275" y="116015"/>
                      <a:pt x="213620" y="111619"/>
                      <a:pt x="213620" y="107224"/>
                    </a:cubicBezTo>
                    <a:cubicBezTo>
                      <a:pt x="213620" y="103174"/>
                      <a:pt x="213472" y="99519"/>
                      <a:pt x="213028" y="95568"/>
                    </a:cubicBezTo>
                    <a:cubicBezTo>
                      <a:pt x="207502" y="41684"/>
                      <a:pt x="162114" y="0"/>
                      <a:pt x="106859" y="0"/>
                    </a:cubicBezTo>
                    <a:cubicBezTo>
                      <a:pt x="51604" y="0"/>
                      <a:pt x="6315" y="41882"/>
                      <a:pt x="691" y="95568"/>
                    </a:cubicBezTo>
                    <a:lnTo>
                      <a:pt x="592" y="95568"/>
                    </a:lnTo>
                    <a:cubicBezTo>
                      <a:pt x="148" y="99519"/>
                      <a:pt x="0" y="103174"/>
                      <a:pt x="0" y="107224"/>
                    </a:cubicBezTo>
                    <a:cubicBezTo>
                      <a:pt x="0" y="111619"/>
                      <a:pt x="296" y="116015"/>
                      <a:pt x="839" y="120262"/>
                    </a:cubicBezTo>
                    <a:moveTo>
                      <a:pt x="106859" y="195581"/>
                    </a:moveTo>
                    <a:cubicBezTo>
                      <a:pt x="62458" y="195581"/>
                      <a:pt x="25703" y="162935"/>
                      <a:pt x="19241" y="120312"/>
                    </a:cubicBezTo>
                    <a:lnTo>
                      <a:pt x="19142" y="120312"/>
                    </a:lnTo>
                    <a:cubicBezTo>
                      <a:pt x="18501" y="116015"/>
                      <a:pt x="18155" y="111718"/>
                      <a:pt x="18155" y="107224"/>
                    </a:cubicBezTo>
                    <a:cubicBezTo>
                      <a:pt x="18155" y="103322"/>
                      <a:pt x="18353" y="99667"/>
                      <a:pt x="18846" y="95914"/>
                    </a:cubicBezTo>
                    <a:lnTo>
                      <a:pt x="18895" y="95914"/>
                    </a:lnTo>
                    <a:cubicBezTo>
                      <a:pt x="24273" y="52105"/>
                      <a:pt x="61570" y="18175"/>
                      <a:pt x="106810" y="18175"/>
                    </a:cubicBezTo>
                    <a:cubicBezTo>
                      <a:pt x="152050" y="18175"/>
                      <a:pt x="189298" y="51908"/>
                      <a:pt x="194675" y="95765"/>
                    </a:cubicBezTo>
                    <a:cubicBezTo>
                      <a:pt x="195169" y="99618"/>
                      <a:pt x="195415" y="103322"/>
                      <a:pt x="195415" y="107273"/>
                    </a:cubicBezTo>
                    <a:cubicBezTo>
                      <a:pt x="195415" y="111817"/>
                      <a:pt x="195070" y="116163"/>
                      <a:pt x="194429" y="120509"/>
                    </a:cubicBezTo>
                    <a:cubicBezTo>
                      <a:pt x="187966" y="163132"/>
                      <a:pt x="151211" y="195630"/>
                      <a:pt x="106810" y="195630"/>
                    </a:cubicBez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AD97B144-7963-BB44-13B3-3CE94D42CFBA}"/>
                  </a:ext>
                </a:extLst>
              </p:cNvPr>
              <p:cNvSpPr/>
              <p:nvPr/>
            </p:nvSpPr>
            <p:spPr>
              <a:xfrm>
                <a:off x="11773290" y="6266299"/>
                <a:ext cx="29008" cy="29040"/>
              </a:xfrm>
              <a:custGeom>
                <a:avLst/>
                <a:gdLst>
                  <a:gd name="connsiteX0" fmla="*/ 0 w 29008"/>
                  <a:gd name="connsiteY0" fmla="*/ 14471 h 29040"/>
                  <a:gd name="connsiteX1" fmla="*/ 14554 w 29008"/>
                  <a:gd name="connsiteY1" fmla="*/ 0 h 29040"/>
                  <a:gd name="connsiteX2" fmla="*/ 29009 w 29008"/>
                  <a:gd name="connsiteY2" fmla="*/ 14471 h 29040"/>
                  <a:gd name="connsiteX3" fmla="*/ 14554 w 29008"/>
                  <a:gd name="connsiteY3" fmla="*/ 29041 h 29040"/>
                  <a:gd name="connsiteX4" fmla="*/ 0 w 29008"/>
                  <a:gd name="connsiteY4" fmla="*/ 14471 h 29040"/>
                  <a:gd name="connsiteX5" fmla="*/ 26690 w 29008"/>
                  <a:gd name="connsiteY5" fmla="*/ 14471 h 29040"/>
                  <a:gd name="connsiteX6" fmla="*/ 14554 w 29008"/>
                  <a:gd name="connsiteY6" fmla="*/ 1926 h 29040"/>
                  <a:gd name="connsiteX7" fmla="*/ 2319 w 29008"/>
                  <a:gd name="connsiteY7" fmla="*/ 14471 h 29040"/>
                  <a:gd name="connsiteX8" fmla="*/ 14554 w 29008"/>
                  <a:gd name="connsiteY8" fmla="*/ 27115 h 29040"/>
                  <a:gd name="connsiteX9" fmla="*/ 26690 w 29008"/>
                  <a:gd name="connsiteY9" fmla="*/ 14471 h 29040"/>
                  <a:gd name="connsiteX10" fmla="*/ 21757 w 29008"/>
                  <a:gd name="connsiteY10" fmla="*/ 22571 h 29040"/>
                  <a:gd name="connsiteX11" fmla="*/ 19389 w 29008"/>
                  <a:gd name="connsiteY11" fmla="*/ 22571 h 29040"/>
                  <a:gd name="connsiteX12" fmla="*/ 14751 w 29008"/>
                  <a:gd name="connsiteY12" fmla="*/ 15113 h 29040"/>
                  <a:gd name="connsiteX13" fmla="*/ 11100 w 29008"/>
                  <a:gd name="connsiteY13" fmla="*/ 15113 h 29040"/>
                  <a:gd name="connsiteX14" fmla="*/ 11100 w 29008"/>
                  <a:gd name="connsiteY14" fmla="*/ 22571 h 29040"/>
                  <a:gd name="connsiteX15" fmla="*/ 9127 w 29008"/>
                  <a:gd name="connsiteY15" fmla="*/ 22571 h 29040"/>
                  <a:gd name="connsiteX16" fmla="*/ 9127 w 29008"/>
                  <a:gd name="connsiteY16" fmla="*/ 6371 h 29040"/>
                  <a:gd name="connsiteX17" fmla="*/ 16231 w 29008"/>
                  <a:gd name="connsiteY17" fmla="*/ 6371 h 29040"/>
                  <a:gd name="connsiteX18" fmla="*/ 21954 w 29008"/>
                  <a:gd name="connsiteY18" fmla="*/ 10668 h 29040"/>
                  <a:gd name="connsiteX19" fmla="*/ 16873 w 29008"/>
                  <a:gd name="connsiteY19" fmla="*/ 15113 h 29040"/>
                  <a:gd name="connsiteX20" fmla="*/ 21757 w 29008"/>
                  <a:gd name="connsiteY20" fmla="*/ 22571 h 29040"/>
                  <a:gd name="connsiteX21" fmla="*/ 14159 w 29008"/>
                  <a:gd name="connsiteY21" fmla="*/ 13533 h 29040"/>
                  <a:gd name="connsiteX22" fmla="*/ 19833 w 29008"/>
                  <a:gd name="connsiteY22" fmla="*/ 10619 h 29040"/>
                  <a:gd name="connsiteX23" fmla="*/ 15787 w 29008"/>
                  <a:gd name="connsiteY23" fmla="*/ 7803 h 29040"/>
                  <a:gd name="connsiteX24" fmla="*/ 11150 w 29008"/>
                  <a:gd name="connsiteY24" fmla="*/ 7803 h 29040"/>
                  <a:gd name="connsiteX25" fmla="*/ 11150 w 29008"/>
                  <a:gd name="connsiteY25" fmla="*/ 13533 h 29040"/>
                  <a:gd name="connsiteX26" fmla="*/ 14159 w 29008"/>
                  <a:gd name="connsiteY26" fmla="*/ 13533 h 2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9008" h="29040">
                    <a:moveTo>
                      <a:pt x="0" y="14471"/>
                    </a:moveTo>
                    <a:cubicBezTo>
                      <a:pt x="0" y="6519"/>
                      <a:pt x="6512" y="0"/>
                      <a:pt x="14554" y="0"/>
                    </a:cubicBezTo>
                    <a:cubicBezTo>
                      <a:pt x="22595" y="0"/>
                      <a:pt x="29009" y="6519"/>
                      <a:pt x="29009" y="14471"/>
                    </a:cubicBezTo>
                    <a:cubicBezTo>
                      <a:pt x="29009" y="22423"/>
                      <a:pt x="22546" y="29041"/>
                      <a:pt x="14554" y="29041"/>
                    </a:cubicBezTo>
                    <a:cubicBezTo>
                      <a:pt x="6561" y="29041"/>
                      <a:pt x="0" y="22521"/>
                      <a:pt x="0" y="14471"/>
                    </a:cubicBezTo>
                    <a:close/>
                    <a:moveTo>
                      <a:pt x="26690" y="14471"/>
                    </a:moveTo>
                    <a:cubicBezTo>
                      <a:pt x="26690" y="7408"/>
                      <a:pt x="21559" y="1926"/>
                      <a:pt x="14554" y="1926"/>
                    </a:cubicBezTo>
                    <a:cubicBezTo>
                      <a:pt x="7548" y="1926"/>
                      <a:pt x="2319" y="7458"/>
                      <a:pt x="2319" y="14471"/>
                    </a:cubicBezTo>
                    <a:cubicBezTo>
                      <a:pt x="2319" y="21484"/>
                      <a:pt x="7499" y="27115"/>
                      <a:pt x="14554" y="27115"/>
                    </a:cubicBezTo>
                    <a:cubicBezTo>
                      <a:pt x="21609" y="27115"/>
                      <a:pt x="26690" y="21583"/>
                      <a:pt x="26690" y="14471"/>
                    </a:cubicBezTo>
                    <a:close/>
                    <a:moveTo>
                      <a:pt x="21757" y="22571"/>
                    </a:moveTo>
                    <a:lnTo>
                      <a:pt x="19389" y="22571"/>
                    </a:lnTo>
                    <a:lnTo>
                      <a:pt x="14751" y="15113"/>
                    </a:lnTo>
                    <a:lnTo>
                      <a:pt x="11100" y="15113"/>
                    </a:lnTo>
                    <a:lnTo>
                      <a:pt x="11100" y="22571"/>
                    </a:lnTo>
                    <a:lnTo>
                      <a:pt x="9127" y="22571"/>
                    </a:lnTo>
                    <a:lnTo>
                      <a:pt x="9127" y="6371"/>
                    </a:lnTo>
                    <a:lnTo>
                      <a:pt x="16231" y="6371"/>
                    </a:lnTo>
                    <a:cubicBezTo>
                      <a:pt x="20523" y="6371"/>
                      <a:pt x="21954" y="8001"/>
                      <a:pt x="21954" y="10668"/>
                    </a:cubicBezTo>
                    <a:cubicBezTo>
                      <a:pt x="21954" y="13829"/>
                      <a:pt x="19734" y="15014"/>
                      <a:pt x="16873" y="15113"/>
                    </a:cubicBezTo>
                    <a:lnTo>
                      <a:pt x="21757" y="22571"/>
                    </a:lnTo>
                    <a:close/>
                    <a:moveTo>
                      <a:pt x="14159" y="13533"/>
                    </a:moveTo>
                    <a:cubicBezTo>
                      <a:pt x="16478" y="13533"/>
                      <a:pt x="19833" y="13928"/>
                      <a:pt x="19833" y="10619"/>
                    </a:cubicBezTo>
                    <a:cubicBezTo>
                      <a:pt x="19833" y="8100"/>
                      <a:pt x="17761" y="7803"/>
                      <a:pt x="15787" y="7803"/>
                    </a:cubicBezTo>
                    <a:lnTo>
                      <a:pt x="11150" y="7803"/>
                    </a:lnTo>
                    <a:lnTo>
                      <a:pt x="11150" y="13533"/>
                    </a:lnTo>
                    <a:lnTo>
                      <a:pt x="14159" y="13533"/>
                    </a:lnTo>
                    <a:close/>
                  </a:path>
                </a:pathLst>
              </a:custGeom>
              <a:solidFill>
                <a:srgbClr val="28509C"/>
              </a:solidFill>
              <a:ln w="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87CA13A-B6F1-AFB4-39CE-31EDB81E69FE}"/>
                </a:ext>
              </a:extLst>
            </p:cNvPr>
            <p:cNvSpPr/>
            <p:nvPr/>
          </p:nvSpPr>
          <p:spPr>
            <a:xfrm>
              <a:off x="10494136" y="6268077"/>
              <a:ext cx="48101" cy="28102"/>
            </a:xfrm>
            <a:custGeom>
              <a:avLst/>
              <a:gdLst>
                <a:gd name="connsiteX0" fmla="*/ 10459 w 48101"/>
                <a:gd name="connsiteY0" fmla="*/ 3013 h 28102"/>
                <a:gd name="connsiteX1" fmla="*/ 6463 w 48101"/>
                <a:gd name="connsiteY1" fmla="*/ 5285 h 28102"/>
                <a:gd name="connsiteX2" fmla="*/ 2960 w 48101"/>
                <a:gd name="connsiteY2" fmla="*/ 7952 h 28102"/>
                <a:gd name="connsiteX3" fmla="*/ 1875 w 48101"/>
                <a:gd name="connsiteY3" fmla="*/ 10372 h 28102"/>
                <a:gd name="connsiteX4" fmla="*/ 444 w 48101"/>
                <a:gd name="connsiteY4" fmla="*/ 12446 h 28102"/>
                <a:gd name="connsiteX5" fmla="*/ 99 w 48101"/>
                <a:gd name="connsiteY5" fmla="*/ 13187 h 28102"/>
                <a:gd name="connsiteX6" fmla="*/ 0 w 48101"/>
                <a:gd name="connsiteY6" fmla="*/ 13928 h 28102"/>
                <a:gd name="connsiteX7" fmla="*/ 197 w 48101"/>
                <a:gd name="connsiteY7" fmla="*/ 14767 h 28102"/>
                <a:gd name="connsiteX8" fmla="*/ 1529 w 48101"/>
                <a:gd name="connsiteY8" fmla="*/ 18422 h 28102"/>
                <a:gd name="connsiteX9" fmla="*/ 3848 w 48101"/>
                <a:gd name="connsiteY9" fmla="*/ 19854 h 28102"/>
                <a:gd name="connsiteX10" fmla="*/ 6512 w 48101"/>
                <a:gd name="connsiteY10" fmla="*/ 22867 h 28102"/>
                <a:gd name="connsiteX11" fmla="*/ 8436 w 48101"/>
                <a:gd name="connsiteY11" fmla="*/ 24695 h 28102"/>
                <a:gd name="connsiteX12" fmla="*/ 11199 w 48101"/>
                <a:gd name="connsiteY12" fmla="*/ 26028 h 28102"/>
                <a:gd name="connsiteX13" fmla="*/ 13962 w 48101"/>
                <a:gd name="connsiteY13" fmla="*/ 26868 h 28102"/>
                <a:gd name="connsiteX14" fmla="*/ 17859 w 48101"/>
                <a:gd name="connsiteY14" fmla="*/ 26868 h 28102"/>
                <a:gd name="connsiteX15" fmla="*/ 20425 w 48101"/>
                <a:gd name="connsiteY15" fmla="*/ 27362 h 28102"/>
                <a:gd name="connsiteX16" fmla="*/ 23187 w 48101"/>
                <a:gd name="connsiteY16" fmla="*/ 27609 h 28102"/>
                <a:gd name="connsiteX17" fmla="*/ 26937 w 48101"/>
                <a:gd name="connsiteY17" fmla="*/ 27855 h 28102"/>
                <a:gd name="connsiteX18" fmla="*/ 30538 w 48101"/>
                <a:gd name="connsiteY18" fmla="*/ 28102 h 28102"/>
                <a:gd name="connsiteX19" fmla="*/ 35028 w 48101"/>
                <a:gd name="connsiteY19" fmla="*/ 27757 h 28102"/>
                <a:gd name="connsiteX20" fmla="*/ 38432 w 48101"/>
                <a:gd name="connsiteY20" fmla="*/ 26769 h 28102"/>
                <a:gd name="connsiteX21" fmla="*/ 42527 w 48101"/>
                <a:gd name="connsiteY21" fmla="*/ 25090 h 28102"/>
                <a:gd name="connsiteX22" fmla="*/ 44352 w 48101"/>
                <a:gd name="connsiteY22" fmla="*/ 23015 h 28102"/>
                <a:gd name="connsiteX23" fmla="*/ 46424 w 48101"/>
                <a:gd name="connsiteY23" fmla="*/ 21089 h 28102"/>
                <a:gd name="connsiteX24" fmla="*/ 48101 w 48101"/>
                <a:gd name="connsiteY24" fmla="*/ 18422 h 28102"/>
                <a:gd name="connsiteX25" fmla="*/ 48003 w 48101"/>
                <a:gd name="connsiteY25" fmla="*/ 15656 h 28102"/>
                <a:gd name="connsiteX26" fmla="*/ 47263 w 48101"/>
                <a:gd name="connsiteY26" fmla="*/ 11656 h 28102"/>
                <a:gd name="connsiteX27" fmla="*/ 42921 w 48101"/>
                <a:gd name="connsiteY27" fmla="*/ 5334 h 28102"/>
                <a:gd name="connsiteX28" fmla="*/ 39073 w 48101"/>
                <a:gd name="connsiteY28" fmla="*/ 2420 h 28102"/>
                <a:gd name="connsiteX29" fmla="*/ 37149 w 48101"/>
                <a:gd name="connsiteY29" fmla="*/ 1482 h 28102"/>
                <a:gd name="connsiteX30" fmla="*/ 35718 w 48101"/>
                <a:gd name="connsiteY30" fmla="*/ 938 h 28102"/>
                <a:gd name="connsiteX31" fmla="*/ 34337 w 48101"/>
                <a:gd name="connsiteY31" fmla="*/ 741 h 28102"/>
                <a:gd name="connsiteX32" fmla="*/ 29848 w 48101"/>
                <a:gd name="connsiteY32" fmla="*/ 1087 h 28102"/>
                <a:gd name="connsiteX33" fmla="*/ 25358 w 48101"/>
                <a:gd name="connsiteY33" fmla="*/ 346 h 28102"/>
                <a:gd name="connsiteX34" fmla="*/ 23187 w 48101"/>
                <a:gd name="connsiteY34" fmla="*/ 0 h 28102"/>
                <a:gd name="connsiteX35" fmla="*/ 20425 w 48101"/>
                <a:gd name="connsiteY35" fmla="*/ 593 h 28102"/>
                <a:gd name="connsiteX36" fmla="*/ 16774 w 48101"/>
                <a:gd name="connsiteY36" fmla="*/ 1087 h 28102"/>
                <a:gd name="connsiteX37" fmla="*/ 14455 w 48101"/>
                <a:gd name="connsiteY37" fmla="*/ 1926 h 28102"/>
                <a:gd name="connsiteX38" fmla="*/ 10459 w 48101"/>
                <a:gd name="connsiteY38" fmla="*/ 3013 h 2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8101" h="28102">
                  <a:moveTo>
                    <a:pt x="10459" y="3013"/>
                  </a:moveTo>
                  <a:lnTo>
                    <a:pt x="6463" y="5285"/>
                  </a:lnTo>
                  <a:lnTo>
                    <a:pt x="2960" y="7952"/>
                  </a:lnTo>
                  <a:lnTo>
                    <a:pt x="1875" y="10372"/>
                  </a:lnTo>
                  <a:lnTo>
                    <a:pt x="444" y="12446"/>
                  </a:lnTo>
                  <a:lnTo>
                    <a:pt x="99" y="13187"/>
                  </a:lnTo>
                  <a:lnTo>
                    <a:pt x="0" y="13928"/>
                  </a:lnTo>
                  <a:lnTo>
                    <a:pt x="197" y="14767"/>
                  </a:lnTo>
                  <a:lnTo>
                    <a:pt x="1529" y="18422"/>
                  </a:lnTo>
                  <a:lnTo>
                    <a:pt x="3848" y="19854"/>
                  </a:lnTo>
                  <a:lnTo>
                    <a:pt x="6512" y="22867"/>
                  </a:lnTo>
                  <a:lnTo>
                    <a:pt x="8436" y="24695"/>
                  </a:lnTo>
                  <a:lnTo>
                    <a:pt x="11199" y="26028"/>
                  </a:lnTo>
                  <a:lnTo>
                    <a:pt x="13962" y="26868"/>
                  </a:lnTo>
                  <a:lnTo>
                    <a:pt x="17859" y="26868"/>
                  </a:lnTo>
                  <a:lnTo>
                    <a:pt x="20425" y="27362"/>
                  </a:lnTo>
                  <a:lnTo>
                    <a:pt x="23187" y="27609"/>
                  </a:lnTo>
                  <a:lnTo>
                    <a:pt x="26937" y="27855"/>
                  </a:lnTo>
                  <a:lnTo>
                    <a:pt x="30538" y="28102"/>
                  </a:lnTo>
                  <a:lnTo>
                    <a:pt x="35028" y="27757"/>
                  </a:lnTo>
                  <a:lnTo>
                    <a:pt x="38432" y="26769"/>
                  </a:lnTo>
                  <a:lnTo>
                    <a:pt x="42527" y="25090"/>
                  </a:lnTo>
                  <a:lnTo>
                    <a:pt x="44352" y="23015"/>
                  </a:lnTo>
                  <a:lnTo>
                    <a:pt x="46424" y="21089"/>
                  </a:lnTo>
                  <a:lnTo>
                    <a:pt x="48101" y="18422"/>
                  </a:lnTo>
                  <a:lnTo>
                    <a:pt x="48003" y="15656"/>
                  </a:lnTo>
                  <a:lnTo>
                    <a:pt x="47263" y="11656"/>
                  </a:lnTo>
                  <a:lnTo>
                    <a:pt x="42921" y="5334"/>
                  </a:lnTo>
                  <a:lnTo>
                    <a:pt x="39073" y="2420"/>
                  </a:lnTo>
                  <a:lnTo>
                    <a:pt x="37149" y="1482"/>
                  </a:lnTo>
                  <a:lnTo>
                    <a:pt x="35718" y="938"/>
                  </a:lnTo>
                  <a:lnTo>
                    <a:pt x="34337" y="741"/>
                  </a:lnTo>
                  <a:lnTo>
                    <a:pt x="29848" y="1087"/>
                  </a:lnTo>
                  <a:lnTo>
                    <a:pt x="25358" y="346"/>
                  </a:lnTo>
                  <a:lnTo>
                    <a:pt x="23187" y="0"/>
                  </a:lnTo>
                  <a:lnTo>
                    <a:pt x="20425" y="593"/>
                  </a:lnTo>
                  <a:lnTo>
                    <a:pt x="16774" y="1087"/>
                  </a:lnTo>
                  <a:lnTo>
                    <a:pt x="14455" y="1926"/>
                  </a:lnTo>
                  <a:lnTo>
                    <a:pt x="10459" y="3013"/>
                  </a:lnTo>
                </a:path>
              </a:pathLst>
            </a:custGeom>
            <a:solidFill>
              <a:srgbClr val="F26531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707F325-E963-B9B1-F39C-4C3116963019}"/>
                </a:ext>
              </a:extLst>
            </p:cNvPr>
            <p:cNvSpPr/>
            <p:nvPr/>
          </p:nvSpPr>
          <p:spPr>
            <a:xfrm>
              <a:off x="10498034" y="6337123"/>
              <a:ext cx="41046" cy="10914"/>
            </a:xfrm>
            <a:custGeom>
              <a:avLst/>
              <a:gdLst>
                <a:gd name="connsiteX0" fmla="*/ 839 w 41046"/>
                <a:gd name="connsiteY0" fmla="*/ 247 h 10914"/>
                <a:gd name="connsiteX1" fmla="*/ 22398 w 41046"/>
                <a:gd name="connsiteY1" fmla="*/ 741 h 10914"/>
                <a:gd name="connsiteX2" fmla="*/ 25605 w 41046"/>
                <a:gd name="connsiteY2" fmla="*/ 99 h 10914"/>
                <a:gd name="connsiteX3" fmla="*/ 29749 w 41046"/>
                <a:gd name="connsiteY3" fmla="*/ 0 h 10914"/>
                <a:gd name="connsiteX4" fmla="*/ 33893 w 41046"/>
                <a:gd name="connsiteY4" fmla="*/ 445 h 10914"/>
                <a:gd name="connsiteX5" fmla="*/ 37050 w 41046"/>
                <a:gd name="connsiteY5" fmla="*/ 1334 h 10914"/>
                <a:gd name="connsiteX6" fmla="*/ 39468 w 41046"/>
                <a:gd name="connsiteY6" fmla="*/ 2963 h 10914"/>
                <a:gd name="connsiteX7" fmla="*/ 40356 w 41046"/>
                <a:gd name="connsiteY7" fmla="*/ 4099 h 10914"/>
                <a:gd name="connsiteX8" fmla="*/ 40899 w 41046"/>
                <a:gd name="connsiteY8" fmla="*/ 5285 h 10914"/>
                <a:gd name="connsiteX9" fmla="*/ 41047 w 41046"/>
                <a:gd name="connsiteY9" fmla="*/ 6569 h 10914"/>
                <a:gd name="connsiteX10" fmla="*/ 40652 w 41046"/>
                <a:gd name="connsiteY10" fmla="*/ 7902 h 10914"/>
                <a:gd name="connsiteX11" fmla="*/ 39715 w 41046"/>
                <a:gd name="connsiteY11" fmla="*/ 9186 h 10914"/>
                <a:gd name="connsiteX12" fmla="*/ 38037 w 41046"/>
                <a:gd name="connsiteY12" fmla="*/ 10421 h 10914"/>
                <a:gd name="connsiteX13" fmla="*/ 35570 w 41046"/>
                <a:gd name="connsiteY13" fmla="*/ 10915 h 10914"/>
                <a:gd name="connsiteX14" fmla="*/ 31180 w 41046"/>
                <a:gd name="connsiteY14" fmla="*/ 10915 h 10914"/>
                <a:gd name="connsiteX15" fmla="*/ 19339 w 41046"/>
                <a:gd name="connsiteY15" fmla="*/ 10026 h 10914"/>
                <a:gd name="connsiteX16" fmla="*/ 1283 w 41046"/>
                <a:gd name="connsiteY16" fmla="*/ 7952 h 10914"/>
                <a:gd name="connsiteX17" fmla="*/ 592 w 41046"/>
                <a:gd name="connsiteY17" fmla="*/ 7655 h 10914"/>
                <a:gd name="connsiteX18" fmla="*/ 197 w 41046"/>
                <a:gd name="connsiteY18" fmla="*/ 6964 h 10914"/>
                <a:gd name="connsiteX19" fmla="*/ 0 w 41046"/>
                <a:gd name="connsiteY19" fmla="*/ 4741 h 10914"/>
                <a:gd name="connsiteX20" fmla="*/ 839 w 41046"/>
                <a:gd name="connsiteY20" fmla="*/ 247 h 1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1046" h="10914">
                  <a:moveTo>
                    <a:pt x="839" y="247"/>
                  </a:moveTo>
                  <a:lnTo>
                    <a:pt x="22398" y="741"/>
                  </a:lnTo>
                  <a:lnTo>
                    <a:pt x="25605" y="99"/>
                  </a:lnTo>
                  <a:lnTo>
                    <a:pt x="29749" y="0"/>
                  </a:lnTo>
                  <a:lnTo>
                    <a:pt x="33893" y="445"/>
                  </a:lnTo>
                  <a:lnTo>
                    <a:pt x="37050" y="1334"/>
                  </a:lnTo>
                  <a:lnTo>
                    <a:pt x="39468" y="2963"/>
                  </a:lnTo>
                  <a:lnTo>
                    <a:pt x="40356" y="4099"/>
                  </a:lnTo>
                  <a:lnTo>
                    <a:pt x="40899" y="5285"/>
                  </a:lnTo>
                  <a:lnTo>
                    <a:pt x="41047" y="6569"/>
                  </a:lnTo>
                  <a:lnTo>
                    <a:pt x="40652" y="7902"/>
                  </a:lnTo>
                  <a:lnTo>
                    <a:pt x="39715" y="9186"/>
                  </a:lnTo>
                  <a:lnTo>
                    <a:pt x="38037" y="10421"/>
                  </a:lnTo>
                  <a:lnTo>
                    <a:pt x="35570" y="10915"/>
                  </a:lnTo>
                  <a:lnTo>
                    <a:pt x="31180" y="10915"/>
                  </a:lnTo>
                  <a:lnTo>
                    <a:pt x="19339" y="10026"/>
                  </a:lnTo>
                  <a:lnTo>
                    <a:pt x="1283" y="7952"/>
                  </a:lnTo>
                  <a:lnTo>
                    <a:pt x="592" y="7655"/>
                  </a:lnTo>
                  <a:lnTo>
                    <a:pt x="197" y="6964"/>
                  </a:lnTo>
                  <a:lnTo>
                    <a:pt x="0" y="4741"/>
                  </a:lnTo>
                  <a:lnTo>
                    <a:pt x="839" y="247"/>
                  </a:lnTo>
                </a:path>
              </a:pathLst>
            </a:custGeom>
            <a:solidFill>
              <a:srgbClr val="ED1849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9BD6235-E686-4B57-AC13-D5E8803DF8A2}"/>
                </a:ext>
              </a:extLst>
            </p:cNvPr>
            <p:cNvSpPr/>
            <p:nvPr/>
          </p:nvSpPr>
          <p:spPr>
            <a:xfrm>
              <a:off x="10500106" y="6357274"/>
              <a:ext cx="39566" cy="10717"/>
            </a:xfrm>
            <a:custGeom>
              <a:avLst/>
              <a:gdLst>
                <a:gd name="connsiteX0" fmla="*/ 4835 w 39566"/>
                <a:gd name="connsiteY0" fmla="*/ 0 h 10717"/>
                <a:gd name="connsiteX1" fmla="*/ 6710 w 39566"/>
                <a:gd name="connsiteY1" fmla="*/ 1136 h 10717"/>
                <a:gd name="connsiteX2" fmla="*/ 7894 w 39566"/>
                <a:gd name="connsiteY2" fmla="*/ 1827 h 10717"/>
                <a:gd name="connsiteX3" fmla="*/ 9226 w 39566"/>
                <a:gd name="connsiteY3" fmla="*/ 2173 h 10717"/>
                <a:gd name="connsiteX4" fmla="*/ 10163 w 39566"/>
                <a:gd name="connsiteY4" fmla="*/ 1976 h 10717"/>
                <a:gd name="connsiteX5" fmla="*/ 11248 w 39566"/>
                <a:gd name="connsiteY5" fmla="*/ 1482 h 10717"/>
                <a:gd name="connsiteX6" fmla="*/ 12334 w 39566"/>
                <a:gd name="connsiteY6" fmla="*/ 938 h 10717"/>
                <a:gd name="connsiteX7" fmla="*/ 13419 w 39566"/>
                <a:gd name="connsiteY7" fmla="*/ 691 h 10717"/>
                <a:gd name="connsiteX8" fmla="*/ 15294 w 39566"/>
                <a:gd name="connsiteY8" fmla="*/ 1383 h 10717"/>
                <a:gd name="connsiteX9" fmla="*/ 17317 w 39566"/>
                <a:gd name="connsiteY9" fmla="*/ 2074 h 10717"/>
                <a:gd name="connsiteX10" fmla="*/ 18994 w 39566"/>
                <a:gd name="connsiteY10" fmla="*/ 1531 h 10717"/>
                <a:gd name="connsiteX11" fmla="*/ 20721 w 39566"/>
                <a:gd name="connsiteY11" fmla="*/ 1037 h 10717"/>
                <a:gd name="connsiteX12" fmla="*/ 22743 w 39566"/>
                <a:gd name="connsiteY12" fmla="*/ 1778 h 10717"/>
                <a:gd name="connsiteX13" fmla="*/ 23730 w 39566"/>
                <a:gd name="connsiteY13" fmla="*/ 2173 h 10717"/>
                <a:gd name="connsiteX14" fmla="*/ 24717 w 39566"/>
                <a:gd name="connsiteY14" fmla="*/ 2173 h 10717"/>
                <a:gd name="connsiteX15" fmla="*/ 30982 w 39566"/>
                <a:gd name="connsiteY15" fmla="*/ 1334 h 10717"/>
                <a:gd name="connsiteX16" fmla="*/ 35768 w 39566"/>
                <a:gd name="connsiteY16" fmla="*/ 2124 h 10717"/>
                <a:gd name="connsiteX17" fmla="*/ 36064 w 39566"/>
                <a:gd name="connsiteY17" fmla="*/ 2321 h 10717"/>
                <a:gd name="connsiteX18" fmla="*/ 36212 w 39566"/>
                <a:gd name="connsiteY18" fmla="*/ 2568 h 10717"/>
                <a:gd name="connsiteX19" fmla="*/ 36064 w 39566"/>
                <a:gd name="connsiteY19" fmla="*/ 3161 h 10717"/>
                <a:gd name="connsiteX20" fmla="*/ 35866 w 39566"/>
                <a:gd name="connsiteY20" fmla="*/ 3803 h 10717"/>
                <a:gd name="connsiteX21" fmla="*/ 36064 w 39566"/>
                <a:gd name="connsiteY21" fmla="*/ 4396 h 10717"/>
                <a:gd name="connsiteX22" fmla="*/ 37248 w 39566"/>
                <a:gd name="connsiteY22" fmla="*/ 5087 h 10717"/>
                <a:gd name="connsiteX23" fmla="*/ 38580 w 39566"/>
                <a:gd name="connsiteY23" fmla="*/ 5630 h 10717"/>
                <a:gd name="connsiteX24" fmla="*/ 39123 w 39566"/>
                <a:gd name="connsiteY24" fmla="*/ 6025 h 10717"/>
                <a:gd name="connsiteX25" fmla="*/ 39468 w 39566"/>
                <a:gd name="connsiteY25" fmla="*/ 6618 h 10717"/>
                <a:gd name="connsiteX26" fmla="*/ 39567 w 39566"/>
                <a:gd name="connsiteY26" fmla="*/ 7507 h 10717"/>
                <a:gd name="connsiteX27" fmla="*/ 39320 w 39566"/>
                <a:gd name="connsiteY27" fmla="*/ 8742 h 10717"/>
                <a:gd name="connsiteX28" fmla="*/ 38925 w 39566"/>
                <a:gd name="connsiteY28" fmla="*/ 9335 h 10717"/>
                <a:gd name="connsiteX29" fmla="*/ 38037 w 39566"/>
                <a:gd name="connsiteY29" fmla="*/ 9828 h 10717"/>
                <a:gd name="connsiteX30" fmla="*/ 35324 w 39566"/>
                <a:gd name="connsiteY30" fmla="*/ 10421 h 10717"/>
                <a:gd name="connsiteX31" fmla="*/ 26739 w 39566"/>
                <a:gd name="connsiteY31" fmla="*/ 10717 h 10717"/>
                <a:gd name="connsiteX32" fmla="*/ 14455 w 39566"/>
                <a:gd name="connsiteY32" fmla="*/ 9137 h 10717"/>
                <a:gd name="connsiteX33" fmla="*/ 3799 w 39566"/>
                <a:gd name="connsiteY33" fmla="*/ 7161 h 10717"/>
                <a:gd name="connsiteX34" fmla="*/ 2220 w 39566"/>
                <a:gd name="connsiteY34" fmla="*/ 6519 h 10717"/>
                <a:gd name="connsiteX35" fmla="*/ 1036 w 39566"/>
                <a:gd name="connsiteY35" fmla="*/ 5087 h 10717"/>
                <a:gd name="connsiteX36" fmla="*/ 247 w 39566"/>
                <a:gd name="connsiteY36" fmla="*/ 3408 h 10717"/>
                <a:gd name="connsiteX37" fmla="*/ 0 w 39566"/>
                <a:gd name="connsiteY37" fmla="*/ 1926 h 10717"/>
                <a:gd name="connsiteX38" fmla="*/ 4835 w 39566"/>
                <a:gd name="connsiteY38" fmla="*/ 0 h 10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9566" h="10717">
                  <a:moveTo>
                    <a:pt x="4835" y="0"/>
                  </a:moveTo>
                  <a:lnTo>
                    <a:pt x="6710" y="1136"/>
                  </a:lnTo>
                  <a:lnTo>
                    <a:pt x="7894" y="1827"/>
                  </a:lnTo>
                  <a:lnTo>
                    <a:pt x="9226" y="2173"/>
                  </a:lnTo>
                  <a:lnTo>
                    <a:pt x="10163" y="1976"/>
                  </a:lnTo>
                  <a:lnTo>
                    <a:pt x="11248" y="1482"/>
                  </a:lnTo>
                  <a:lnTo>
                    <a:pt x="12334" y="938"/>
                  </a:lnTo>
                  <a:lnTo>
                    <a:pt x="13419" y="691"/>
                  </a:lnTo>
                  <a:lnTo>
                    <a:pt x="15294" y="1383"/>
                  </a:lnTo>
                  <a:lnTo>
                    <a:pt x="17317" y="2074"/>
                  </a:lnTo>
                  <a:lnTo>
                    <a:pt x="18994" y="1531"/>
                  </a:lnTo>
                  <a:lnTo>
                    <a:pt x="20721" y="1037"/>
                  </a:lnTo>
                  <a:lnTo>
                    <a:pt x="22743" y="1778"/>
                  </a:lnTo>
                  <a:lnTo>
                    <a:pt x="23730" y="2173"/>
                  </a:lnTo>
                  <a:lnTo>
                    <a:pt x="24717" y="2173"/>
                  </a:lnTo>
                  <a:lnTo>
                    <a:pt x="30982" y="1334"/>
                  </a:lnTo>
                  <a:lnTo>
                    <a:pt x="35768" y="2124"/>
                  </a:lnTo>
                  <a:lnTo>
                    <a:pt x="36064" y="2321"/>
                  </a:lnTo>
                  <a:lnTo>
                    <a:pt x="36212" y="2568"/>
                  </a:lnTo>
                  <a:lnTo>
                    <a:pt x="36064" y="3161"/>
                  </a:lnTo>
                  <a:lnTo>
                    <a:pt x="35866" y="3803"/>
                  </a:lnTo>
                  <a:lnTo>
                    <a:pt x="36064" y="4396"/>
                  </a:lnTo>
                  <a:lnTo>
                    <a:pt x="37248" y="5087"/>
                  </a:lnTo>
                  <a:lnTo>
                    <a:pt x="38580" y="5630"/>
                  </a:lnTo>
                  <a:lnTo>
                    <a:pt x="39123" y="6025"/>
                  </a:lnTo>
                  <a:lnTo>
                    <a:pt x="39468" y="6618"/>
                  </a:lnTo>
                  <a:lnTo>
                    <a:pt x="39567" y="7507"/>
                  </a:lnTo>
                  <a:lnTo>
                    <a:pt x="39320" y="8742"/>
                  </a:lnTo>
                  <a:lnTo>
                    <a:pt x="38925" y="9335"/>
                  </a:lnTo>
                  <a:lnTo>
                    <a:pt x="38037" y="9828"/>
                  </a:lnTo>
                  <a:lnTo>
                    <a:pt x="35324" y="10421"/>
                  </a:lnTo>
                  <a:lnTo>
                    <a:pt x="26739" y="10717"/>
                  </a:lnTo>
                  <a:lnTo>
                    <a:pt x="14455" y="9137"/>
                  </a:lnTo>
                  <a:lnTo>
                    <a:pt x="3799" y="7161"/>
                  </a:lnTo>
                  <a:lnTo>
                    <a:pt x="2220" y="6519"/>
                  </a:lnTo>
                  <a:lnTo>
                    <a:pt x="1036" y="5087"/>
                  </a:lnTo>
                  <a:lnTo>
                    <a:pt x="247" y="3408"/>
                  </a:lnTo>
                  <a:lnTo>
                    <a:pt x="0" y="1926"/>
                  </a:lnTo>
                  <a:lnTo>
                    <a:pt x="4835" y="0"/>
                  </a:lnTo>
                </a:path>
              </a:pathLst>
            </a:custGeom>
            <a:solidFill>
              <a:srgbClr val="ED037C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B99537D-E809-26C6-B672-BF5B6BF5FCD9}"/>
                </a:ext>
              </a:extLst>
            </p:cNvPr>
            <p:cNvSpPr/>
            <p:nvPr/>
          </p:nvSpPr>
          <p:spPr>
            <a:xfrm>
              <a:off x="10498182" y="6368880"/>
              <a:ext cx="40947" cy="11655"/>
            </a:xfrm>
            <a:custGeom>
              <a:avLst/>
              <a:gdLst>
                <a:gd name="connsiteX0" fmla="*/ 3848 w 40947"/>
                <a:gd name="connsiteY0" fmla="*/ 0 h 11655"/>
                <a:gd name="connsiteX1" fmla="*/ 7154 w 40947"/>
                <a:gd name="connsiteY1" fmla="*/ 1284 h 11655"/>
                <a:gd name="connsiteX2" fmla="*/ 8782 w 40947"/>
                <a:gd name="connsiteY2" fmla="*/ 1877 h 11655"/>
                <a:gd name="connsiteX3" fmla="*/ 10410 w 40947"/>
                <a:gd name="connsiteY3" fmla="*/ 1827 h 11655"/>
                <a:gd name="connsiteX4" fmla="*/ 25062 w 40947"/>
                <a:gd name="connsiteY4" fmla="*/ 1136 h 11655"/>
                <a:gd name="connsiteX5" fmla="*/ 30933 w 40947"/>
                <a:gd name="connsiteY5" fmla="*/ 1679 h 11655"/>
                <a:gd name="connsiteX6" fmla="*/ 35521 w 40947"/>
                <a:gd name="connsiteY6" fmla="*/ 2815 h 11655"/>
                <a:gd name="connsiteX7" fmla="*/ 37593 w 40947"/>
                <a:gd name="connsiteY7" fmla="*/ 3358 h 11655"/>
                <a:gd name="connsiteX8" fmla="*/ 38777 w 40947"/>
                <a:gd name="connsiteY8" fmla="*/ 3852 h 11655"/>
                <a:gd name="connsiteX9" fmla="*/ 39715 w 40947"/>
                <a:gd name="connsiteY9" fmla="*/ 4544 h 11655"/>
                <a:gd name="connsiteX10" fmla="*/ 40751 w 40947"/>
                <a:gd name="connsiteY10" fmla="*/ 6371 h 11655"/>
                <a:gd name="connsiteX11" fmla="*/ 40948 w 40947"/>
                <a:gd name="connsiteY11" fmla="*/ 8149 h 11655"/>
                <a:gd name="connsiteX12" fmla="*/ 40504 w 40947"/>
                <a:gd name="connsiteY12" fmla="*/ 9680 h 11655"/>
                <a:gd name="connsiteX13" fmla="*/ 39715 w 40947"/>
                <a:gd name="connsiteY13" fmla="*/ 10668 h 11655"/>
                <a:gd name="connsiteX14" fmla="*/ 39715 w 40947"/>
                <a:gd name="connsiteY14" fmla="*/ 11656 h 11655"/>
                <a:gd name="connsiteX15" fmla="*/ 25358 w 40947"/>
                <a:gd name="connsiteY15" fmla="*/ 11606 h 11655"/>
                <a:gd name="connsiteX16" fmla="*/ 20573 w 40947"/>
                <a:gd name="connsiteY16" fmla="*/ 11656 h 11655"/>
                <a:gd name="connsiteX17" fmla="*/ 15837 w 40947"/>
                <a:gd name="connsiteY17" fmla="*/ 11261 h 11655"/>
                <a:gd name="connsiteX18" fmla="*/ 11100 w 40947"/>
                <a:gd name="connsiteY18" fmla="*/ 10421 h 11655"/>
                <a:gd name="connsiteX19" fmla="*/ 6858 w 40947"/>
                <a:gd name="connsiteY19" fmla="*/ 9730 h 11655"/>
                <a:gd name="connsiteX20" fmla="*/ 3799 w 40947"/>
                <a:gd name="connsiteY20" fmla="*/ 9236 h 11655"/>
                <a:gd name="connsiteX21" fmla="*/ 2565 w 40947"/>
                <a:gd name="connsiteY21" fmla="*/ 8939 h 11655"/>
                <a:gd name="connsiteX22" fmla="*/ 1727 w 40947"/>
                <a:gd name="connsiteY22" fmla="*/ 8149 h 11655"/>
                <a:gd name="connsiteX23" fmla="*/ 543 w 40947"/>
                <a:gd name="connsiteY23" fmla="*/ 5630 h 11655"/>
                <a:gd name="connsiteX24" fmla="*/ 0 w 40947"/>
                <a:gd name="connsiteY24" fmla="*/ 2914 h 11655"/>
                <a:gd name="connsiteX25" fmla="*/ 3848 w 40947"/>
                <a:gd name="connsiteY25" fmla="*/ 0 h 11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947" h="11655">
                  <a:moveTo>
                    <a:pt x="3848" y="0"/>
                  </a:moveTo>
                  <a:lnTo>
                    <a:pt x="7154" y="1284"/>
                  </a:lnTo>
                  <a:lnTo>
                    <a:pt x="8782" y="1877"/>
                  </a:lnTo>
                  <a:lnTo>
                    <a:pt x="10410" y="1827"/>
                  </a:lnTo>
                  <a:lnTo>
                    <a:pt x="25062" y="1136"/>
                  </a:lnTo>
                  <a:lnTo>
                    <a:pt x="30933" y="1679"/>
                  </a:lnTo>
                  <a:lnTo>
                    <a:pt x="35521" y="2815"/>
                  </a:lnTo>
                  <a:lnTo>
                    <a:pt x="37593" y="3358"/>
                  </a:lnTo>
                  <a:lnTo>
                    <a:pt x="38777" y="3852"/>
                  </a:lnTo>
                  <a:lnTo>
                    <a:pt x="39715" y="4544"/>
                  </a:lnTo>
                  <a:lnTo>
                    <a:pt x="40751" y="6371"/>
                  </a:lnTo>
                  <a:lnTo>
                    <a:pt x="40948" y="8149"/>
                  </a:lnTo>
                  <a:lnTo>
                    <a:pt x="40504" y="9680"/>
                  </a:lnTo>
                  <a:lnTo>
                    <a:pt x="39715" y="10668"/>
                  </a:lnTo>
                  <a:lnTo>
                    <a:pt x="39715" y="11656"/>
                  </a:lnTo>
                  <a:lnTo>
                    <a:pt x="25358" y="11606"/>
                  </a:lnTo>
                  <a:lnTo>
                    <a:pt x="20573" y="11656"/>
                  </a:lnTo>
                  <a:lnTo>
                    <a:pt x="15837" y="11261"/>
                  </a:lnTo>
                  <a:lnTo>
                    <a:pt x="11100" y="10421"/>
                  </a:lnTo>
                  <a:lnTo>
                    <a:pt x="6858" y="9730"/>
                  </a:lnTo>
                  <a:lnTo>
                    <a:pt x="3799" y="9236"/>
                  </a:lnTo>
                  <a:lnTo>
                    <a:pt x="2565" y="8939"/>
                  </a:lnTo>
                  <a:lnTo>
                    <a:pt x="1727" y="8149"/>
                  </a:lnTo>
                  <a:lnTo>
                    <a:pt x="543" y="5630"/>
                  </a:lnTo>
                  <a:lnTo>
                    <a:pt x="0" y="2914"/>
                  </a:lnTo>
                  <a:lnTo>
                    <a:pt x="3848" y="0"/>
                  </a:lnTo>
                </a:path>
              </a:pathLst>
            </a:custGeom>
            <a:solidFill>
              <a:srgbClr val="ED037C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B993987-86E8-DA22-1D3E-0012CDF8491C}"/>
                </a:ext>
              </a:extLst>
            </p:cNvPr>
            <p:cNvSpPr/>
            <p:nvPr/>
          </p:nvSpPr>
          <p:spPr>
            <a:xfrm>
              <a:off x="10498231" y="6386018"/>
              <a:ext cx="41638" cy="19113"/>
            </a:xfrm>
            <a:custGeom>
              <a:avLst/>
              <a:gdLst>
                <a:gd name="connsiteX0" fmla="*/ 4884 w 41638"/>
                <a:gd name="connsiteY0" fmla="*/ 0 h 19113"/>
                <a:gd name="connsiteX1" fmla="*/ 11396 w 41638"/>
                <a:gd name="connsiteY1" fmla="*/ 840 h 19113"/>
                <a:gd name="connsiteX2" fmla="*/ 13567 w 41638"/>
                <a:gd name="connsiteY2" fmla="*/ 1087 h 19113"/>
                <a:gd name="connsiteX3" fmla="*/ 15442 w 41638"/>
                <a:gd name="connsiteY3" fmla="*/ 741 h 19113"/>
                <a:gd name="connsiteX4" fmla="*/ 17958 w 41638"/>
                <a:gd name="connsiteY4" fmla="*/ 494 h 19113"/>
                <a:gd name="connsiteX5" fmla="*/ 21905 w 41638"/>
                <a:gd name="connsiteY5" fmla="*/ 790 h 19113"/>
                <a:gd name="connsiteX6" fmla="*/ 27578 w 41638"/>
                <a:gd name="connsiteY6" fmla="*/ 889 h 19113"/>
                <a:gd name="connsiteX7" fmla="*/ 33301 w 41638"/>
                <a:gd name="connsiteY7" fmla="*/ 593 h 19113"/>
                <a:gd name="connsiteX8" fmla="*/ 35274 w 41638"/>
                <a:gd name="connsiteY8" fmla="*/ 543 h 19113"/>
                <a:gd name="connsiteX9" fmla="*/ 36952 w 41638"/>
                <a:gd name="connsiteY9" fmla="*/ 1235 h 19113"/>
                <a:gd name="connsiteX10" fmla="*/ 39912 w 41638"/>
                <a:gd name="connsiteY10" fmla="*/ 3704 h 19113"/>
                <a:gd name="connsiteX11" fmla="*/ 40899 w 41638"/>
                <a:gd name="connsiteY11" fmla="*/ 4939 h 19113"/>
                <a:gd name="connsiteX12" fmla="*/ 41491 w 41638"/>
                <a:gd name="connsiteY12" fmla="*/ 6371 h 19113"/>
                <a:gd name="connsiteX13" fmla="*/ 41639 w 41638"/>
                <a:gd name="connsiteY13" fmla="*/ 7952 h 19113"/>
                <a:gd name="connsiteX14" fmla="*/ 41244 w 41638"/>
                <a:gd name="connsiteY14" fmla="*/ 9532 h 19113"/>
                <a:gd name="connsiteX15" fmla="*/ 39517 w 41638"/>
                <a:gd name="connsiteY15" fmla="*/ 14372 h 19113"/>
                <a:gd name="connsiteX16" fmla="*/ 38531 w 41638"/>
                <a:gd name="connsiteY16" fmla="*/ 16496 h 19113"/>
                <a:gd name="connsiteX17" fmla="*/ 37100 w 41638"/>
                <a:gd name="connsiteY17" fmla="*/ 18225 h 19113"/>
                <a:gd name="connsiteX18" fmla="*/ 36261 w 41638"/>
                <a:gd name="connsiteY18" fmla="*/ 18620 h 19113"/>
                <a:gd name="connsiteX19" fmla="*/ 35274 w 41638"/>
                <a:gd name="connsiteY19" fmla="*/ 18669 h 19113"/>
                <a:gd name="connsiteX20" fmla="*/ 32857 w 41638"/>
                <a:gd name="connsiteY20" fmla="*/ 18225 h 19113"/>
                <a:gd name="connsiteX21" fmla="*/ 30341 w 41638"/>
                <a:gd name="connsiteY21" fmla="*/ 17533 h 19113"/>
                <a:gd name="connsiteX22" fmla="*/ 28170 w 41638"/>
                <a:gd name="connsiteY22" fmla="*/ 17237 h 19113"/>
                <a:gd name="connsiteX23" fmla="*/ 26591 w 41638"/>
                <a:gd name="connsiteY23" fmla="*/ 17632 h 19113"/>
                <a:gd name="connsiteX24" fmla="*/ 25210 w 41638"/>
                <a:gd name="connsiteY24" fmla="*/ 18323 h 19113"/>
                <a:gd name="connsiteX25" fmla="*/ 23779 w 41638"/>
                <a:gd name="connsiteY25" fmla="*/ 18916 h 19113"/>
                <a:gd name="connsiteX26" fmla="*/ 22151 w 41638"/>
                <a:gd name="connsiteY26" fmla="*/ 19114 h 19113"/>
                <a:gd name="connsiteX27" fmla="*/ 17514 w 41638"/>
                <a:gd name="connsiteY27" fmla="*/ 17879 h 19113"/>
                <a:gd name="connsiteX28" fmla="*/ 14899 w 41638"/>
                <a:gd name="connsiteY28" fmla="*/ 17533 h 19113"/>
                <a:gd name="connsiteX29" fmla="*/ 11890 w 41638"/>
                <a:gd name="connsiteY29" fmla="*/ 18027 h 19113"/>
                <a:gd name="connsiteX30" fmla="*/ 11100 w 41638"/>
                <a:gd name="connsiteY30" fmla="*/ 18126 h 19113"/>
                <a:gd name="connsiteX31" fmla="*/ 10360 w 41638"/>
                <a:gd name="connsiteY31" fmla="*/ 17780 h 19113"/>
                <a:gd name="connsiteX32" fmla="*/ 9571 w 41638"/>
                <a:gd name="connsiteY32" fmla="*/ 17385 h 19113"/>
                <a:gd name="connsiteX33" fmla="*/ 8732 w 41638"/>
                <a:gd name="connsiteY33" fmla="*/ 17187 h 19113"/>
                <a:gd name="connsiteX34" fmla="*/ 6907 w 41638"/>
                <a:gd name="connsiteY34" fmla="*/ 17138 h 19113"/>
                <a:gd name="connsiteX35" fmla="*/ 6216 w 41638"/>
                <a:gd name="connsiteY35" fmla="*/ 16891 h 19113"/>
                <a:gd name="connsiteX36" fmla="*/ 5871 w 41638"/>
                <a:gd name="connsiteY36" fmla="*/ 16496 h 19113"/>
                <a:gd name="connsiteX37" fmla="*/ 3651 w 41638"/>
                <a:gd name="connsiteY37" fmla="*/ 13088 h 19113"/>
                <a:gd name="connsiteX38" fmla="*/ 1283 w 41638"/>
                <a:gd name="connsiteY38" fmla="*/ 10273 h 19113"/>
                <a:gd name="connsiteX39" fmla="*/ 296 w 41638"/>
                <a:gd name="connsiteY39" fmla="*/ 8989 h 19113"/>
                <a:gd name="connsiteX40" fmla="*/ 0 w 41638"/>
                <a:gd name="connsiteY40" fmla="*/ 7507 h 19113"/>
                <a:gd name="connsiteX41" fmla="*/ 543 w 41638"/>
                <a:gd name="connsiteY41" fmla="*/ 5729 h 19113"/>
                <a:gd name="connsiteX42" fmla="*/ 1825 w 41638"/>
                <a:gd name="connsiteY42" fmla="*/ 3852 h 19113"/>
                <a:gd name="connsiteX43" fmla="*/ 4884 w 41638"/>
                <a:gd name="connsiteY43" fmla="*/ 0 h 19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1638" h="19113">
                  <a:moveTo>
                    <a:pt x="4884" y="0"/>
                  </a:moveTo>
                  <a:lnTo>
                    <a:pt x="11396" y="840"/>
                  </a:lnTo>
                  <a:lnTo>
                    <a:pt x="13567" y="1087"/>
                  </a:lnTo>
                  <a:lnTo>
                    <a:pt x="15442" y="741"/>
                  </a:lnTo>
                  <a:lnTo>
                    <a:pt x="17958" y="494"/>
                  </a:lnTo>
                  <a:lnTo>
                    <a:pt x="21905" y="790"/>
                  </a:lnTo>
                  <a:lnTo>
                    <a:pt x="27578" y="889"/>
                  </a:lnTo>
                  <a:lnTo>
                    <a:pt x="33301" y="593"/>
                  </a:lnTo>
                  <a:lnTo>
                    <a:pt x="35274" y="543"/>
                  </a:lnTo>
                  <a:lnTo>
                    <a:pt x="36952" y="1235"/>
                  </a:lnTo>
                  <a:lnTo>
                    <a:pt x="39912" y="3704"/>
                  </a:lnTo>
                  <a:lnTo>
                    <a:pt x="40899" y="4939"/>
                  </a:lnTo>
                  <a:lnTo>
                    <a:pt x="41491" y="6371"/>
                  </a:lnTo>
                  <a:lnTo>
                    <a:pt x="41639" y="7952"/>
                  </a:lnTo>
                  <a:lnTo>
                    <a:pt x="41244" y="9532"/>
                  </a:lnTo>
                  <a:lnTo>
                    <a:pt x="39517" y="14372"/>
                  </a:lnTo>
                  <a:lnTo>
                    <a:pt x="38531" y="16496"/>
                  </a:lnTo>
                  <a:lnTo>
                    <a:pt x="37100" y="18225"/>
                  </a:lnTo>
                  <a:lnTo>
                    <a:pt x="36261" y="18620"/>
                  </a:lnTo>
                  <a:lnTo>
                    <a:pt x="35274" y="18669"/>
                  </a:lnTo>
                  <a:lnTo>
                    <a:pt x="32857" y="18225"/>
                  </a:lnTo>
                  <a:lnTo>
                    <a:pt x="30341" y="17533"/>
                  </a:lnTo>
                  <a:lnTo>
                    <a:pt x="28170" y="17237"/>
                  </a:lnTo>
                  <a:lnTo>
                    <a:pt x="26591" y="17632"/>
                  </a:lnTo>
                  <a:lnTo>
                    <a:pt x="25210" y="18323"/>
                  </a:lnTo>
                  <a:lnTo>
                    <a:pt x="23779" y="18916"/>
                  </a:lnTo>
                  <a:lnTo>
                    <a:pt x="22151" y="19114"/>
                  </a:lnTo>
                  <a:lnTo>
                    <a:pt x="17514" y="17879"/>
                  </a:lnTo>
                  <a:lnTo>
                    <a:pt x="14899" y="17533"/>
                  </a:lnTo>
                  <a:lnTo>
                    <a:pt x="11890" y="18027"/>
                  </a:lnTo>
                  <a:lnTo>
                    <a:pt x="11100" y="18126"/>
                  </a:lnTo>
                  <a:lnTo>
                    <a:pt x="10360" y="17780"/>
                  </a:lnTo>
                  <a:lnTo>
                    <a:pt x="9571" y="17385"/>
                  </a:lnTo>
                  <a:lnTo>
                    <a:pt x="8732" y="17187"/>
                  </a:lnTo>
                  <a:lnTo>
                    <a:pt x="6907" y="17138"/>
                  </a:lnTo>
                  <a:lnTo>
                    <a:pt x="6216" y="16891"/>
                  </a:lnTo>
                  <a:lnTo>
                    <a:pt x="5871" y="16496"/>
                  </a:lnTo>
                  <a:lnTo>
                    <a:pt x="3651" y="13088"/>
                  </a:lnTo>
                  <a:lnTo>
                    <a:pt x="1283" y="10273"/>
                  </a:lnTo>
                  <a:lnTo>
                    <a:pt x="296" y="8989"/>
                  </a:lnTo>
                  <a:lnTo>
                    <a:pt x="0" y="7507"/>
                  </a:lnTo>
                  <a:lnTo>
                    <a:pt x="543" y="5729"/>
                  </a:lnTo>
                  <a:lnTo>
                    <a:pt x="1825" y="3852"/>
                  </a:lnTo>
                  <a:lnTo>
                    <a:pt x="4884" y="0"/>
                  </a:lnTo>
                </a:path>
              </a:pathLst>
            </a:custGeom>
            <a:solidFill>
              <a:srgbClr val="A9218E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77D0AD6-2181-1335-28D5-D1D554D120B9}"/>
                </a:ext>
              </a:extLst>
            </p:cNvPr>
            <p:cNvSpPr/>
            <p:nvPr/>
          </p:nvSpPr>
          <p:spPr>
            <a:xfrm>
              <a:off x="10495320" y="6419158"/>
              <a:ext cx="47657" cy="27065"/>
            </a:xfrm>
            <a:custGeom>
              <a:avLst/>
              <a:gdLst>
                <a:gd name="connsiteX0" fmla="*/ 15195 w 47657"/>
                <a:gd name="connsiteY0" fmla="*/ 148 h 27065"/>
                <a:gd name="connsiteX1" fmla="*/ 17613 w 47657"/>
                <a:gd name="connsiteY1" fmla="*/ 0 h 27065"/>
                <a:gd name="connsiteX2" fmla="*/ 20030 w 47657"/>
                <a:gd name="connsiteY2" fmla="*/ 247 h 27065"/>
                <a:gd name="connsiteX3" fmla="*/ 33942 w 47657"/>
                <a:gd name="connsiteY3" fmla="*/ 1630 h 27065"/>
                <a:gd name="connsiteX4" fmla="*/ 37840 w 47657"/>
                <a:gd name="connsiteY4" fmla="*/ 2223 h 27065"/>
                <a:gd name="connsiteX5" fmla="*/ 41540 w 47657"/>
                <a:gd name="connsiteY5" fmla="*/ 3260 h 27065"/>
                <a:gd name="connsiteX6" fmla="*/ 43217 w 47657"/>
                <a:gd name="connsiteY6" fmla="*/ 4297 h 27065"/>
                <a:gd name="connsiteX7" fmla="*/ 44697 w 47657"/>
                <a:gd name="connsiteY7" fmla="*/ 5779 h 27065"/>
                <a:gd name="connsiteX8" fmla="*/ 45931 w 47657"/>
                <a:gd name="connsiteY8" fmla="*/ 8001 h 27065"/>
                <a:gd name="connsiteX9" fmla="*/ 46917 w 47657"/>
                <a:gd name="connsiteY9" fmla="*/ 10964 h 27065"/>
                <a:gd name="connsiteX10" fmla="*/ 47657 w 47657"/>
                <a:gd name="connsiteY10" fmla="*/ 16002 h 27065"/>
                <a:gd name="connsiteX11" fmla="*/ 47411 w 47657"/>
                <a:gd name="connsiteY11" fmla="*/ 18521 h 27065"/>
                <a:gd name="connsiteX12" fmla="*/ 46473 w 47657"/>
                <a:gd name="connsiteY12" fmla="*/ 20842 h 27065"/>
                <a:gd name="connsiteX13" fmla="*/ 45191 w 47657"/>
                <a:gd name="connsiteY13" fmla="*/ 22324 h 27065"/>
                <a:gd name="connsiteX14" fmla="*/ 43513 w 47657"/>
                <a:gd name="connsiteY14" fmla="*/ 23608 h 27065"/>
                <a:gd name="connsiteX15" fmla="*/ 39024 w 47657"/>
                <a:gd name="connsiteY15" fmla="*/ 25534 h 27065"/>
                <a:gd name="connsiteX16" fmla="*/ 27233 w 47657"/>
                <a:gd name="connsiteY16" fmla="*/ 27065 h 27065"/>
                <a:gd name="connsiteX17" fmla="*/ 23483 w 47657"/>
                <a:gd name="connsiteY17" fmla="*/ 26571 h 27065"/>
                <a:gd name="connsiteX18" fmla="*/ 19882 w 47657"/>
                <a:gd name="connsiteY18" fmla="*/ 25534 h 27065"/>
                <a:gd name="connsiteX19" fmla="*/ 16280 w 47657"/>
                <a:gd name="connsiteY19" fmla="*/ 24546 h 27065"/>
                <a:gd name="connsiteX20" fmla="*/ 12778 w 47657"/>
                <a:gd name="connsiteY20" fmla="*/ 24151 h 27065"/>
                <a:gd name="connsiteX21" fmla="*/ 7844 w 47657"/>
                <a:gd name="connsiteY21" fmla="*/ 23559 h 27065"/>
                <a:gd name="connsiteX22" fmla="*/ 4144 w 47657"/>
                <a:gd name="connsiteY22" fmla="*/ 21731 h 27065"/>
                <a:gd name="connsiteX23" fmla="*/ 1677 w 47657"/>
                <a:gd name="connsiteY23" fmla="*/ 19114 h 27065"/>
                <a:gd name="connsiteX24" fmla="*/ 345 w 47657"/>
                <a:gd name="connsiteY24" fmla="*/ 16150 h 27065"/>
                <a:gd name="connsiteX25" fmla="*/ 0 w 47657"/>
                <a:gd name="connsiteY25" fmla="*/ 12891 h 27065"/>
                <a:gd name="connsiteX26" fmla="*/ 789 w 47657"/>
                <a:gd name="connsiteY26" fmla="*/ 10075 h 27065"/>
                <a:gd name="connsiteX27" fmla="*/ 2417 w 47657"/>
                <a:gd name="connsiteY27" fmla="*/ 7705 h 27065"/>
                <a:gd name="connsiteX28" fmla="*/ 4539 w 47657"/>
                <a:gd name="connsiteY28" fmla="*/ 5828 h 27065"/>
                <a:gd name="connsiteX29" fmla="*/ 9176 w 47657"/>
                <a:gd name="connsiteY29" fmla="*/ 3260 h 27065"/>
                <a:gd name="connsiteX30" fmla="*/ 12334 w 47657"/>
                <a:gd name="connsiteY30" fmla="*/ 2124 h 27065"/>
                <a:gd name="connsiteX31" fmla="*/ 13123 w 47657"/>
                <a:gd name="connsiteY31" fmla="*/ 1729 h 27065"/>
                <a:gd name="connsiteX32" fmla="*/ 13666 w 47657"/>
                <a:gd name="connsiteY32" fmla="*/ 1185 h 27065"/>
                <a:gd name="connsiteX33" fmla="*/ 14258 w 47657"/>
                <a:gd name="connsiteY33" fmla="*/ 593 h 27065"/>
                <a:gd name="connsiteX34" fmla="*/ 15195 w 47657"/>
                <a:gd name="connsiteY34" fmla="*/ 148 h 2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7657" h="27065">
                  <a:moveTo>
                    <a:pt x="15195" y="148"/>
                  </a:moveTo>
                  <a:lnTo>
                    <a:pt x="17613" y="0"/>
                  </a:lnTo>
                  <a:lnTo>
                    <a:pt x="20030" y="247"/>
                  </a:lnTo>
                  <a:lnTo>
                    <a:pt x="33942" y="1630"/>
                  </a:lnTo>
                  <a:lnTo>
                    <a:pt x="37840" y="2223"/>
                  </a:lnTo>
                  <a:lnTo>
                    <a:pt x="41540" y="3260"/>
                  </a:lnTo>
                  <a:lnTo>
                    <a:pt x="43217" y="4297"/>
                  </a:lnTo>
                  <a:lnTo>
                    <a:pt x="44697" y="5779"/>
                  </a:lnTo>
                  <a:lnTo>
                    <a:pt x="45931" y="8001"/>
                  </a:lnTo>
                  <a:lnTo>
                    <a:pt x="46917" y="10964"/>
                  </a:lnTo>
                  <a:lnTo>
                    <a:pt x="47657" y="16002"/>
                  </a:lnTo>
                  <a:lnTo>
                    <a:pt x="47411" y="18521"/>
                  </a:lnTo>
                  <a:lnTo>
                    <a:pt x="46473" y="20842"/>
                  </a:lnTo>
                  <a:lnTo>
                    <a:pt x="45191" y="22324"/>
                  </a:lnTo>
                  <a:lnTo>
                    <a:pt x="43513" y="23608"/>
                  </a:lnTo>
                  <a:lnTo>
                    <a:pt x="39024" y="25534"/>
                  </a:lnTo>
                  <a:lnTo>
                    <a:pt x="27233" y="27065"/>
                  </a:lnTo>
                  <a:lnTo>
                    <a:pt x="23483" y="26571"/>
                  </a:lnTo>
                  <a:lnTo>
                    <a:pt x="19882" y="25534"/>
                  </a:lnTo>
                  <a:lnTo>
                    <a:pt x="16280" y="24546"/>
                  </a:lnTo>
                  <a:lnTo>
                    <a:pt x="12778" y="24151"/>
                  </a:lnTo>
                  <a:lnTo>
                    <a:pt x="7844" y="23559"/>
                  </a:lnTo>
                  <a:lnTo>
                    <a:pt x="4144" y="21731"/>
                  </a:lnTo>
                  <a:lnTo>
                    <a:pt x="1677" y="19114"/>
                  </a:lnTo>
                  <a:lnTo>
                    <a:pt x="345" y="16150"/>
                  </a:lnTo>
                  <a:lnTo>
                    <a:pt x="0" y="12891"/>
                  </a:lnTo>
                  <a:lnTo>
                    <a:pt x="789" y="10075"/>
                  </a:lnTo>
                  <a:lnTo>
                    <a:pt x="2417" y="7705"/>
                  </a:lnTo>
                  <a:lnTo>
                    <a:pt x="4539" y="5828"/>
                  </a:lnTo>
                  <a:lnTo>
                    <a:pt x="9176" y="3260"/>
                  </a:lnTo>
                  <a:lnTo>
                    <a:pt x="12334" y="2124"/>
                  </a:lnTo>
                  <a:lnTo>
                    <a:pt x="13123" y="1729"/>
                  </a:lnTo>
                  <a:lnTo>
                    <a:pt x="13666" y="1185"/>
                  </a:lnTo>
                  <a:lnTo>
                    <a:pt x="14258" y="593"/>
                  </a:lnTo>
                  <a:lnTo>
                    <a:pt x="15195" y="148"/>
                  </a:lnTo>
                </a:path>
              </a:pathLst>
            </a:custGeom>
            <a:solidFill>
              <a:srgbClr val="353D98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CF4371F-4049-322C-06E6-9DB09FE9C2C4}"/>
                </a:ext>
              </a:extLst>
            </p:cNvPr>
            <p:cNvSpPr/>
            <p:nvPr/>
          </p:nvSpPr>
          <p:spPr>
            <a:xfrm>
              <a:off x="10498675" y="6458324"/>
              <a:ext cx="39862" cy="26126"/>
            </a:xfrm>
            <a:custGeom>
              <a:avLst/>
              <a:gdLst>
                <a:gd name="connsiteX0" fmla="*/ 22497 w 39862"/>
                <a:gd name="connsiteY0" fmla="*/ 0 h 26126"/>
                <a:gd name="connsiteX1" fmla="*/ 27035 w 39862"/>
                <a:gd name="connsiteY1" fmla="*/ 395 h 26126"/>
                <a:gd name="connsiteX2" fmla="*/ 31772 w 39862"/>
                <a:gd name="connsiteY2" fmla="*/ 2124 h 26126"/>
                <a:gd name="connsiteX3" fmla="*/ 33153 w 39862"/>
                <a:gd name="connsiteY3" fmla="*/ 3457 h 26126"/>
                <a:gd name="connsiteX4" fmla="*/ 34288 w 39862"/>
                <a:gd name="connsiteY4" fmla="*/ 4494 h 26126"/>
                <a:gd name="connsiteX5" fmla="*/ 36656 w 39862"/>
                <a:gd name="connsiteY5" fmla="*/ 4988 h 26126"/>
                <a:gd name="connsiteX6" fmla="*/ 37790 w 39862"/>
                <a:gd name="connsiteY6" fmla="*/ 5334 h 26126"/>
                <a:gd name="connsiteX7" fmla="*/ 38531 w 39862"/>
                <a:gd name="connsiteY7" fmla="*/ 5976 h 26126"/>
                <a:gd name="connsiteX8" fmla="*/ 39764 w 39862"/>
                <a:gd name="connsiteY8" fmla="*/ 11409 h 26126"/>
                <a:gd name="connsiteX9" fmla="*/ 39863 w 39862"/>
                <a:gd name="connsiteY9" fmla="*/ 14866 h 26126"/>
                <a:gd name="connsiteX10" fmla="*/ 39320 w 39862"/>
                <a:gd name="connsiteY10" fmla="*/ 17731 h 26126"/>
                <a:gd name="connsiteX11" fmla="*/ 38284 w 39862"/>
                <a:gd name="connsiteY11" fmla="*/ 19509 h 26126"/>
                <a:gd name="connsiteX12" fmla="*/ 36804 w 39862"/>
                <a:gd name="connsiteY12" fmla="*/ 21089 h 26126"/>
                <a:gd name="connsiteX13" fmla="*/ 32906 w 39862"/>
                <a:gd name="connsiteY13" fmla="*/ 23559 h 26126"/>
                <a:gd name="connsiteX14" fmla="*/ 28022 w 39862"/>
                <a:gd name="connsiteY14" fmla="*/ 25188 h 26126"/>
                <a:gd name="connsiteX15" fmla="*/ 22546 w 39862"/>
                <a:gd name="connsiteY15" fmla="*/ 26028 h 26126"/>
                <a:gd name="connsiteX16" fmla="*/ 16922 w 39862"/>
                <a:gd name="connsiteY16" fmla="*/ 26127 h 26126"/>
                <a:gd name="connsiteX17" fmla="*/ 11544 w 39862"/>
                <a:gd name="connsiteY17" fmla="*/ 25485 h 26126"/>
                <a:gd name="connsiteX18" fmla="*/ 6808 w 39862"/>
                <a:gd name="connsiteY18" fmla="*/ 24250 h 26126"/>
                <a:gd name="connsiteX19" fmla="*/ 3207 w 39862"/>
                <a:gd name="connsiteY19" fmla="*/ 22423 h 26126"/>
                <a:gd name="connsiteX20" fmla="*/ 2072 w 39862"/>
                <a:gd name="connsiteY20" fmla="*/ 21336 h 26126"/>
                <a:gd name="connsiteX21" fmla="*/ 1283 w 39862"/>
                <a:gd name="connsiteY21" fmla="*/ 20052 h 26126"/>
                <a:gd name="connsiteX22" fmla="*/ 296 w 39862"/>
                <a:gd name="connsiteY22" fmla="*/ 17138 h 26126"/>
                <a:gd name="connsiteX23" fmla="*/ 0 w 39862"/>
                <a:gd name="connsiteY23" fmla="*/ 13928 h 26126"/>
                <a:gd name="connsiteX24" fmla="*/ 641 w 39862"/>
                <a:gd name="connsiteY24" fmla="*/ 11113 h 26126"/>
                <a:gd name="connsiteX25" fmla="*/ 2121 w 39862"/>
                <a:gd name="connsiteY25" fmla="*/ 8692 h 26126"/>
                <a:gd name="connsiteX26" fmla="*/ 4095 w 39862"/>
                <a:gd name="connsiteY26" fmla="*/ 6668 h 26126"/>
                <a:gd name="connsiteX27" fmla="*/ 8979 w 39862"/>
                <a:gd name="connsiteY27" fmla="*/ 3852 h 26126"/>
                <a:gd name="connsiteX28" fmla="*/ 13518 w 39862"/>
                <a:gd name="connsiteY28" fmla="*/ 2618 h 26126"/>
                <a:gd name="connsiteX29" fmla="*/ 18106 w 39862"/>
                <a:gd name="connsiteY29" fmla="*/ 1235 h 26126"/>
                <a:gd name="connsiteX30" fmla="*/ 22497 w 39862"/>
                <a:gd name="connsiteY30" fmla="*/ 0 h 26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9862" h="26126">
                  <a:moveTo>
                    <a:pt x="22497" y="0"/>
                  </a:moveTo>
                  <a:lnTo>
                    <a:pt x="27035" y="395"/>
                  </a:lnTo>
                  <a:lnTo>
                    <a:pt x="31772" y="2124"/>
                  </a:lnTo>
                  <a:lnTo>
                    <a:pt x="33153" y="3457"/>
                  </a:lnTo>
                  <a:lnTo>
                    <a:pt x="34288" y="4494"/>
                  </a:lnTo>
                  <a:lnTo>
                    <a:pt x="36656" y="4988"/>
                  </a:lnTo>
                  <a:lnTo>
                    <a:pt x="37790" y="5334"/>
                  </a:lnTo>
                  <a:lnTo>
                    <a:pt x="38531" y="5976"/>
                  </a:lnTo>
                  <a:lnTo>
                    <a:pt x="39764" y="11409"/>
                  </a:lnTo>
                  <a:lnTo>
                    <a:pt x="39863" y="14866"/>
                  </a:lnTo>
                  <a:lnTo>
                    <a:pt x="39320" y="17731"/>
                  </a:lnTo>
                  <a:lnTo>
                    <a:pt x="38284" y="19509"/>
                  </a:lnTo>
                  <a:lnTo>
                    <a:pt x="36804" y="21089"/>
                  </a:lnTo>
                  <a:lnTo>
                    <a:pt x="32906" y="23559"/>
                  </a:lnTo>
                  <a:lnTo>
                    <a:pt x="28022" y="25188"/>
                  </a:lnTo>
                  <a:lnTo>
                    <a:pt x="22546" y="26028"/>
                  </a:lnTo>
                  <a:lnTo>
                    <a:pt x="16922" y="26127"/>
                  </a:lnTo>
                  <a:lnTo>
                    <a:pt x="11544" y="25485"/>
                  </a:lnTo>
                  <a:lnTo>
                    <a:pt x="6808" y="24250"/>
                  </a:lnTo>
                  <a:lnTo>
                    <a:pt x="3207" y="22423"/>
                  </a:lnTo>
                  <a:lnTo>
                    <a:pt x="2072" y="21336"/>
                  </a:lnTo>
                  <a:lnTo>
                    <a:pt x="1283" y="20052"/>
                  </a:lnTo>
                  <a:lnTo>
                    <a:pt x="296" y="17138"/>
                  </a:lnTo>
                  <a:lnTo>
                    <a:pt x="0" y="13928"/>
                  </a:lnTo>
                  <a:lnTo>
                    <a:pt x="641" y="11113"/>
                  </a:lnTo>
                  <a:lnTo>
                    <a:pt x="2121" y="8692"/>
                  </a:lnTo>
                  <a:lnTo>
                    <a:pt x="4095" y="6668"/>
                  </a:lnTo>
                  <a:lnTo>
                    <a:pt x="8979" y="3852"/>
                  </a:lnTo>
                  <a:lnTo>
                    <a:pt x="13518" y="2618"/>
                  </a:lnTo>
                  <a:lnTo>
                    <a:pt x="18106" y="1235"/>
                  </a:lnTo>
                  <a:lnTo>
                    <a:pt x="22497" y="0"/>
                  </a:lnTo>
                </a:path>
              </a:pathLst>
            </a:custGeom>
            <a:solidFill>
              <a:srgbClr val="002E56"/>
            </a:solidFill>
            <a:ln w="49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576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72" r:id="rId2"/>
    <p:sldLayoutId id="2147483671" r:id="rId3"/>
    <p:sldLayoutId id="2147483668" r:id="rId4"/>
    <p:sldLayoutId id="2147483669" r:id="rId5"/>
    <p:sldLayoutId id="2147483670" r:id="rId6"/>
    <p:sldLayoutId id="2147483673" r:id="rId7"/>
    <p:sldLayoutId id="2147483675" r:id="rId8"/>
    <p:sldLayoutId id="2147483676" r:id="rId9"/>
  </p:sldLayoutIdLst>
  <p:hf sldNum="0" hdr="0" ftr="0" dt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AR" sz="3200" kern="1200">
          <a:gradFill flip="none" rotWithShape="1">
            <a:gsLst>
              <a:gs pos="100000">
                <a:schemeClr val="accent5"/>
              </a:gs>
              <a:gs pos="0">
                <a:schemeClr val="accent1"/>
              </a:gs>
            </a:gsLst>
            <a:lin ang="10800000" scaled="1"/>
            <a:tileRect/>
          </a:gradFill>
          <a:latin typeface="+mj-lt"/>
          <a:ea typeface="+mn-ea"/>
          <a:cs typeface="+mn-cs"/>
        </a:defRPr>
      </a:lvl1pPr>
    </p:titleStyle>
    <p:bodyStyle>
      <a:lvl1pPr marL="174625" indent="-174625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6827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19113" indent="-1762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66688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62013" indent="-1762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0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mjane@example.com" TargetMode="External"/><Relationship Id="rId2" Type="http://schemas.openxmlformats.org/officeDocument/2006/relationships/hyperlink" Target="mailto:jdoe@example.com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1F33FDB-E097-483D-A883-E5E4AB1CF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404" y="3429000"/>
            <a:ext cx="5133724" cy="150927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Futura Medium"/>
              </a:rPr>
              <a:t>Ravinder </a:t>
            </a:r>
            <a:r>
              <a:rPr lang="en-US" dirty="0" err="1">
                <a:cs typeface="Futura Medium"/>
              </a:rPr>
              <a:t>Maramamula</a:t>
            </a:r>
            <a:endParaRPr lang="en-US" dirty="0">
              <a:cs typeface="Futura Medium"/>
            </a:endParaRPr>
          </a:p>
          <a:p>
            <a:r>
              <a:rPr lang="en-US" dirty="0">
                <a:cs typeface="Futura Medium"/>
              </a:rPr>
              <a:t>09/11/2025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981207-3974-4BA9-98C2-F15B79F59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404" y="1944375"/>
            <a:ext cx="5133724" cy="1237410"/>
          </a:xfrm>
        </p:spPr>
        <p:txBody>
          <a:bodyPr/>
          <a:lstStyle/>
          <a:p>
            <a:r>
              <a:rPr lang="en-US"/>
              <a:t>Migrating from SCCS to Git:</a:t>
            </a:r>
          </a:p>
        </p:txBody>
      </p:sp>
    </p:spTree>
    <p:extLst>
      <p:ext uri="{BB962C8B-B14F-4D97-AF65-F5344CB8AC3E}">
        <p14:creationId xmlns:p14="http://schemas.microsoft.com/office/powerpoint/2010/main" val="2187561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2F891-070A-B7BA-63E2-987F1BEF0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A5F6D-93EC-0E03-1629-E85309F24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456" y="1508759"/>
            <a:ext cx="10872216" cy="5107039"/>
          </a:xfrm>
        </p:spPr>
        <p:txBody>
          <a:bodyPr vert="horz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Introduction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Why Migrate from SCCS to Git?</a:t>
            </a:r>
            <a:endParaRPr lang="en-US" dirty="0">
              <a:cs typeface="Arial" panose="020B060402020202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cs typeface="Arial" panose="020B0604020202020204"/>
              </a:rPr>
              <a:t>Pre-Requisites for Migrating SCCS to Git 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cs typeface="Arial" panose="020B0604020202020204"/>
              </a:rPr>
              <a:t>Migration Flow &amp; RoadMap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cs typeface="Arial" panose="020B0604020202020204"/>
              </a:rPr>
              <a:t>Tools &amp; Environment </a:t>
            </a:r>
          </a:p>
          <a:p>
            <a:pPr marL="628650" lvl="1">
              <a:lnSpc>
                <a:spcPct val="150000"/>
              </a:lnSpc>
              <a:buFont typeface="Courier New" panose="05000000000000000000" pitchFamily="2" charset="2"/>
              <a:buChar char="o"/>
            </a:pPr>
            <a:r>
              <a:rPr lang="en-US" b="1" dirty="0">
                <a:cs typeface="Arial"/>
              </a:rPr>
              <a:t>Phase 1 – SCCS Backup</a:t>
            </a:r>
            <a:endParaRPr lang="en-US" sz="1600" b="1" dirty="0">
              <a:cs typeface="Arial"/>
            </a:endParaRPr>
          </a:p>
          <a:p>
            <a:pPr marL="628650" lvl="1">
              <a:lnSpc>
                <a:spcPct val="150000"/>
              </a:lnSpc>
              <a:buFont typeface="Courier New" panose="05000000000000000000" pitchFamily="2" charset="2"/>
              <a:buChar char="o"/>
            </a:pPr>
            <a:r>
              <a:rPr lang="en-US" b="1" dirty="0">
                <a:cs typeface="Arial"/>
              </a:rPr>
              <a:t>Phase 2 – Convert SCCS to RCS</a:t>
            </a:r>
            <a:endParaRPr lang="en-US" sz="1600" b="1" dirty="0">
              <a:cs typeface="Arial"/>
            </a:endParaRPr>
          </a:p>
          <a:p>
            <a:pPr marL="628650" lvl="1">
              <a:lnSpc>
                <a:spcPct val="150000"/>
              </a:lnSpc>
              <a:buFont typeface="Courier New" panose="05000000000000000000" pitchFamily="2" charset="2"/>
              <a:buChar char="o"/>
            </a:pPr>
            <a:r>
              <a:rPr lang="en-US" b="1" dirty="0">
                <a:cs typeface="Arial"/>
              </a:rPr>
              <a:t>Phase 3 – Convert RCS to CVS</a:t>
            </a:r>
            <a:endParaRPr lang="en-US" sz="1600" b="1" dirty="0">
              <a:cs typeface="Arial"/>
            </a:endParaRPr>
          </a:p>
          <a:p>
            <a:pPr marL="628650" lvl="1">
              <a:lnSpc>
                <a:spcPct val="150000"/>
              </a:lnSpc>
              <a:buFont typeface="Courier New" panose="05000000000000000000" pitchFamily="2" charset="2"/>
              <a:buChar char="o"/>
            </a:pPr>
            <a:r>
              <a:rPr lang="en-US" b="1" dirty="0">
                <a:cs typeface="Arial"/>
              </a:rPr>
              <a:t>Phase 4 – Convert CVS to Git Migration</a:t>
            </a:r>
            <a:endParaRPr lang="en-US" sz="1600" b="1" dirty="0">
              <a:cs typeface="Arial"/>
            </a:endParaRPr>
          </a:p>
          <a:p>
            <a:pPr marL="628650" lvl="1">
              <a:lnSpc>
                <a:spcPct val="150000"/>
              </a:lnSpc>
              <a:buFont typeface="Courier New" panose="05000000000000000000" pitchFamily="2" charset="2"/>
              <a:buChar char="o"/>
            </a:pPr>
            <a:r>
              <a:rPr lang="en-US" b="1" dirty="0">
                <a:cs typeface="Arial"/>
              </a:rPr>
              <a:t>Phase 5 – Post Migration </a:t>
            </a:r>
            <a:endParaRPr lang="en-US" dirty="0">
              <a:cs typeface="Arial" panose="020B060402020202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cs typeface="Arial" panose="020B0604020202020204"/>
              </a:rPr>
              <a:t>Benefits Realized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cs typeface="Arial" panose="020B0604020202020204"/>
              </a:rPr>
              <a:t>Q&amp;A </a:t>
            </a:r>
          </a:p>
        </p:txBody>
      </p:sp>
    </p:spTree>
    <p:extLst>
      <p:ext uri="{BB962C8B-B14F-4D97-AF65-F5344CB8AC3E}">
        <p14:creationId xmlns:p14="http://schemas.microsoft.com/office/powerpoint/2010/main" val="59029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33C0-85BC-77E8-B0CE-E5543B47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951DD-ADCE-F24B-69FC-63B0D6B488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456" y="1508760"/>
            <a:ext cx="10872216" cy="1924886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/>
            </a:pPr>
            <a:r>
              <a:rPr lang="en-US"/>
              <a:t>Purpose: Replace legacy SCCS with modern Git workflows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/>
            </a:pPr>
            <a:r>
              <a:rPr lang="en-US"/>
              <a:t>Scope: One-time migration + future readiness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/>
            </a:pPr>
            <a:r>
              <a:rPr lang="en-US"/>
              <a:t>Audience: DAS, Developers, Other ACE teams</a:t>
            </a:r>
          </a:p>
        </p:txBody>
      </p:sp>
    </p:spTree>
    <p:extLst>
      <p:ext uri="{BB962C8B-B14F-4D97-AF65-F5344CB8AC3E}">
        <p14:creationId xmlns:p14="http://schemas.microsoft.com/office/powerpoint/2010/main" val="326966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Migrate from SCCS to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1144"/>
            <a:ext cx="10515600" cy="4175712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/>
          </a:p>
          <a:p>
            <a:pPr>
              <a:defRPr sz="1800"/>
            </a:pPr>
            <a:r>
              <a:t>SCCS is linear and file-based; Git is distributed and branchable</a:t>
            </a:r>
          </a:p>
          <a:p>
            <a:pPr>
              <a:defRPr sz="1800"/>
            </a:pPr>
            <a:r>
              <a:t>Git offers superior collaboration, CI/CD integration</a:t>
            </a:r>
          </a:p>
          <a:p>
            <a:pPr>
              <a:defRPr sz="1800"/>
            </a:pPr>
            <a:r>
              <a:t>SCCS is deprecated; Git is actively maintained and widely supported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28252A-6AEC-8D6C-12BF-12263E1D9E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4957564"/>
              </p:ext>
            </p:extLst>
          </p:nvPr>
        </p:nvGraphicFramePr>
        <p:xfrm>
          <a:off x="916022" y="2986459"/>
          <a:ext cx="8490626" cy="2194560"/>
        </p:xfrm>
        <a:graphic>
          <a:graphicData uri="http://schemas.openxmlformats.org/drawingml/2006/table">
            <a:tbl>
              <a:tblPr/>
              <a:tblGrid>
                <a:gridCol w="2391383">
                  <a:extLst>
                    <a:ext uri="{9D8B030D-6E8A-4147-A177-3AD203B41FA5}">
                      <a16:colId xmlns:a16="http://schemas.microsoft.com/office/drawing/2014/main" val="292023165"/>
                    </a:ext>
                  </a:extLst>
                </a:gridCol>
                <a:gridCol w="2071991">
                  <a:extLst>
                    <a:ext uri="{9D8B030D-6E8A-4147-A177-3AD203B41FA5}">
                      <a16:colId xmlns:a16="http://schemas.microsoft.com/office/drawing/2014/main" val="4178302539"/>
                    </a:ext>
                  </a:extLst>
                </a:gridCol>
                <a:gridCol w="4027252">
                  <a:extLst>
                    <a:ext uri="{9D8B030D-6E8A-4147-A177-3AD203B41FA5}">
                      <a16:colId xmlns:a16="http://schemas.microsoft.com/office/drawing/2014/main" val="3850187460"/>
                    </a:ext>
                  </a:extLst>
                </a:gridCol>
              </a:tblGrid>
              <a:tr h="363155">
                <a:tc>
                  <a:txBody>
                    <a:bodyPr/>
                    <a:lstStyle/>
                    <a:p>
                      <a:r>
                        <a:rPr lang="en-US" b="1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SCCS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48835"/>
                  </a:ext>
                </a:extLst>
              </a:tr>
              <a:tr h="36315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Versioning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Linear, file-based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Branching, distributed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449077"/>
                  </a:ext>
                </a:extLst>
              </a:tr>
              <a:tr h="36315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Collaboration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Difficult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Easy (cloning, merging)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644501"/>
                  </a:ext>
                </a:extLst>
              </a:tr>
              <a:tr h="36315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Tooling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Minimal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Extensive (GitHub, GitLab,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257731"/>
                  </a:ext>
                </a:extLst>
              </a:tr>
              <a:tr h="36315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Highly scalable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717381"/>
                  </a:ext>
                </a:extLst>
              </a:tr>
              <a:tr h="36315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Active Maintenance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Deprecated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Actively developed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977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89FD0-320F-B992-4080-940AC9C03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522D-9E88-7A28-294C-BB5AECA3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b="1" dirty="0">
                <a:gradFill flip="none">
                  <a:gsLst>
                    <a:gs pos="0">
                      <a:srgbClr val="A9208E"/>
                    </a:gs>
                    <a:gs pos="100000">
                      <a:srgbClr val="343C98"/>
                    </a:gs>
                  </a:gsLst>
                  <a:lin ang="10800000" scaled="1"/>
                  <a:tileRect/>
                </a:gradFill>
              </a:rPr>
              <a:t>Pre-Requisites for Migrating SCCS to Git  </a:t>
            </a:r>
            <a:endParaRPr lang="en-US" dirty="0">
              <a:gradFill flip="none">
                <a:gsLst>
                  <a:gs pos="0">
                    <a:srgbClr val="A9208E"/>
                  </a:gs>
                  <a:gs pos="100000">
                    <a:srgbClr val="343C98"/>
                  </a:gs>
                </a:gsLst>
                <a:lin ang="10800000" scaled="1"/>
                <a:tileRect/>
              </a:gradFill>
              <a:cs typeface="Arial" panose="020B0604020202020204"/>
            </a:endParaRPr>
          </a:p>
          <a:p>
            <a:endParaRPr dirty="0">
              <a:gradFill flip="none">
                <a:gsLst>
                  <a:gs pos="0">
                    <a:srgbClr val="A9208E"/>
                  </a:gs>
                  <a:gs pos="100000">
                    <a:srgbClr val="343C98"/>
                  </a:gs>
                </a:gsLst>
                <a:lin ang="10800000" scaled="1"/>
                <a:tileRect/>
              </a:gradFill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611BC-79C6-AC8B-B097-9E15876DD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44"/>
            <a:ext cx="10515600" cy="41757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  <a:defRPr sz="1800"/>
            </a:pPr>
            <a:r>
              <a:rPr lang="en-US" b="1" dirty="0"/>
              <a:t>SCCS :</a:t>
            </a:r>
            <a:r>
              <a:rPr lang="en-US" dirty="0"/>
              <a:t> We Have SCCS installed and working</a:t>
            </a:r>
            <a:endParaRPr lang="en-US" dirty="0">
              <a:cs typeface="Arial" panose="020B0604020202020204"/>
            </a:endParaRPr>
          </a:p>
          <a:p>
            <a:pPr lvl="1">
              <a:buFont typeface="Courier New" panose="020B0604020202020204" pitchFamily="34" charset="0"/>
              <a:buChar char="o"/>
              <a:defRPr sz="1800"/>
            </a:pPr>
            <a:r>
              <a:rPr lang="en-US" sz="1600" dirty="0">
                <a:ea typeface="+mn-lt"/>
                <a:cs typeface="+mn-lt"/>
              </a:rPr>
              <a:t>Version we have: 5.08 (good, stable).</a:t>
            </a:r>
            <a:endParaRPr lang="en-US" sz="1600" dirty="0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  <a:defRPr sz="1800"/>
            </a:pPr>
            <a:r>
              <a:rPr lang="en-US" sz="1600" dirty="0">
                <a:ea typeface="+mn-lt"/>
                <a:cs typeface="+mn-lt"/>
              </a:rPr>
              <a:t>Needed to read original SCCS/s.* files and extract history.</a:t>
            </a:r>
            <a:endParaRPr lang="en-US" sz="1600" dirty="0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  <a:defRPr sz="1800"/>
            </a:pPr>
            <a:r>
              <a:rPr lang="en-US" sz="1600" dirty="0">
                <a:ea typeface="+mn-lt"/>
                <a:cs typeface="+mn-lt"/>
              </a:rPr>
              <a:t>Commands: </a:t>
            </a:r>
            <a:r>
              <a:rPr lang="en-US" sz="1600" dirty="0" err="1">
                <a:ea typeface="+mn-lt"/>
                <a:cs typeface="+mn-lt"/>
              </a:rPr>
              <a:t>sccs</a:t>
            </a:r>
            <a:r>
              <a:rPr lang="en-US" sz="1600" dirty="0">
                <a:ea typeface="+mn-lt"/>
                <a:cs typeface="+mn-lt"/>
              </a:rPr>
              <a:t> get, </a:t>
            </a:r>
            <a:r>
              <a:rPr lang="en-US" sz="1600" dirty="0" err="1">
                <a:ea typeface="+mn-lt"/>
                <a:cs typeface="+mn-lt"/>
              </a:rPr>
              <a:t>sccs</a:t>
            </a:r>
            <a:r>
              <a:rPr lang="en-US" sz="1600" dirty="0">
                <a:ea typeface="+mn-lt"/>
                <a:cs typeface="+mn-lt"/>
              </a:rPr>
              <a:t> prs.</a:t>
            </a:r>
            <a:endParaRPr lang="en-US" sz="1600" dirty="0"/>
          </a:p>
          <a:p>
            <a:pPr lvl="1">
              <a:buFont typeface="Courier New" panose="020B0604020202020204" pitchFamily="34" charset="0"/>
              <a:buChar char="o"/>
              <a:defRPr sz="1800"/>
            </a:pPr>
            <a:endParaRPr lang="en-US" sz="1600" dirty="0"/>
          </a:p>
          <a:p>
            <a:pPr marL="174625" lvl="1" indent="0">
              <a:buNone/>
              <a:defRPr sz="1800"/>
            </a:pPr>
            <a:r>
              <a:rPr lang="en-US" sz="1800" b="1" dirty="0"/>
              <a:t>RCS : We need to Install </a:t>
            </a:r>
            <a:endParaRPr lang="en-US" sz="1600" dirty="0">
              <a:cs typeface="Arial"/>
            </a:endParaRPr>
          </a:p>
          <a:p>
            <a:pPr lvl="1">
              <a:buFont typeface="Courier New"/>
              <a:buChar char="o"/>
              <a:defRPr sz="1800"/>
            </a:pPr>
            <a:r>
              <a:rPr lang="en-US" sz="1400" dirty="0">
                <a:ea typeface="+mn-lt"/>
                <a:cs typeface="+mn-lt"/>
              </a:rPr>
              <a:t>Current: 5.9.x (modern, compatible).</a:t>
            </a:r>
            <a:endParaRPr lang="en-US" sz="1600" dirty="0">
              <a:cs typeface="Arial"/>
            </a:endParaRPr>
          </a:p>
          <a:p>
            <a:pPr lvl="1">
              <a:buFont typeface="Courier New"/>
              <a:buChar char="o"/>
              <a:defRPr sz="1800"/>
            </a:pPr>
            <a:r>
              <a:rPr lang="en-US" sz="1400" dirty="0">
                <a:ea typeface="+mn-lt"/>
                <a:cs typeface="+mn-lt"/>
              </a:rPr>
              <a:t>Provides ci, co, </a:t>
            </a:r>
            <a:r>
              <a:rPr lang="en-US" sz="1400" dirty="0" err="1">
                <a:ea typeface="+mn-lt"/>
                <a:cs typeface="+mn-lt"/>
              </a:rPr>
              <a:t>rlog</a:t>
            </a:r>
            <a:r>
              <a:rPr lang="en-US" sz="1400" dirty="0">
                <a:ea typeface="+mn-lt"/>
                <a:cs typeface="+mn-lt"/>
              </a:rPr>
              <a:t> tools.</a:t>
            </a:r>
            <a:endParaRPr lang="en-US" sz="1600">
              <a:cs typeface="Arial"/>
            </a:endParaRPr>
          </a:p>
          <a:p>
            <a:pPr lvl="1">
              <a:buFont typeface="Courier New"/>
              <a:buChar char="o"/>
              <a:defRPr sz="1800"/>
            </a:pPr>
            <a:r>
              <a:rPr lang="en-US" sz="1400" dirty="0">
                <a:ea typeface="+mn-lt"/>
                <a:cs typeface="+mn-lt"/>
              </a:rPr>
              <a:t>Used because RCS and SCCS have similar delta-based storage, and RCS is easier to bridge to CVS or Git</a:t>
            </a:r>
          </a:p>
          <a:p>
            <a:pPr lvl="1">
              <a:buFont typeface="Courier New"/>
              <a:buChar char="o"/>
              <a:defRPr sz="1800"/>
            </a:pPr>
            <a:endParaRPr lang="en-US" sz="1400" dirty="0"/>
          </a:p>
          <a:p>
            <a:pPr marL="174625" lvl="1" indent="0">
              <a:buNone/>
              <a:defRPr sz="1800"/>
            </a:pPr>
            <a:r>
              <a:rPr lang="en-US" sz="1800" b="1" dirty="0"/>
              <a:t>CVS : We need to install</a:t>
            </a:r>
          </a:p>
          <a:p>
            <a:pPr lvl="1">
              <a:buFont typeface="Courier New"/>
              <a:buChar char="o"/>
              <a:defRPr sz="1800"/>
            </a:pPr>
            <a:r>
              <a:rPr lang="en-US" sz="1400" dirty="0">
                <a:ea typeface="+mn-lt"/>
                <a:cs typeface="+mn-lt"/>
              </a:rPr>
              <a:t>Version: 1.11.x or 1.12.x (both are fine).</a:t>
            </a:r>
          </a:p>
          <a:p>
            <a:pPr lvl="1">
              <a:buClr>
                <a:srgbClr val="A9208E"/>
              </a:buClr>
              <a:buFont typeface="Courier New"/>
              <a:buChar char="o"/>
              <a:defRPr sz="1800"/>
            </a:pPr>
            <a:r>
              <a:rPr lang="en-US" sz="1400" dirty="0">
                <a:ea typeface="+mn-lt"/>
                <a:cs typeface="+mn-lt"/>
              </a:rPr>
              <a:t>Provides </a:t>
            </a:r>
            <a:r>
              <a:rPr lang="en-US" sz="1400" dirty="0" err="1">
                <a:ea typeface="+mn-lt"/>
                <a:cs typeface="+mn-lt"/>
              </a:rPr>
              <a:t>cvs</a:t>
            </a:r>
            <a:r>
              <a:rPr lang="en-US" sz="1400" dirty="0">
                <a:ea typeface="+mn-lt"/>
                <a:cs typeface="+mn-lt"/>
              </a:rPr>
              <a:t> import, </a:t>
            </a:r>
            <a:r>
              <a:rPr lang="en-US" sz="1400" dirty="0" err="1">
                <a:ea typeface="+mn-lt"/>
                <a:cs typeface="+mn-lt"/>
              </a:rPr>
              <a:t>cvs</a:t>
            </a:r>
            <a:r>
              <a:rPr lang="en-US" sz="1400" dirty="0">
                <a:ea typeface="+mn-lt"/>
                <a:cs typeface="+mn-lt"/>
              </a:rPr>
              <a:t> log.</a:t>
            </a:r>
          </a:p>
          <a:p>
            <a:pPr lvl="1">
              <a:buClr>
                <a:srgbClr val="A9208E"/>
              </a:buClr>
              <a:buFont typeface="Courier New"/>
              <a:buChar char="o"/>
              <a:defRPr sz="1800"/>
            </a:pPr>
            <a:r>
              <a:rPr lang="en-US" sz="1400" dirty="0">
                <a:ea typeface="+mn-lt"/>
                <a:cs typeface="+mn-lt"/>
              </a:rPr>
              <a:t>CVS can group multiple RCS files into a project repo, which aligns closer to Git’s project view.</a:t>
            </a:r>
          </a:p>
          <a:p>
            <a:pPr marL="174625" lvl="1" indent="0">
              <a:buNone/>
              <a:defRPr sz="1800"/>
            </a:pPr>
            <a:endParaRPr lang="en-US" sz="1600" dirty="0">
              <a:cs typeface="Arial"/>
            </a:endParaRPr>
          </a:p>
          <a:p>
            <a:pPr lvl="1" indent="0">
              <a:buNone/>
              <a:defRPr sz="1800"/>
            </a:pPr>
            <a:endParaRPr lang="en-US" sz="1600" dirty="0">
              <a:cs typeface="Arial"/>
            </a:endParaRPr>
          </a:p>
          <a:p>
            <a:pPr>
              <a:defRPr sz="1800"/>
            </a:pP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881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F4CBF-9DFF-B313-81E4-13A865DF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2224-F484-D87F-7853-6E065527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b="1" dirty="0">
                <a:gradFill flip="none">
                  <a:gsLst>
                    <a:gs pos="0">
                      <a:srgbClr val="A9208E"/>
                    </a:gs>
                    <a:gs pos="100000">
                      <a:srgbClr val="343C98"/>
                    </a:gs>
                  </a:gsLst>
                  <a:lin ang="10800000" scaled="1"/>
                  <a:tileRect/>
                </a:gradFill>
              </a:rPr>
              <a:t>Pre-Requisites for Migrating SCCS to Git  ..</a:t>
            </a:r>
            <a:endParaRPr lang="en-US" dirty="0">
              <a:gradFill flip="none">
                <a:gsLst>
                  <a:gs pos="0">
                    <a:srgbClr val="A9208E"/>
                  </a:gs>
                  <a:gs pos="100000">
                    <a:srgbClr val="343C98"/>
                  </a:gs>
                </a:gsLst>
                <a:lin ang="10800000" scaled="1"/>
                <a:tileRect/>
              </a:gradFill>
              <a:cs typeface="Arial" panose="020B0604020202020204"/>
            </a:endParaRPr>
          </a:p>
          <a:p>
            <a:endParaRPr dirty="0">
              <a:gradFill flip="none">
                <a:gsLst>
                  <a:gs pos="0">
                    <a:srgbClr val="A9208E"/>
                  </a:gs>
                  <a:gs pos="100000">
                    <a:srgbClr val="343C98"/>
                  </a:gs>
                </a:gsLst>
                <a:lin ang="10800000" scaled="1"/>
                <a:tileRect/>
              </a:gradFill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E0389-7425-CD95-2FC3-AEAC82CA8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44"/>
            <a:ext cx="10515600" cy="41757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  <a:defRPr sz="1800"/>
            </a:pPr>
            <a:r>
              <a:rPr lang="en-US" sz="1800" b="1" dirty="0"/>
              <a:t>Git : We Have Git installed and working</a:t>
            </a:r>
          </a:p>
          <a:p>
            <a:pPr lvl="1">
              <a:buFont typeface="Courier New"/>
              <a:buChar char="o"/>
              <a:defRPr sz="1800"/>
            </a:pPr>
            <a:r>
              <a:rPr lang="en-US" sz="1400" dirty="0">
                <a:ea typeface="+mn-lt"/>
                <a:cs typeface="+mn-lt"/>
              </a:rPr>
              <a:t>we already have 2.43.5.</a:t>
            </a:r>
            <a:endParaRPr lang="en-US" sz="1400">
              <a:ea typeface="+mn-lt"/>
              <a:cs typeface="+mn-lt"/>
            </a:endParaRPr>
          </a:p>
          <a:p>
            <a:pPr lvl="1">
              <a:buFont typeface="Courier New"/>
              <a:buChar char="o"/>
              <a:defRPr sz="1800"/>
            </a:pPr>
            <a:r>
              <a:rPr lang="en-US" sz="1400" dirty="0">
                <a:ea typeface="+mn-lt"/>
                <a:cs typeface="+mn-lt"/>
              </a:rPr>
              <a:t>Final destination system.</a:t>
            </a:r>
          </a:p>
          <a:p>
            <a:pPr lvl="1">
              <a:buFont typeface="Courier New"/>
              <a:buChar char="o"/>
              <a:defRPr sz="1800"/>
            </a:pPr>
            <a:r>
              <a:rPr lang="en-US" sz="1400" dirty="0">
                <a:ea typeface="+mn-lt"/>
                <a:cs typeface="+mn-lt"/>
              </a:rPr>
              <a:t>Will need either:</a:t>
            </a:r>
          </a:p>
          <a:p>
            <a:pPr marL="518795" lvl="2" indent="-175895">
              <a:buFont typeface="Courier New"/>
              <a:buChar char="o"/>
              <a:defRPr sz="1800"/>
            </a:pPr>
            <a:r>
              <a:rPr lang="en-US" sz="1300" dirty="0">
                <a:ea typeface="+mn-lt"/>
                <a:cs typeface="+mn-lt"/>
              </a:rPr>
              <a:t>git fast-import (for scripted imports), or</a:t>
            </a:r>
          </a:p>
          <a:p>
            <a:pPr marL="518795" lvl="2" indent="-175895">
              <a:buFont typeface="Courier New"/>
              <a:buChar char="o"/>
              <a:defRPr sz="1800"/>
            </a:pPr>
            <a:r>
              <a:rPr lang="en-US" sz="1300" dirty="0">
                <a:ea typeface="+mn-lt"/>
                <a:cs typeface="+mn-lt"/>
              </a:rPr>
              <a:t>cvs2git (if using CVS path)</a:t>
            </a:r>
            <a:r>
              <a:rPr lang="en-US" sz="1800" b="1" dirty="0"/>
              <a:t>.</a:t>
            </a:r>
          </a:p>
          <a:p>
            <a:pPr marL="342900" lvl="2" indent="0">
              <a:buNone/>
              <a:defRPr sz="1800"/>
            </a:pPr>
            <a:endParaRPr lang="en-US" sz="1800" b="1" dirty="0">
              <a:cs typeface="Arial" panose="020B0604020202020204"/>
            </a:endParaRPr>
          </a:p>
          <a:p>
            <a:pPr lvl="1">
              <a:buNone/>
              <a:defRPr sz="1800"/>
            </a:pPr>
            <a:r>
              <a:rPr lang="en-US" sz="1800" b="1" dirty="0"/>
              <a:t>CVS2SVN : We need to Install cvs2svn / cvs2git tools</a:t>
            </a:r>
            <a:endParaRPr lang="en-US" sz="1800" b="1" dirty="0">
              <a:cs typeface="Arial"/>
            </a:endParaRPr>
          </a:p>
          <a:p>
            <a:pPr lvl="1">
              <a:buClr>
                <a:srgbClr val="A9208E"/>
              </a:buClr>
              <a:buFont typeface="Courier New"/>
              <a:buChar char="o"/>
              <a:defRPr sz="1800"/>
            </a:pPr>
            <a:r>
              <a:rPr lang="en-US" sz="1400" dirty="0">
                <a:ea typeface="+mn-lt"/>
                <a:cs typeface="+mn-lt"/>
              </a:rPr>
              <a:t>Usually packaged as cvs2svn.</a:t>
            </a:r>
          </a:p>
          <a:p>
            <a:pPr lvl="1">
              <a:buClr>
                <a:srgbClr val="A9208E"/>
              </a:buClr>
              <a:buFont typeface="Courier New"/>
              <a:buChar char="o"/>
              <a:defRPr sz="1800"/>
            </a:pPr>
            <a:r>
              <a:rPr lang="en-US" sz="1400" dirty="0">
                <a:ea typeface="+mn-lt"/>
                <a:cs typeface="+mn-lt"/>
              </a:rPr>
              <a:t>Converts CVS repos to Git directly, preserving history and metadata.</a:t>
            </a:r>
          </a:p>
          <a:p>
            <a:pPr lvl="1">
              <a:buClr>
                <a:srgbClr val="A9208E"/>
              </a:buClr>
              <a:buFont typeface="Courier New"/>
              <a:buChar char="o"/>
              <a:defRPr sz="1800"/>
            </a:pPr>
            <a:endParaRPr lang="en-US" sz="1400" dirty="0"/>
          </a:p>
          <a:p>
            <a:pPr marL="174625" lvl="1" indent="0">
              <a:buNone/>
              <a:defRPr sz="1800"/>
            </a:pPr>
            <a:r>
              <a:rPr lang="en-US" sz="1800" b="1" dirty="0"/>
              <a:t>Create an authors mapping file (recommended)</a:t>
            </a:r>
            <a:endParaRPr lang="en-US" sz="1600" dirty="0">
              <a:cs typeface="Arial"/>
            </a:endParaRPr>
          </a:p>
          <a:p>
            <a:pPr lvl="1">
              <a:buClr>
                <a:srgbClr val="A9208E"/>
              </a:buClr>
              <a:buFont typeface="Courier New"/>
              <a:buChar char="o"/>
              <a:defRPr sz="1800"/>
            </a:pPr>
            <a:r>
              <a:rPr lang="en-US" sz="1400" dirty="0">
                <a:ea typeface="+mn-lt"/>
                <a:cs typeface="+mn-lt"/>
              </a:rPr>
              <a:t>Example: authors.txt</a:t>
            </a:r>
          </a:p>
          <a:p>
            <a:pPr lvl="1">
              <a:buClr>
                <a:srgbClr val="A9208E"/>
              </a:buClr>
              <a:buFont typeface="Courier New"/>
              <a:buChar char="o"/>
              <a:defRPr sz="1800"/>
            </a:pPr>
            <a:r>
              <a:rPr lang="en-US" sz="1400" err="1">
                <a:ea typeface="+mn-lt"/>
                <a:cs typeface="+mn-lt"/>
              </a:rPr>
              <a:t>jdoe</a:t>
            </a:r>
            <a:r>
              <a:rPr lang="en-US" sz="1400" dirty="0">
                <a:ea typeface="+mn-lt"/>
                <a:cs typeface="+mn-lt"/>
              </a:rPr>
              <a:t> = John Doe &lt;</a:t>
            </a:r>
            <a:r>
              <a:rPr lang="en-US" sz="1400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jdoe@example.com</a:t>
            </a:r>
            <a:r>
              <a:rPr lang="en-US" sz="1400" dirty="0">
                <a:ea typeface="+mn-lt"/>
                <a:cs typeface="+mn-lt"/>
              </a:rPr>
              <a:t>&gt;</a:t>
            </a:r>
            <a:r>
              <a:rPr lang="en-US" sz="1400" err="1">
                <a:ea typeface="+mn-lt"/>
                <a:cs typeface="+mn-lt"/>
              </a:rPr>
              <a:t>mjane</a:t>
            </a:r>
            <a:r>
              <a:rPr lang="en-US" sz="1400" dirty="0">
                <a:ea typeface="+mn-lt"/>
                <a:cs typeface="+mn-lt"/>
              </a:rPr>
              <a:t> = Mary Jane &lt;</a:t>
            </a:r>
            <a:r>
              <a:rPr lang="en-US" sz="1400" dirty="0"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mjane@example.com</a:t>
            </a:r>
            <a:r>
              <a:rPr lang="en-US" sz="1400" dirty="0">
                <a:ea typeface="+mn-lt"/>
                <a:cs typeface="+mn-lt"/>
              </a:rPr>
              <a:t>&gt; </a:t>
            </a:r>
          </a:p>
          <a:p>
            <a:pPr lvl="1">
              <a:buClr>
                <a:srgbClr val="A9208E"/>
              </a:buClr>
              <a:buFont typeface="Courier New"/>
              <a:buChar char="o"/>
              <a:defRPr sz="1800"/>
            </a:pPr>
            <a:r>
              <a:rPr lang="en-US" sz="1400" dirty="0">
                <a:ea typeface="+mn-lt"/>
                <a:cs typeface="+mn-lt"/>
              </a:rPr>
              <a:t>Used during migration so Git commits have proper author names/emails instead of cryptic SCCS user IDs.</a:t>
            </a:r>
          </a:p>
          <a:p>
            <a:pPr lvl="1">
              <a:buNone/>
              <a:defRPr sz="1800"/>
            </a:pPr>
            <a:r>
              <a:rPr lang="en-US" dirty="0">
                <a:cs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2638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F32FD-800F-DEED-9E23-C6A2008C7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42F4-7BAA-3FF9-C91C-CD5E91150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b="1" dirty="0">
                <a:gradFill flip="none">
                  <a:gsLst>
                    <a:gs pos="0">
                      <a:srgbClr val="A9208E"/>
                    </a:gs>
                    <a:gs pos="100000">
                      <a:srgbClr val="343C98"/>
                    </a:gs>
                  </a:gsLst>
                  <a:lin ang="10800000" scaled="1"/>
                  <a:tileRect/>
                </a:gradFill>
              </a:rPr>
              <a:t>Pre-Requisites for Migrating SCCS to Git .. </a:t>
            </a:r>
            <a:endParaRPr lang="en-US" dirty="0">
              <a:gradFill flip="none">
                <a:gsLst>
                  <a:gs pos="0">
                    <a:srgbClr val="A9208E"/>
                  </a:gs>
                  <a:gs pos="100000">
                    <a:srgbClr val="343C98"/>
                  </a:gs>
                </a:gsLst>
                <a:lin ang="10800000" scaled="1"/>
                <a:tileRect/>
              </a:gradFill>
              <a:cs typeface="Arial" panose="020B0604020202020204"/>
            </a:endParaRPr>
          </a:p>
          <a:p>
            <a:endParaRPr dirty="0">
              <a:gradFill flip="none">
                <a:gsLst>
                  <a:gs pos="0">
                    <a:srgbClr val="A9208E"/>
                  </a:gs>
                  <a:gs pos="100000">
                    <a:srgbClr val="343C98"/>
                  </a:gs>
                </a:gsLst>
                <a:lin ang="10800000" scaled="1"/>
                <a:tileRect/>
              </a:gradFill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9D4E6-F1C3-7A13-4FD7-32F3FE255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525" y="1269063"/>
            <a:ext cx="10989275" cy="4247793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1">
              <a:buNone/>
              <a:defRPr sz="1800"/>
            </a:pPr>
            <a:r>
              <a:rPr lang="en-US" sz="1800" b="1" dirty="0"/>
              <a:t>Backup everything</a:t>
            </a:r>
          </a:p>
          <a:p>
            <a:pPr>
              <a:buClr>
                <a:srgbClr val="A9208E"/>
              </a:buClr>
              <a:buFont typeface="Arial,Sans-Serif"/>
              <a:buChar char="•"/>
              <a:defRPr sz="1800"/>
            </a:pPr>
            <a:r>
              <a:rPr lang="en-US" dirty="0">
                <a:ea typeface="+mn-lt"/>
                <a:cs typeface="+mn-lt"/>
              </a:rPr>
              <a:t>Archive SCCS repo : </a:t>
            </a:r>
            <a:r>
              <a:rPr lang="en-US" dirty="0">
                <a:latin typeface="Arial"/>
                <a:ea typeface="+mn-lt"/>
                <a:cs typeface="+mn-lt"/>
              </a:rPr>
              <a:t>Store in a safe place before experimenting</a:t>
            </a:r>
          </a:p>
          <a:p>
            <a:pPr lvl="1" indent="0">
              <a:buNone/>
              <a:defRPr sz="1800"/>
            </a:pPr>
            <a:r>
              <a:rPr lang="en-US" sz="1400" b="1" dirty="0">
                <a:latin typeface="Arial"/>
                <a:ea typeface="+mn-lt"/>
                <a:cs typeface="+mn-lt"/>
              </a:rPr>
              <a:t>tar -</a:t>
            </a:r>
            <a:r>
              <a:rPr lang="en-US" sz="1400" b="1" err="1">
                <a:latin typeface="Arial"/>
                <a:ea typeface="+mn-lt"/>
                <a:cs typeface="+mn-lt"/>
              </a:rPr>
              <a:t>czf</a:t>
            </a:r>
            <a:r>
              <a:rPr lang="en-US" sz="1400" b="1" dirty="0">
                <a:latin typeface="Arial"/>
                <a:ea typeface="+mn-lt"/>
                <a:cs typeface="+mn-lt"/>
              </a:rPr>
              <a:t> </a:t>
            </a:r>
            <a:r>
              <a:rPr lang="en-US" sz="1400" b="1" err="1">
                <a:latin typeface="Arial"/>
                <a:ea typeface="+mn-lt"/>
                <a:cs typeface="+mn-lt"/>
              </a:rPr>
              <a:t>sccs_backup</a:t>
            </a:r>
            <a:r>
              <a:rPr lang="en-US" sz="1400" b="1" dirty="0">
                <a:latin typeface="Arial"/>
                <a:ea typeface="+mn-lt"/>
                <a:cs typeface="+mn-lt"/>
              </a:rPr>
              <a:t>_$(date +%F).tar.gz /path</a:t>
            </a:r>
            <a:r>
              <a:rPr lang="en-US" sz="1400" b="1" dirty="0">
                <a:latin typeface="Arial"/>
                <a:cs typeface="Arial"/>
              </a:rPr>
              <a:t>/</a:t>
            </a:r>
            <a:r>
              <a:rPr lang="en-US" sz="1400" b="1" dirty="0">
                <a:latin typeface="Arial"/>
                <a:ea typeface="+mn-lt"/>
                <a:cs typeface="+mn-lt"/>
              </a:rPr>
              <a:t>to/SCCS</a:t>
            </a:r>
          </a:p>
          <a:p>
            <a:pPr lvl="1" indent="0">
              <a:buNone/>
              <a:defRPr sz="1800"/>
            </a:pPr>
            <a:endParaRPr lang="en-US" sz="1400" b="1" dirty="0">
              <a:cs typeface="Arial"/>
            </a:endParaRPr>
          </a:p>
          <a:p>
            <a:pPr lvl="1" indent="0">
              <a:buNone/>
              <a:defRPr sz="1800"/>
            </a:pPr>
            <a:r>
              <a:rPr lang="en-US" sz="1800" b="1" dirty="0">
                <a:cs typeface="Arial"/>
              </a:rPr>
              <a:t>Summary</a:t>
            </a:r>
            <a:r>
              <a:rPr lang="en-US" sz="1400" b="1" dirty="0">
                <a:cs typeface="Arial"/>
              </a:rPr>
              <a:t> :</a:t>
            </a:r>
          </a:p>
          <a:p>
            <a:pPr lvl="1" indent="0">
              <a:buNone/>
              <a:defRPr sz="1800"/>
            </a:pPr>
            <a:endParaRPr lang="en-US" sz="1400" b="1" dirty="0">
              <a:ea typeface="+mn-lt"/>
              <a:cs typeface="+mn-lt"/>
            </a:endParaRPr>
          </a:p>
          <a:p>
            <a:pPr lvl="1" indent="0">
              <a:buNone/>
              <a:defRPr sz="1800"/>
            </a:pPr>
            <a:endParaRPr lang="en-US" sz="1400" b="1" dirty="0">
              <a:cs typeface="Arial"/>
            </a:endParaRPr>
          </a:p>
          <a:p>
            <a:pPr>
              <a:buClr>
                <a:srgbClr val="A9208E"/>
              </a:buClr>
              <a:buFont typeface="Arial"/>
              <a:buChar char="•"/>
              <a:defRPr sz="1800"/>
            </a:pPr>
            <a:endParaRPr lang="en-US" dirty="0">
              <a:cs typeface="Arial"/>
            </a:endParaRPr>
          </a:p>
          <a:p>
            <a:pPr marL="0" indent="0">
              <a:buClr>
                <a:srgbClr val="A9208E"/>
              </a:buClr>
              <a:buFont typeface="Arial" panose="020B0604020202020204" pitchFamily="34" charset="0"/>
              <a:buNone/>
              <a:defRPr sz="1800"/>
            </a:pPr>
            <a:endParaRPr lang="en-US" b="1" dirty="0">
              <a:cs typeface="Arial"/>
            </a:endParaRPr>
          </a:p>
          <a:p>
            <a:pPr lvl="1">
              <a:buNone/>
              <a:defRPr sz="1800"/>
            </a:pPr>
            <a:r>
              <a:rPr lang="en-US" dirty="0">
                <a:cs typeface="Arial"/>
              </a:rPr>
              <a:t>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5883B1-E99F-373A-FF53-E8ED72658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628690"/>
              </p:ext>
            </p:extLst>
          </p:nvPr>
        </p:nvGraphicFramePr>
        <p:xfrm>
          <a:off x="689919" y="2945027"/>
          <a:ext cx="10336491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8804">
                  <a:extLst>
                    <a:ext uri="{9D8B030D-6E8A-4147-A177-3AD203B41FA5}">
                      <a16:colId xmlns:a16="http://schemas.microsoft.com/office/drawing/2014/main" val="734192509"/>
                    </a:ext>
                  </a:extLst>
                </a:gridCol>
                <a:gridCol w="3906630">
                  <a:extLst>
                    <a:ext uri="{9D8B030D-6E8A-4147-A177-3AD203B41FA5}">
                      <a16:colId xmlns:a16="http://schemas.microsoft.com/office/drawing/2014/main" val="2047636347"/>
                    </a:ext>
                  </a:extLst>
                </a:gridCol>
                <a:gridCol w="4511057">
                  <a:extLst>
                    <a:ext uri="{9D8B030D-6E8A-4147-A177-3AD203B41FA5}">
                      <a16:colId xmlns:a16="http://schemas.microsoft.com/office/drawing/2014/main" val="506417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Step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Why it 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105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SCCS-RCS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Convert per-file SCCS deltas into RCS format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Makes history readable by CVS/Git tools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684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RCS-CVS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</a:rPr>
                        <a:t>Import into CVS repo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Groups History across files, closer to 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136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CVS-Git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</a:rPr>
                        <a:t>Run cvs2git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Preserves </a:t>
                      </a:r>
                      <a:r>
                        <a:rPr lang="en-US" dirty="0" err="1"/>
                        <a:t>branches,authors,timestamps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34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Cleanup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Authors, </a:t>
                      </a:r>
                      <a:r>
                        <a:rPr lang="en-US" dirty="0" err="1"/>
                        <a:t>Messages,Attributes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Makes History human-usable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246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Publish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Step to move to </a:t>
                      </a:r>
                      <a:r>
                        <a:rPr lang="en-US" dirty="0" err="1"/>
                        <a:t>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262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462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712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E4B39E-582E-507B-1821-8AB4611F1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4" y="1468876"/>
            <a:ext cx="5180727" cy="36089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43EBF6-4B6B-1115-4380-53B10C54F77E}"/>
              </a:ext>
            </a:extLst>
          </p:cNvPr>
          <p:cNvSpPr txBox="1"/>
          <p:nvPr/>
        </p:nvSpPr>
        <p:spPr>
          <a:xfrm>
            <a:off x="6449438" y="1468876"/>
            <a:ext cx="4767342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 sz="1800"/>
            </a:pPr>
            <a:r>
              <a:rPr lang="en-US"/>
              <a:t>Phase 1: SCCS Backup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 sz="1800"/>
            </a:pPr>
            <a:r>
              <a:rPr lang="en-US"/>
              <a:t>Phase 2: Convert SCCS to RCS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 sz="1800"/>
            </a:pPr>
            <a:r>
              <a:rPr lang="en-US"/>
              <a:t>Phase 3: Convert RCS to CVS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 sz="1800"/>
            </a:pPr>
            <a:r>
              <a:rPr lang="en-US"/>
              <a:t>Phase 4: Convert CVS to Git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 sz="1800"/>
            </a:pPr>
            <a:r>
              <a:rPr lang="en-US"/>
              <a:t>Phase 5: Git Repository Cleanup &amp; Tagging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97BD6D-F1A8-BD82-4554-6EDA124F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460" y="200392"/>
            <a:ext cx="10875818" cy="1005840"/>
          </a:xfrm>
        </p:spPr>
        <p:txBody>
          <a:bodyPr/>
          <a:lstStyle/>
          <a:p>
            <a:r>
              <a:rPr lang="en-US"/>
              <a:t>Migration Flow  &amp; RoadMap</a:t>
            </a:r>
          </a:p>
        </p:txBody>
      </p:sp>
    </p:spTree>
    <p:extLst>
      <p:ext uri="{BB962C8B-B14F-4D97-AF65-F5344CB8AC3E}">
        <p14:creationId xmlns:p14="http://schemas.microsoft.com/office/powerpoint/2010/main" val="1825834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Tools: sccs, rcs, cvs, cvs2git/cvs-fast-export, shell scripts</a:t>
            </a:r>
          </a:p>
          <a:p>
            <a:pPr>
              <a:defRPr sz="1800"/>
            </a:pPr>
            <a:r>
              <a:t>Environment: Linux/macOS with development tools</a:t>
            </a:r>
          </a:p>
          <a:p>
            <a:pPr>
              <a:defRPr sz="1800"/>
            </a:pPr>
            <a:r>
              <a:t>Pre-reqs: Read access to SCCS, sufficient disk space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</a:t>
            </a:r>
            <a:r>
              <a:t> 1 – SCCS 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Command: find . -name 's.*' -exec cp --parents {} /backup/sccs_repo/ \;</a:t>
            </a:r>
          </a:p>
          <a:p>
            <a:pPr>
              <a:defRPr sz="1800"/>
            </a:pPr>
            <a:r>
              <a:t>Note: Preserve full directory structure and validate integrity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</a:t>
            </a:r>
            <a:r>
              <a:t> 2 – Convert SCCS to RCS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/>
          </a:p>
          <a:p>
            <a:pPr>
              <a:defRPr sz="1800"/>
            </a:pPr>
            <a:r>
              <a:rPr dirty="0"/>
              <a:t>Use custom script or sccs2rcs.sh tool</a:t>
            </a:r>
            <a:endParaRPr dirty="0">
              <a:cs typeface="Arial"/>
            </a:endParaRPr>
          </a:p>
          <a:p>
            <a:pPr>
              <a:defRPr sz="1800"/>
            </a:pPr>
            <a:r>
              <a:rPr dirty="0"/>
              <a:t>Each s.* becomes *,v in RCS format</a:t>
            </a:r>
            <a:endParaRPr dirty="0">
              <a:cs typeface="Arial"/>
            </a:endParaRPr>
          </a:p>
          <a:p>
            <a:pPr>
              <a:defRPr sz="1800"/>
            </a:pPr>
            <a:r>
              <a:rPr dirty="0"/>
              <a:t>Ensure metadata is preserved</a:t>
            </a:r>
            <a:endParaRPr dirty="0">
              <a:cs typeface="Arial"/>
            </a:endParaRPr>
          </a:p>
          <a:p>
            <a:pPr marL="0" indent="0">
              <a:buNone/>
              <a:defRPr sz="1800"/>
            </a:pPr>
            <a:r>
              <a:rPr lang="en-US" b="1" dirty="0">
                <a:ea typeface="+mn-lt"/>
                <a:cs typeface="+mn-lt"/>
              </a:rPr>
              <a:t>Tool: sccs2rcs (sometimes bundled) or scripts that replay SCCS deltas into RCS ,v files.</a:t>
            </a:r>
            <a:endParaRPr lang="en-US" b="1" dirty="0">
              <a:cs typeface="Arial" panose="020B0604020202020204"/>
            </a:endParaRPr>
          </a:p>
          <a:p>
            <a:pPr>
              <a:defRPr sz="1800"/>
            </a:pPr>
            <a:r>
              <a:rPr lang="en-US" b="1" dirty="0">
                <a:ea typeface="+mn-lt"/>
                <a:cs typeface="+mn-lt"/>
              </a:rPr>
              <a:t>What it does:</a:t>
            </a:r>
            <a:endParaRPr lang="en-US" b="1" dirty="0"/>
          </a:p>
          <a:p>
            <a:pPr lvl="1">
              <a:buFont typeface="System Font Regular" panose="020B0604020202020204" pitchFamily="34" charset="0"/>
              <a:buChar char="–"/>
              <a:defRPr sz="1800"/>
            </a:pPr>
            <a:r>
              <a:rPr lang="en-US" dirty="0">
                <a:ea typeface="+mn-lt"/>
                <a:cs typeface="+mn-lt"/>
              </a:rPr>
              <a:t>Reads SCCS delta files (SCCS/</a:t>
            </a:r>
            <a:r>
              <a:rPr lang="en-US" dirty="0" err="1">
                <a:ea typeface="+mn-lt"/>
                <a:cs typeface="+mn-lt"/>
              </a:rPr>
              <a:t>s.file.c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pPr lvl="1">
              <a:buFont typeface="System Font Regular" panose="020B0604020202020204" pitchFamily="34" charset="0"/>
              <a:buChar char="–"/>
              <a:defRPr sz="1800"/>
            </a:pPr>
            <a:r>
              <a:rPr lang="en-US" dirty="0">
                <a:ea typeface="+mn-lt"/>
                <a:cs typeface="+mn-lt"/>
              </a:rPr>
              <a:t>Writes equivalent RCS files (</a:t>
            </a:r>
            <a:r>
              <a:rPr lang="en-US" dirty="0" err="1">
                <a:ea typeface="+mn-lt"/>
                <a:cs typeface="+mn-lt"/>
              </a:rPr>
              <a:t>file.c,v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pPr lvl="1">
              <a:buFont typeface="System Font Regular" panose="020B0604020202020204" pitchFamily="34" charset="0"/>
              <a:buChar char="–"/>
              <a:defRPr sz="1800"/>
            </a:pPr>
            <a:r>
              <a:rPr lang="en-US" dirty="0">
                <a:ea typeface="+mn-lt"/>
                <a:cs typeface="+mn-lt"/>
              </a:rPr>
              <a:t>Preserves revision numbers, dates, authors, comments.</a:t>
            </a:r>
            <a:endParaRPr lang="en-US" dirty="0"/>
          </a:p>
          <a:p>
            <a:pPr>
              <a:defRPr sz="1800"/>
            </a:pPr>
            <a:r>
              <a:rPr lang="en-US" b="1" dirty="0">
                <a:ea typeface="+mn-lt"/>
                <a:cs typeface="+mn-lt"/>
              </a:rPr>
              <a:t>Why:</a:t>
            </a:r>
            <a:r>
              <a:rPr lang="en-US" dirty="0">
                <a:ea typeface="+mn-lt"/>
                <a:cs typeface="+mn-lt"/>
              </a:rPr>
              <a:t> RCS is easier to work with since CVS and Git tools understand RCS format natively.</a:t>
            </a:r>
            <a:endParaRPr lang="en-US" dirty="0"/>
          </a:p>
          <a:p>
            <a:pPr>
              <a:defRPr sz="1800"/>
            </a:pPr>
            <a:endParaRPr lang="en-US" dirty="0"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</a:t>
            </a:r>
            <a:r>
              <a:t> 3 – Convert RCS to CVS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/>
          </a:p>
          <a:p>
            <a:pPr>
              <a:defRPr sz="1800"/>
            </a:pPr>
            <a:r>
              <a:rPr dirty="0"/>
              <a:t>Command: mv *,v to CVSROOT/ and </a:t>
            </a:r>
            <a:r>
              <a:rPr dirty="0" err="1"/>
              <a:t>cvs</a:t>
            </a:r>
            <a:r>
              <a:rPr dirty="0"/>
              <a:t> import</a:t>
            </a:r>
            <a:endParaRPr dirty="0">
              <a:cs typeface="Arial"/>
            </a:endParaRPr>
          </a:p>
          <a:p>
            <a:pPr>
              <a:defRPr sz="1800"/>
            </a:pPr>
            <a:r>
              <a:rPr dirty="0"/>
              <a:t>Ensure commit history is preserved</a:t>
            </a:r>
            <a:endParaRPr dirty="0">
              <a:cs typeface="Arial"/>
            </a:endParaRPr>
          </a:p>
          <a:p>
            <a:pPr>
              <a:defRPr sz="1800"/>
            </a:pPr>
            <a:endParaRPr lang="en-US" dirty="0">
              <a:cs typeface="Arial"/>
            </a:endParaRPr>
          </a:p>
          <a:p>
            <a:pPr marL="0" indent="0">
              <a:buNone/>
              <a:defRPr sz="1800"/>
            </a:pPr>
            <a:r>
              <a:rPr lang="en-US" b="1" dirty="0">
                <a:ea typeface="+mn-lt"/>
                <a:cs typeface="+mn-lt"/>
              </a:rPr>
              <a:t>Tool: </a:t>
            </a:r>
            <a:r>
              <a:rPr lang="en-US" b="1" dirty="0" err="1">
                <a:ea typeface="+mn-lt"/>
                <a:cs typeface="+mn-lt"/>
              </a:rPr>
              <a:t>cvs</a:t>
            </a:r>
            <a:r>
              <a:rPr lang="en-US" b="1" dirty="0">
                <a:ea typeface="+mn-lt"/>
                <a:cs typeface="+mn-lt"/>
              </a:rPr>
              <a:t> import</a:t>
            </a:r>
          </a:p>
          <a:p>
            <a:pPr>
              <a:defRPr sz="1800"/>
            </a:pPr>
            <a:r>
              <a:rPr lang="en-US" b="1" dirty="0">
                <a:ea typeface="+mn-lt"/>
                <a:cs typeface="+mn-lt"/>
              </a:rPr>
              <a:t>What it does:</a:t>
            </a:r>
          </a:p>
          <a:p>
            <a:pPr lvl="1">
              <a:buFont typeface="System Font Regular" panose="020B0604020202020204" pitchFamily="34" charset="0"/>
              <a:buChar char="–"/>
              <a:defRPr sz="1800"/>
            </a:pPr>
            <a:r>
              <a:rPr lang="en-US" dirty="0">
                <a:ea typeface="+mn-lt"/>
                <a:cs typeface="+mn-lt"/>
              </a:rPr>
              <a:t>Imports RCS-controlled files into a CVS repository.</a:t>
            </a:r>
          </a:p>
          <a:p>
            <a:pPr lvl="1">
              <a:buFont typeface="System Font Regular" panose="020B0604020202020204" pitchFamily="34" charset="0"/>
              <a:buChar char="–"/>
              <a:defRPr sz="1800"/>
            </a:pPr>
            <a:r>
              <a:rPr lang="en-US" dirty="0">
                <a:ea typeface="+mn-lt"/>
                <a:cs typeface="+mn-lt"/>
              </a:rPr>
              <a:t>Creates a project-level repo instead of independent file histories.</a:t>
            </a:r>
          </a:p>
          <a:p>
            <a:pPr lvl="1">
              <a:buFont typeface="System Font Regular" panose="020B0604020202020204" pitchFamily="34" charset="0"/>
              <a:buChar char="–"/>
              <a:defRPr sz="1800"/>
            </a:pPr>
            <a:r>
              <a:rPr lang="en-US" dirty="0">
                <a:ea typeface="+mn-lt"/>
                <a:cs typeface="+mn-lt"/>
              </a:rPr>
              <a:t>Groups changes so tools like cvs2git can produce better commits.</a:t>
            </a:r>
          </a:p>
          <a:p>
            <a:pPr>
              <a:defRPr sz="1800"/>
            </a:pPr>
            <a:r>
              <a:rPr lang="en-US" b="1" dirty="0">
                <a:ea typeface="+mn-lt"/>
                <a:cs typeface="+mn-lt"/>
              </a:rPr>
              <a:t>Why:</a:t>
            </a:r>
            <a:r>
              <a:rPr lang="en-US" dirty="0">
                <a:ea typeface="+mn-lt"/>
                <a:cs typeface="+mn-lt"/>
              </a:rPr>
              <a:t> CVS gives you multi-file commits (closer to Git’s model).</a:t>
            </a:r>
          </a:p>
          <a:p>
            <a:pPr>
              <a:defRPr sz="1800"/>
            </a:pPr>
            <a:endParaRPr lang="en-US" dirty="0"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</a:t>
            </a:r>
            <a:r>
              <a:t> 4 – CVS to Git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/>
          </a:p>
          <a:p>
            <a:pPr>
              <a:defRPr sz="1800"/>
            </a:pPr>
            <a:r>
              <a:rPr dirty="0"/>
              <a:t>Tool: cvs2git or </a:t>
            </a:r>
            <a:r>
              <a:rPr err="1"/>
              <a:t>cvs</a:t>
            </a:r>
            <a:r>
              <a:rPr dirty="0"/>
              <a:t>-fast-export</a:t>
            </a:r>
            <a:endParaRPr dirty="0">
              <a:cs typeface="Arial"/>
            </a:endParaRPr>
          </a:p>
          <a:p>
            <a:pPr>
              <a:defRPr sz="1800"/>
            </a:pPr>
            <a:r>
              <a:rPr dirty="0"/>
              <a:t>Command: cvs2git --blobfile=blob.dat --dumpfile=dump.dat</a:t>
            </a:r>
            <a:endParaRPr dirty="0">
              <a:cs typeface="Arial"/>
            </a:endParaRPr>
          </a:p>
          <a:p>
            <a:pPr>
              <a:defRPr sz="1800"/>
            </a:pPr>
            <a:r>
              <a:rPr dirty="0"/>
              <a:t>Result: Git repository with preserved history</a:t>
            </a:r>
            <a:endParaRPr dirty="0">
              <a:cs typeface="Arial"/>
            </a:endParaRPr>
          </a:p>
          <a:p>
            <a:pPr>
              <a:defRPr sz="1800"/>
            </a:pPr>
            <a:endParaRPr lang="en-US" dirty="0">
              <a:cs typeface="Arial"/>
            </a:endParaRPr>
          </a:p>
          <a:p>
            <a:pPr marL="0" indent="0">
              <a:buNone/>
              <a:defRPr sz="1800"/>
            </a:pPr>
            <a:r>
              <a:rPr lang="en-US" b="1" dirty="0">
                <a:ea typeface="+mn-lt"/>
                <a:cs typeface="+mn-lt"/>
              </a:rPr>
              <a:t>Tool: cvs2git (part of cvs2svn)</a:t>
            </a:r>
            <a:endParaRPr lang="en-US" b="1" dirty="0">
              <a:cs typeface="Arial"/>
            </a:endParaRPr>
          </a:p>
          <a:p>
            <a:pPr>
              <a:defRPr sz="1800"/>
            </a:pPr>
            <a:r>
              <a:rPr lang="en-US" b="1" dirty="0">
                <a:ea typeface="+mn-lt"/>
                <a:cs typeface="+mn-lt"/>
              </a:rPr>
              <a:t>What it does:</a:t>
            </a:r>
            <a:endParaRPr lang="en-US" b="1" dirty="0"/>
          </a:p>
          <a:p>
            <a:pPr lvl="1">
              <a:buFont typeface="System Font Regular" panose="020B0604020202020204" pitchFamily="34" charset="0"/>
              <a:buChar char="–"/>
              <a:defRPr sz="1800"/>
            </a:pPr>
            <a:r>
              <a:rPr lang="en-US" dirty="0">
                <a:ea typeface="+mn-lt"/>
                <a:cs typeface="+mn-lt"/>
              </a:rPr>
              <a:t>Converts CVS repository into a Git fast-import stream.</a:t>
            </a:r>
            <a:endParaRPr lang="en-US"/>
          </a:p>
          <a:p>
            <a:pPr lvl="1">
              <a:buFont typeface="System Font Regular" panose="020B0604020202020204" pitchFamily="34" charset="0"/>
              <a:buChar char="–"/>
              <a:defRPr sz="1800"/>
            </a:pPr>
            <a:r>
              <a:rPr lang="en-US" dirty="0">
                <a:ea typeface="+mn-lt"/>
                <a:cs typeface="+mn-lt"/>
              </a:rPr>
              <a:t>Preserves author, dates, log messages, and tags.</a:t>
            </a:r>
            <a:endParaRPr lang="en-US"/>
          </a:p>
          <a:p>
            <a:pPr lvl="1">
              <a:buFont typeface="System Font Regular" panose="020B0604020202020204" pitchFamily="34" charset="0"/>
              <a:buChar char="–"/>
              <a:defRPr sz="1800"/>
            </a:pPr>
            <a:r>
              <a:rPr lang="en-US" dirty="0">
                <a:ea typeface="+mn-lt"/>
                <a:cs typeface="+mn-lt"/>
              </a:rPr>
              <a:t>Handles branches and symbolic names better than a direct RCS import.</a:t>
            </a:r>
            <a:endParaRPr lang="en-US"/>
          </a:p>
          <a:p>
            <a:pPr>
              <a:defRPr sz="1800"/>
            </a:pPr>
            <a:r>
              <a:rPr lang="en-US" b="1" dirty="0">
                <a:ea typeface="+mn-lt"/>
                <a:cs typeface="+mn-lt"/>
              </a:rPr>
              <a:t>Why:</a:t>
            </a:r>
            <a:r>
              <a:rPr lang="en-US" dirty="0">
                <a:ea typeface="+mn-lt"/>
                <a:cs typeface="+mn-lt"/>
              </a:rPr>
              <a:t> Git can’t read CVS directly; cvs2git bridges the gap.</a:t>
            </a:r>
            <a:endParaRPr lang="en-US"/>
          </a:p>
          <a:p>
            <a:pPr>
              <a:defRPr sz="1800"/>
            </a:pPr>
            <a:endParaRPr lang="en-US" dirty="0"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 5 - </a:t>
            </a:r>
            <a:r>
              <a:t>Post-Migration Cleanup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/>
          </a:p>
          <a:p>
            <a:pPr>
              <a:defRPr sz="1800"/>
            </a:pPr>
            <a:r>
              <a:t>Normalize authors using .</a:t>
            </a:r>
            <a:r>
              <a:rPr err="1"/>
              <a:t>mailmap</a:t>
            </a:r>
            <a:endParaRPr/>
          </a:p>
          <a:p>
            <a:pPr>
              <a:defRPr sz="1800"/>
            </a:pPr>
            <a:r>
              <a:t>Tag versions if needed</a:t>
            </a:r>
          </a:p>
          <a:p>
            <a:pPr>
              <a:defRPr sz="1800"/>
            </a:pPr>
            <a:r>
              <a:t>Setup .</a:t>
            </a:r>
            <a:r>
              <a:rPr err="1"/>
              <a:t>gitignore</a:t>
            </a:r>
            <a:r>
              <a:t>, README, and archive legacy repositories</a:t>
            </a:r>
          </a:p>
          <a:p>
            <a:pPr marL="0" indent="0">
              <a:buNone/>
              <a:defRPr sz="1800"/>
            </a:pPr>
            <a:br>
              <a:rPr lang="en-US" sz="1200">
                <a:latin typeface="Aptos"/>
                <a:cs typeface="Arial" panose="020B0604020202020204"/>
              </a:rPr>
            </a:br>
            <a:r>
              <a:rPr lang="en-US" sz="1200">
                <a:latin typeface="Aptos"/>
                <a:cs typeface="Arial" panose="020B0604020202020204"/>
              </a:rPr>
              <a:t> </a:t>
            </a:r>
            <a:br>
              <a:rPr lang="en-US" sz="1200">
                <a:latin typeface="Aptos"/>
                <a:cs typeface="Arial" panose="020B0604020202020204"/>
              </a:rPr>
            </a:br>
            <a:endParaRPr lang="en-US" sz="1200">
              <a:latin typeface="Aptos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Realized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/>
          </a:p>
          <a:p>
            <a:pPr>
              <a:defRPr sz="1800"/>
            </a:pPr>
            <a:r>
              <a:t>Centralized collaboration via GitHub/GitLab</a:t>
            </a:r>
            <a:endParaRPr>
              <a:cs typeface="Arial"/>
            </a:endParaRPr>
          </a:p>
          <a:p>
            <a:pPr>
              <a:defRPr sz="1800"/>
            </a:pPr>
            <a:r>
              <a:t>Easier branching and merging</a:t>
            </a:r>
            <a:endParaRPr>
              <a:cs typeface="Arial"/>
            </a:endParaRPr>
          </a:p>
          <a:p>
            <a:pPr>
              <a:defRPr sz="1800"/>
            </a:pPr>
            <a:r>
              <a:t>Modern CI/CD integration and improved traceability</a:t>
            </a:r>
            <a:endParaRPr lang="en-US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79EB-9DCB-5C84-4938-ED870BBF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1B52-1588-5FEA-51C5-ADC116C26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 flip="none">
                  <a:gsLst>
                    <a:gs pos="0">
                      <a:srgbClr val="A9208E"/>
                    </a:gs>
                    <a:gs pos="100000">
                      <a:srgbClr val="343C98"/>
                    </a:gs>
                  </a:gsLst>
                  <a:lin ang="10800000" scaled="1"/>
                  <a:tileRect/>
                </a:gradFill>
                <a:cs typeface="Arial" panose="020B0604020202020204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1537A-58AE-757B-C79A-C3C524931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  <a:defRPr sz="1800"/>
            </a:pPr>
            <a:r>
              <a:rPr lang="en-US"/>
              <a:t>The recommended process copies the entire SCCS directory tree first, preserving modification times and structure.</a:t>
            </a:r>
          </a:p>
          <a:p>
            <a:pPr marL="454025" lvl="1" indent="-285750">
              <a:buFont typeface="Wingdings" panose="020B0604020202020204" pitchFamily="34" charset="0"/>
              <a:buChar char="ü"/>
              <a:defRPr sz="1800"/>
            </a:pPr>
            <a:br>
              <a:rPr lang="en-US" sz="1600"/>
            </a:br>
            <a:r>
              <a:rPr lang="en-US" sz="1400"/>
              <a:t>  As you convert from SCCS to RCS and then to CVS, the project (folder/subfolder) structure remains consistent, since each version control format operates at the directory/file level and the conversion tools maintain this layout.</a:t>
            </a:r>
            <a:endParaRPr lang="en-US" sz="1600">
              <a:cs typeface="Arial"/>
            </a:endParaRPr>
          </a:p>
          <a:p>
            <a:pPr marL="454025" lvl="1" indent="-285750">
              <a:buFont typeface="Wingdings" panose="020B0604020202020204" pitchFamily="34" charset="0"/>
              <a:buChar char="ü"/>
              <a:defRPr sz="1800"/>
            </a:pPr>
            <a:br>
              <a:rPr lang="en-US" sz="1400"/>
            </a:br>
            <a:r>
              <a:rPr lang="en-US" sz="1400"/>
              <a:t> During the final step (CVS to Git, e.g., with cvs2git or git cvsimport), the directory hierarchy is imported into Git as-is. This means folders and their contents will appear as expected in the Git repository, matching the original layout.</a:t>
            </a:r>
            <a:endParaRPr lang="en-US" sz="1600">
              <a:cs typeface="Arial" panose="020B0604020202020204"/>
            </a:endParaRPr>
          </a:p>
          <a:p>
            <a:pPr marL="454025" lvl="1" indent="-285750">
              <a:buFont typeface="Wingdings" panose="020B0604020202020204" pitchFamily="34" charset="0"/>
              <a:buChar char="ü"/>
              <a:defRPr sz="1800"/>
            </a:pPr>
            <a:br>
              <a:rPr lang="en-US" sz="1400"/>
            </a:br>
            <a:r>
              <a:rPr lang="en-US" sz="1400"/>
              <a:t>  Be aware that </a:t>
            </a:r>
            <a:r>
              <a:rPr lang="en-US" sz="1400" b="1"/>
              <a:t>“empty”</a:t>
            </a:r>
            <a:r>
              <a:rPr lang="en-US" sz="1400"/>
              <a:t> folders are generally not preserved in Git, since Git tracks files—not empty directories. If you need empty directories for build processes or other reasons, you must place a placeholder file like `.</a:t>
            </a:r>
            <a:r>
              <a:rPr lang="en-US" sz="1400" err="1"/>
              <a:t>gitkeep</a:t>
            </a:r>
            <a:r>
              <a:rPr lang="en-US" sz="1400"/>
              <a:t>` in them after migration.</a:t>
            </a:r>
            <a:br>
              <a:rPr lang="en-US" sz="1600"/>
            </a:br>
            <a:r>
              <a:rPr lang="en-US" sz="1600"/>
              <a:t> </a:t>
            </a:r>
          </a:p>
          <a:p>
            <a:pPr marL="168275" lvl="1" indent="0">
              <a:buNone/>
              <a:defRPr sz="1800"/>
            </a:pPr>
            <a:r>
              <a:rPr lang="en-US" sz="1600"/>
              <a:t>In summary, with proper use of migration tools and by following the </a:t>
            </a:r>
            <a:r>
              <a:rPr lang="en-US" sz="1600" err="1"/>
              <a:t>SCCS→RCS→CVS→Git</a:t>
            </a:r>
            <a:r>
              <a:rPr lang="en-US" sz="1600"/>
              <a:t> process, your SCCS project’s folder structure will be preserved in Git. Empty directories, however, require special handling due to how Git works.</a:t>
            </a:r>
            <a:endParaRPr lang="en-US" sz="1600">
              <a:cs typeface="Arial" panose="020B0604020202020204"/>
            </a:endParaRPr>
          </a:p>
          <a:p>
            <a:pPr>
              <a:buFont typeface="Wingdings" panose="020B0604020202020204" pitchFamily="34" charset="0"/>
              <a:buChar char="Ø"/>
              <a:defRPr sz="1800"/>
            </a:pPr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7033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gradFill flip="none">
                  <a:gsLst>
                    <a:gs pos="0">
                      <a:srgbClr val="A9208E"/>
                    </a:gs>
                    <a:gs pos="100000">
                      <a:srgbClr val="343C98"/>
                    </a:gs>
                  </a:gsLst>
                  <a:lin ang="10800000" scaled="1"/>
                  <a:tileRect/>
                </a:gradFill>
              </a:rPr>
              <a:t>Q</a:t>
            </a:r>
            <a:r>
              <a:rPr lang="en-US">
                <a:gradFill flip="none">
                  <a:gsLst>
                    <a:gs pos="0">
                      <a:srgbClr val="A9208E"/>
                    </a:gs>
                    <a:gs pos="100000">
                      <a:srgbClr val="343C98"/>
                    </a:gs>
                  </a:gsLst>
                  <a:lin ang="10800000" scaled="1"/>
                  <a:tileRect/>
                </a:gradFill>
              </a:rPr>
              <a:t> </a:t>
            </a:r>
            <a:r>
              <a:rPr>
                <a:gradFill flip="none">
                  <a:gsLst>
                    <a:gs pos="0">
                      <a:srgbClr val="A9208E"/>
                    </a:gs>
                    <a:gs pos="100000">
                      <a:srgbClr val="343C98"/>
                    </a:gs>
                  </a:gsLst>
                  <a:lin ang="10800000" scaled="1"/>
                  <a:tileRect/>
                </a:gradFill>
              </a:rPr>
              <a:t>&amp;</a:t>
            </a:r>
            <a:r>
              <a:rPr lang="en-US">
                <a:gradFill flip="none">
                  <a:gsLst>
                    <a:gs pos="0">
                      <a:srgbClr val="A9208E"/>
                    </a:gs>
                    <a:gs pos="100000">
                      <a:srgbClr val="343C98"/>
                    </a:gs>
                  </a:gsLst>
                  <a:lin ang="10800000" scaled="1"/>
                  <a:tileRect/>
                </a:gradFill>
              </a:rPr>
              <a:t> </a:t>
            </a:r>
            <a:r>
              <a:rPr>
                <a:gradFill flip="none">
                  <a:gsLst>
                    <a:gs pos="0">
                      <a:srgbClr val="A9208E"/>
                    </a:gs>
                    <a:gs pos="100000">
                      <a:srgbClr val="343C98"/>
                    </a:gs>
                  </a:gsLst>
                  <a:lin ang="10800000" scaled="1"/>
                  <a:tileRect/>
                </a:gradFill>
              </a:rPr>
              <a:t>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Open floor for question</a:t>
            </a:r>
            <a:r>
              <a:rPr lang="en-US"/>
              <a:t>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8">
      <a:dk1>
        <a:srgbClr val="505050"/>
      </a:dk1>
      <a:lt1>
        <a:srgbClr val="FFFFFF"/>
      </a:lt1>
      <a:dk2>
        <a:srgbClr val="28509C"/>
      </a:dk2>
      <a:lt2>
        <a:srgbClr val="A0A0A0"/>
      </a:lt2>
      <a:accent1>
        <a:srgbClr val="A9208E"/>
      </a:accent1>
      <a:accent2>
        <a:srgbClr val="ED037C"/>
      </a:accent2>
      <a:accent3>
        <a:srgbClr val="F26530"/>
      </a:accent3>
      <a:accent4>
        <a:srgbClr val="ED1849"/>
      </a:accent4>
      <a:accent5>
        <a:srgbClr val="343C98"/>
      </a:accent5>
      <a:accent6>
        <a:srgbClr val="002E56"/>
      </a:accent6>
      <a:hlink>
        <a:srgbClr val="343C98"/>
      </a:hlink>
      <a:folHlink>
        <a:srgbClr val="A920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006767_006_PR_biomarin_template_COMMERCIAL_v20" id="{859715EB-50AB-2442-AE45-75B0B5EAB265}" vid="{E854E50F-032C-5548-BB0B-90E3F1C418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37d352f-0ae5-4fce-8040-e28eacbdec8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9C473051513B4C8DC851580AAEE383" ma:contentTypeVersion="5" ma:contentTypeDescription="Create a new document." ma:contentTypeScope="" ma:versionID="68e9bbbb8a30ac9ba9158d1a4f060296">
  <xsd:schema xmlns:xsd="http://www.w3.org/2001/XMLSchema" xmlns:xs="http://www.w3.org/2001/XMLSchema" xmlns:p="http://schemas.microsoft.com/office/2006/metadata/properties" xmlns:ns3="537d352f-0ae5-4fce-8040-e28eacbdec8c" targetNamespace="http://schemas.microsoft.com/office/2006/metadata/properties" ma:root="true" ma:fieldsID="a47dd08c8a45749b8f208b6a287701aa" ns3:_="">
    <xsd:import namespace="537d352f-0ae5-4fce-8040-e28eacbdec8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d352f-0ae5-4fce-8040-e28eacbdec8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8244CA-AA9C-4374-A857-38D8787C32EF}">
  <ds:schemaRefs>
    <ds:schemaRef ds:uri="537d352f-0ae5-4fce-8040-e28eacbdec8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B6EA68A-2C06-4E2E-B3AF-AB195A0E5B61}">
  <ds:schemaRefs>
    <ds:schemaRef ds:uri="537d352f-0ae5-4fce-8040-e28eacbdec8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A0CED89-CB4C-401A-9F61-84B19146AA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Migrating from SCCS to Git:</vt:lpstr>
      <vt:lpstr>Agenda</vt:lpstr>
      <vt:lpstr>Introduction</vt:lpstr>
      <vt:lpstr>Why Migrate from SCCS to Git?</vt:lpstr>
      <vt:lpstr>Pre-Requisites for Migrating SCCS to Git   </vt:lpstr>
      <vt:lpstr>Pre-Requisites for Migrating SCCS to Git  .. </vt:lpstr>
      <vt:lpstr>Pre-Requisites for Migrating SCCS to Git ..  </vt:lpstr>
      <vt:lpstr>Migration Flow  &amp; RoadMap</vt:lpstr>
      <vt:lpstr>Tools &amp; Environment</vt:lpstr>
      <vt:lpstr>Phase 1 – SCCS Backup</vt:lpstr>
      <vt:lpstr>Phase 2 – Convert SCCS to RCS</vt:lpstr>
      <vt:lpstr>Phase 3 – Convert RCS to CVS</vt:lpstr>
      <vt:lpstr>Phase 4 – CVS to Git Migration</vt:lpstr>
      <vt:lpstr>Phase 5 - Post-Migration Cleanup</vt:lpstr>
      <vt:lpstr>Benefits Realized</vt:lpstr>
      <vt:lpstr>Summary</vt:lpstr>
      <vt:lpstr>Q &amp; 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Dwerryhouse, Christine</dc:creator>
  <cp:revision>205</cp:revision>
  <dcterms:created xsi:type="dcterms:W3CDTF">2022-02-17T14:54:08Z</dcterms:created>
  <dcterms:modified xsi:type="dcterms:W3CDTF">2025-09-11T15:46:47Z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0x0101009D9C473051513B4C8DC851580AAEE383</vt:lpwstr>
  </property>
  <property fmtid="{D5CDD505-2E9C-101B-9397-08002B2CF9AE}" pid="3" name="_dlc_DocIdItemGuid">
    <vt:lpwstr>934dee0f-2218-44fd-aea4-581d255ee43b</vt:lpwstr>
  </property>
  <property fmtid="{D5CDD505-2E9C-101B-9397-08002B2CF9AE}" pid="4" name="MediaServiceImageTags">
    <vt:lpwstr/>
  </property>
</Properties>
</file>